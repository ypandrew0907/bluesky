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01168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011680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1975104"/>
            <a:ext cx="1882932" cy="111556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670048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7661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729528"/>
            <a:ext cx="2824398" cy="53035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431974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2064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38407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85635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81978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175648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14186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105292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057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669166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self‑labels)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labeling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labels are user-facing controls that shape what gets shown or filtered.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Self-label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Content warning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Adult Content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Labeled post banner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Attribution to labeler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filtering +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7208101" cy="99703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347333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310757"/>
            <a:ext cx="3456946" cy="2484425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34733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310757"/>
            <a:ext cx="3456946" cy="2484425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49734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16054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reply controls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reply controls gate interaction, changing who can respond and what feedback loops form.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Reply controls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Who can reply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Audience gating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notice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Visible constraint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interaction graphs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7208101" cy="99703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347333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310757"/>
            <a:ext cx="3456946" cy="2484425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34733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310757"/>
            <a:ext cx="3456946" cy="2484425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49734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16054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labelers + moderation tools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moderation is modular—users can subscribe to labelers and tune label handling.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Subscribe to labeler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Third-party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Per-label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Off / Warn / Hide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Ozone moderation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Operational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power shifts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7208101" cy="106241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412712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376136"/>
            <a:ext cx="7208101" cy="106241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769339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732763"/>
            <a:ext cx="7208101" cy="106241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82423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514921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discovery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discovery is shaped by navigation, defaults, and safety settings surfaced in the UI.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Custom feeds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Algorithm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Moderation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Filtering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Starter packs tab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Onboarding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defaults steer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3456946" cy="256614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05608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019510"/>
            <a:ext cx="3456946" cy="2566149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1644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879867"/>
            <a:ext cx="7208101" cy="91531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934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302584"/>
            <a:ext cx="4261904" cy="898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flow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context) into a single shareable onboarding object.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Create starter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Name +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Choose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Share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Link / QR /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bundled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2206562" cy="3775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7639" y="205608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2815" y="2019510"/>
            <a:ext cx="2206562" cy="377567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8409" y="2056086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3585" y="2019510"/>
            <a:ext cx="2206562" cy="3775672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53905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3011519" cy="51492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handles (surface → settings)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domain handles connect identity and credibility to a verifiable control channel (DNS).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Domain handle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Settings: handle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Entry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Use own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Verification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credibility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7208101" cy="99703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347333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310757"/>
            <a:ext cx="3456946" cy="2484425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34733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310757"/>
            <a:ext cx="3456946" cy="2484425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49734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16054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verification + examples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verification relies on external DNS tooling, creating measurable and potentially gameable steps.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DNS TXT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Proof-of-control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Domain handle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@npr.org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DNS management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External dependency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measurable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056086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019510"/>
            <a:ext cx="3456946" cy="2566149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05608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019510"/>
            <a:ext cx="3456946" cy="2566149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16443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879867"/>
            <a:ext cx="7208101" cy="91531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934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302584"/>
            <a:ext cx="4261904" cy="898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