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99339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9798" y="1993392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1975104"/>
            <a:ext cx="1882932" cy="1115568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1051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6609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474781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729528"/>
            <a:ext cx="2824398" cy="530352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