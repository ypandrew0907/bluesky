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01168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011680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1975104"/>
            <a:ext cx="1882932" cy="111556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670048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7661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729528"/>
            <a:ext cx="2824398" cy="53035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431974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2064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38407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85635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81978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175648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14186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105292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057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669166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self‑labels)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