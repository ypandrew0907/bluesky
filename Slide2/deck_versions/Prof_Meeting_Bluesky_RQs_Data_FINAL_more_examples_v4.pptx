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8.xml"/><Relationship Id="rId19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7893" y="2209347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3341" y="2048113"/>
            <a:ext cx="1940956" cy="63336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474781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729528"/>
            <a:ext cx="2824398" cy="53035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