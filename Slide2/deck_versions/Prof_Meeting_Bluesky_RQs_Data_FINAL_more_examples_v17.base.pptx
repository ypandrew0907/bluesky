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9" r:id="rId10"/>
    <p:sldId id="289" r:id="rId73"/>
    <p:sldId id="290" r:id="rId74"/>
    <p:sldId id="291" r:id="rId75"/>
    <p:sldId id="258" r:id="rId9"/>
    <p:sldId id="262" r:id="rId13"/>
    <p:sldId id="292" r:id="rId76"/>
    <p:sldId id="293" r:id="rId77"/>
    <p:sldId id="294" r:id="rId78"/>
    <p:sldId id="295" r:id="rId79"/>
    <p:sldId id="296" r:id="rId80"/>
    <p:sldId id="297" r:id="rId81"/>
    <p:sldId id="298" r:id="rId82"/>
    <p:sldId id="299" r:id="rId83"/>
    <p:sldId id="261" r:id="rId12"/>
    <p:sldId id="307" r:id="rId91"/>
    <p:sldId id="300" r:id="rId84"/>
    <p:sldId id="301" r:id="rId85"/>
    <p:sldId id="302" r:id="rId86"/>
    <p:sldId id="303" r:id="rId87"/>
    <p:sldId id="304" r:id="rId88"/>
    <p:sldId id="305" r:id="rId89"/>
    <p:sldId id="306" r:id="rId90"/>
  </p:sldIdLst>
  <p:sldSz cy="5143500" cx="9144000"/>
  <p:notesSz cx="6858000" cy="9144000"/>
  <p:embeddedFontLst>
    <p:embeddedFont>
      <p:font typeface="Raleway"/>
      <p:regular r:id="rId40"/>
      <p:bold r:id="rId41"/>
      <p:italic r:id="rId42"/>
      <p:boldItalic r:id="rId43"/>
    </p:embeddedFont>
    <p:embeddedFont>
      <p:font typeface="Raleway SemiBold"/>
      <p:regular r:id="rId44"/>
      <p:bold r:id="rId45"/>
      <p:italic r:id="rId46"/>
      <p:boldItalic r:id="rId47"/>
    </p:embeddedFont>
    <p:embeddedFont>
      <p:font typeface="Hanken Grotesk"/>
      <p:regular r:id="rId48"/>
      <p:bold r:id="rId49"/>
      <p:italic r:id="rId50"/>
      <p:boldItalic r:id="rId51"/>
    </p:embeddedFont>
    <p:embeddedFont>
      <p:font typeface="Inter"/>
      <p:regular r:id="rId52"/>
      <p:bold r:id="rId53"/>
      <p:italic r:id="rId54"/>
      <p:boldItalic r:id="rId55"/>
    </p:embeddedFont>
    <p:embeddedFont>
      <p:font typeface="Kedebideri SemiBold"/>
      <p:regular r:id="rId56"/>
      <p:bold r:id="rId57"/>
    </p:embeddedFont>
    <p:embeddedFont>
      <p:font typeface="Stack Sans Notch Medium"/>
      <p:regular r:id="rId58"/>
      <p:bold r:id="rId59"/>
    </p:embeddedFont>
    <p:embeddedFont>
      <p:font typeface="Raleway Medium"/>
      <p:regular r:id="rId60"/>
      <p:bold r:id="rId61"/>
      <p:italic r:id="rId62"/>
      <p:boldItalic r:id="rId63"/>
    </p:embeddedFont>
    <p:embeddedFont>
      <p:font typeface="Kedebideri"/>
      <p:regular r:id="rId64"/>
      <p:bold r:id="rId65"/>
    </p:embeddedFont>
    <p:embeddedFont>
      <p:font typeface="Kedebideri ExtraBold"/>
      <p:bold r:id="rId66"/>
    </p:embeddedFont>
    <p:embeddedFont>
      <p:font typeface="Stack Sans Notch Light"/>
      <p:regular r:id="rId67"/>
      <p:bold r:id="rId68"/>
    </p:embeddedFont>
    <p:embeddedFont>
      <p:font typeface="Open Sans"/>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E97718-CCB1-4269-835A-FB05356AE4E7}">
  <a:tblStyle styleId="{1CE97718-CCB1-4269-835A-FB05356AE4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9" Type="http://schemas.openxmlformats.org/officeDocument/2006/relationships/slide" Target="slides/slide3.xml"/><Relationship Id="rId10"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40" Type="http://schemas.openxmlformats.org/officeDocument/2006/relationships/font" Target="fonts/Raleway-regular.fntdata"/><Relationship Id="rId41" Type="http://schemas.openxmlformats.org/officeDocument/2006/relationships/font" Target="fonts/Raleway-bold.fntdata"/><Relationship Id="rId42" Type="http://schemas.openxmlformats.org/officeDocument/2006/relationships/font" Target="fonts/Raleway-italic.fntdata"/><Relationship Id="rId43" Type="http://schemas.openxmlformats.org/officeDocument/2006/relationships/font" Target="fonts/Raleway-boldItalic.fntdata"/><Relationship Id="rId44" Type="http://schemas.openxmlformats.org/officeDocument/2006/relationships/font" Target="fonts/RalewaySemiBold-regular.fntdata"/><Relationship Id="rId45" Type="http://schemas.openxmlformats.org/officeDocument/2006/relationships/font" Target="fonts/RalewaySemiBold-bold.fntdata"/><Relationship Id="rId46" Type="http://schemas.openxmlformats.org/officeDocument/2006/relationships/font" Target="fonts/RalewaySemiBold-italic.fntdata"/><Relationship Id="rId47" Type="http://schemas.openxmlformats.org/officeDocument/2006/relationships/font" Target="fonts/RalewaySemiBold-boldItalic.fntdata"/><Relationship Id="rId48" Type="http://schemas.openxmlformats.org/officeDocument/2006/relationships/font" Target="fonts/HankenGrotesk-regular.fntdata"/><Relationship Id="rId49" Type="http://schemas.openxmlformats.org/officeDocument/2006/relationships/font" Target="fonts/HankenGrotesk-bold.fntdata"/><Relationship Id="rId50" Type="http://schemas.openxmlformats.org/officeDocument/2006/relationships/font" Target="fonts/HankenGrotesk-italic.fntdata"/><Relationship Id="rId51" Type="http://schemas.openxmlformats.org/officeDocument/2006/relationships/font" Target="fonts/HankenGrotesk-boldItalic.fntdata"/><Relationship Id="rId52" Type="http://schemas.openxmlformats.org/officeDocument/2006/relationships/font" Target="fonts/Inter-regular.fntdata"/><Relationship Id="rId53" Type="http://schemas.openxmlformats.org/officeDocument/2006/relationships/font" Target="fonts/Inter-bold.fntdata"/><Relationship Id="rId54" Type="http://schemas.openxmlformats.org/officeDocument/2006/relationships/font" Target="fonts/Inter-italic.fntdata"/><Relationship Id="rId55" Type="http://schemas.openxmlformats.org/officeDocument/2006/relationships/font" Target="fonts/Inter-boldItalic.fntdata"/><Relationship Id="rId56" Type="http://schemas.openxmlformats.org/officeDocument/2006/relationships/font" Target="fonts/KedebideriSemiBold-regular.fntdata"/><Relationship Id="rId57" Type="http://schemas.openxmlformats.org/officeDocument/2006/relationships/font" Target="fonts/KedebideriSemiBold-bold.fntdata"/><Relationship Id="rId58" Type="http://schemas.openxmlformats.org/officeDocument/2006/relationships/font" Target="fonts/StackSansNotchMedium-regular.fntdata"/><Relationship Id="rId59" Type="http://schemas.openxmlformats.org/officeDocument/2006/relationships/font" Target="fonts/StackSansNotchMedium-bold.fntdata"/><Relationship Id="rId60" Type="http://schemas.openxmlformats.org/officeDocument/2006/relationships/font" Target="fonts/RalewayMedium-regular.fntdata"/><Relationship Id="rId61" Type="http://schemas.openxmlformats.org/officeDocument/2006/relationships/font" Target="fonts/RalewayMedium-bold.fntdata"/><Relationship Id="rId62" Type="http://schemas.openxmlformats.org/officeDocument/2006/relationships/font" Target="fonts/RalewayMedium-italic.fntdata"/><Relationship Id="rId63" Type="http://schemas.openxmlformats.org/officeDocument/2006/relationships/font" Target="fonts/RalewayMedium-boldItalic.fntdata"/><Relationship Id="rId64" Type="http://schemas.openxmlformats.org/officeDocument/2006/relationships/font" Target="fonts/Kedebideri-regular.fntdata"/><Relationship Id="rId65" Type="http://schemas.openxmlformats.org/officeDocument/2006/relationships/font" Target="fonts/Kedebideri-bold.fntdata"/><Relationship Id="rId66" Type="http://schemas.openxmlformats.org/officeDocument/2006/relationships/font" Target="fonts/KedebideriExtraBold-bold.fntdata"/><Relationship Id="rId67" Type="http://schemas.openxmlformats.org/officeDocument/2006/relationships/font" Target="fonts/StackSansNotchLight-regular.fntdata"/><Relationship Id="rId68" Type="http://schemas.openxmlformats.org/officeDocument/2006/relationships/font" Target="fonts/StackSansNotchLight-bold.fntdata"/><Relationship Id="rId69" Type="http://schemas.openxmlformats.org/officeDocument/2006/relationships/font" Target="fonts/OpenSans-regular.fntdata"/><Relationship Id="rId70" Type="http://schemas.openxmlformats.org/officeDocument/2006/relationships/font" Target="fonts/OpenSans-bold.fntdata"/><Relationship Id="rId71" Type="http://schemas.openxmlformats.org/officeDocument/2006/relationships/font" Target="fonts/OpenSans-italic.fntdata"/><Relationship Id="rId72" Type="http://schemas.openxmlformats.org/officeDocument/2006/relationships/font" Target="fonts/OpenSans-boldItalic.fntdata"/><Relationship Id="rId73" Type="http://schemas.openxmlformats.org/officeDocument/2006/relationships/slide" Target="slides/slide34.xml"/><Relationship Id="rId74" Type="http://schemas.openxmlformats.org/officeDocument/2006/relationships/slide" Target="slides/slide35.xml"/><Relationship Id="rId75" Type="http://schemas.openxmlformats.org/officeDocument/2006/relationships/slide" Target="slides/slide36.xml"/><Relationship Id="rId76" Type="http://schemas.openxmlformats.org/officeDocument/2006/relationships/slide" Target="slides/slide37.xml"/><Relationship Id="rId77" Type="http://schemas.openxmlformats.org/officeDocument/2006/relationships/slide" Target="slides/slide38.xml"/><Relationship Id="rId78" Type="http://schemas.openxmlformats.org/officeDocument/2006/relationships/slide" Target="slides/slide39.xml"/><Relationship Id="rId79" Type="http://schemas.openxmlformats.org/officeDocument/2006/relationships/slide" Target="slides/slide40.xml"/><Relationship Id="rId80" Type="http://schemas.openxmlformats.org/officeDocument/2006/relationships/slide" Target="slides/slide41.xml"/><Relationship Id="rId81" Type="http://schemas.openxmlformats.org/officeDocument/2006/relationships/slide" Target="slides/slide42.xml"/><Relationship Id="rId82" Type="http://schemas.openxmlformats.org/officeDocument/2006/relationships/slide" Target="slides/slide43.xml"/><Relationship Id="rId83" Type="http://schemas.openxmlformats.org/officeDocument/2006/relationships/slide" Target="slides/slide44.xml"/><Relationship Id="rId84" Type="http://schemas.openxmlformats.org/officeDocument/2006/relationships/slide" Target="slides/slide45.xml"/><Relationship Id="rId85" Type="http://schemas.openxmlformats.org/officeDocument/2006/relationships/slide" Target="slides/slide46.xml"/><Relationship Id="rId86" Type="http://schemas.openxmlformats.org/officeDocument/2006/relationships/slide" Target="slides/slide47.xml"/><Relationship Id="rId87" Type="http://schemas.openxmlformats.org/officeDocument/2006/relationships/slide" Target="slides/slide48.xml"/><Relationship Id="rId88" Type="http://schemas.openxmlformats.org/officeDocument/2006/relationships/slide" Target="slides/slide49.xml"/><Relationship Id="rId89" Type="http://schemas.openxmlformats.org/officeDocument/2006/relationships/slide" Target="slides/slide50.xml"/><Relationship Id="rId90" Type="http://schemas.openxmlformats.org/officeDocument/2006/relationships/slide" Target="slides/slide51.xml"/><Relationship Id="rId91"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e1d838b6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e1d838b62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e1d838b627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e1d838b627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3fb61485ab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3fb61485a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3fb61485a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3fb61485a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6.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title="BG_111_Data-visual.jpg"/>
          <p:cNvPicPr preferRelativeResize="0"/>
          <p:nvPr/>
        </p:nvPicPr>
        <p:blipFill rotWithShape="1">
          <a:blip r:embed="rId2">
            <a:alphaModFix/>
          </a:blip>
          <a:srcRect b="0" l="0" r="0" t="0"/>
          <a:stretch/>
        </p:blipFill>
        <p:spPr>
          <a:xfrm>
            <a:off x="-1" y="2232"/>
            <a:ext cx="9144003" cy="5139037"/>
          </a:xfrm>
          <a:prstGeom prst="rect">
            <a:avLst/>
          </a:prstGeom>
          <a:noFill/>
          <a:ln>
            <a:noFill/>
          </a:ln>
        </p:spPr>
      </p:pic>
      <p:sp>
        <p:nvSpPr>
          <p:cNvPr id="10" name="Google Shape;10;p2"/>
          <p:cNvSpPr txBox="1"/>
          <p:nvPr>
            <p:ph type="ctrTitle"/>
          </p:nvPr>
        </p:nvSpPr>
        <p:spPr>
          <a:xfrm>
            <a:off x="1326300" y="1587600"/>
            <a:ext cx="4702800" cy="1968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6900875" y="3933700"/>
            <a:ext cx="1697400" cy="532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solidFill>
                  <a:schemeClr val="accent4"/>
                </a:solidFill>
                <a:latin typeface="Kedebideri SemiBold"/>
                <a:ea typeface="Kedebideri SemiBold"/>
                <a:cs typeface="Kedebideri SemiBold"/>
                <a:sym typeface="Kedebideri SemiBold"/>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title="BG_3_Data-visual.jpg"/>
          <p:cNvPicPr preferRelativeResize="0"/>
          <p:nvPr/>
        </p:nvPicPr>
        <p:blipFill rotWithShape="1">
          <a:blip r:embed="rId2">
            <a:alphaModFix/>
          </a:blip>
          <a:srcRect b="347" l="0" r="0" t="347"/>
          <a:stretch/>
        </p:blipFill>
        <p:spPr>
          <a:xfrm flipH="1">
            <a:off x="-282600" y="-137625"/>
            <a:ext cx="9505951" cy="5305324"/>
          </a:xfrm>
          <a:prstGeom prst="rect">
            <a:avLst/>
          </a:prstGeom>
          <a:noFill/>
          <a:ln>
            <a:noFill/>
          </a:ln>
        </p:spPr>
      </p:pic>
      <p:sp>
        <p:nvSpPr>
          <p:cNvPr id="14" name="Google Shape;14;p3"/>
          <p:cNvSpPr txBox="1"/>
          <p:nvPr>
            <p:ph type="title"/>
          </p:nvPr>
        </p:nvSpPr>
        <p:spPr>
          <a:xfrm>
            <a:off x="5086975" y="1736775"/>
            <a:ext cx="3828300" cy="16983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1326300" y="1862778"/>
            <a:ext cx="1489800" cy="1402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6000">
                <a:solidFill>
                  <a:schemeClr val="accen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pic>
        <p:nvPicPr>
          <p:cNvPr id="17" name="Google Shape;17;p4"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18" name="Google Shape;18;p4"/>
          <p:cNvSpPr txBox="1"/>
          <p:nvPr>
            <p:ph type="title"/>
          </p:nvPr>
        </p:nvSpPr>
        <p:spPr>
          <a:xfrm>
            <a:off x="457200" y="228600"/>
            <a:ext cx="3271200" cy="9648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9" name="Google Shape;19;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pic>
        <p:nvPicPr>
          <p:cNvPr id="21" name="Google Shape;21;p5"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22" name="Google Shape;22;p5"/>
          <p:cNvSpPr txBox="1"/>
          <p:nvPr>
            <p:ph idx="1" type="subTitle"/>
          </p:nvPr>
        </p:nvSpPr>
        <p:spPr>
          <a:xfrm>
            <a:off x="4669103" y="1041750"/>
            <a:ext cx="39414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b="1" sz="1600">
                <a:solidFill>
                  <a:schemeClr val="dk2"/>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 name="Google Shape;23;p5"/>
          <p:cNvSpPr txBox="1"/>
          <p:nvPr>
            <p:ph idx="2" type="subTitle"/>
          </p:nvPr>
        </p:nvSpPr>
        <p:spPr>
          <a:xfrm>
            <a:off x="4669103" y="2852326"/>
            <a:ext cx="39414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2"/>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 name="Google Shape;24;p5"/>
          <p:cNvSpPr txBox="1"/>
          <p:nvPr>
            <p:ph idx="3" type="subTitle"/>
          </p:nvPr>
        </p:nvSpPr>
        <p:spPr>
          <a:xfrm>
            <a:off x="4669103" y="1614448"/>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 name="Google Shape;25;p5"/>
          <p:cNvSpPr txBox="1"/>
          <p:nvPr>
            <p:ph idx="4" type="subTitle"/>
          </p:nvPr>
        </p:nvSpPr>
        <p:spPr>
          <a:xfrm>
            <a:off x="4669103" y="3425025"/>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 name="Google Shape;26;p5"/>
          <p:cNvSpPr txBox="1"/>
          <p:nvPr>
            <p:ph type="title"/>
          </p:nvPr>
        </p:nvSpPr>
        <p:spPr>
          <a:xfrm>
            <a:off x="228600" y="228600"/>
            <a:ext cx="86868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pic>
        <p:nvPicPr>
          <p:cNvPr id="28" name="Google Shape;28;p6"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29" name="Google Shape;29;p6"/>
          <p:cNvSpPr txBox="1"/>
          <p:nvPr>
            <p:ph type="title"/>
          </p:nvPr>
        </p:nvSpPr>
        <p:spPr>
          <a:xfrm>
            <a:off x="457200" y="228600"/>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8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pic>
        <p:nvPicPr>
          <p:cNvPr id="31" name="Google Shape;31;p7"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32" name="Google Shape;32;p7"/>
          <p:cNvSpPr txBox="1"/>
          <p:nvPr>
            <p:ph type="title"/>
          </p:nvPr>
        </p:nvSpPr>
        <p:spPr>
          <a:xfrm>
            <a:off x="228600" y="228600"/>
            <a:ext cx="3998400" cy="1445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3" name="Google Shape;33;p7"/>
          <p:cNvSpPr txBox="1"/>
          <p:nvPr>
            <p:ph idx="1" type="body"/>
          </p:nvPr>
        </p:nvSpPr>
        <p:spPr>
          <a:xfrm>
            <a:off x="1609625" y="2066125"/>
            <a:ext cx="3824100" cy="2532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34" name="Google Shape;34;p7"/>
          <p:cNvSpPr/>
          <p:nvPr>
            <p:ph idx="2" type="pic"/>
          </p:nvPr>
        </p:nvSpPr>
        <p:spPr>
          <a:xfrm>
            <a:off x="5715849" y="0"/>
            <a:ext cx="34281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pic>
        <p:nvPicPr>
          <p:cNvPr id="36" name="Google Shape;36;p8"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37" name="Google Shape;37;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pic>
        <p:nvPicPr>
          <p:cNvPr id="39" name="Google Shape;39;p9"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40" name="Google Shape;40;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2" name="Google Shape;42;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p:nvPr>
            <p:ph idx="2" type="pic"/>
          </p:nvPr>
        </p:nvSpPr>
        <p:spPr>
          <a:xfrm>
            <a:off x="0" y="0"/>
            <a:ext cx="9144000" cy="5143500"/>
          </a:xfrm>
          <a:prstGeom prst="rect">
            <a:avLst/>
          </a:prstGeom>
          <a:noFill/>
          <a:ln>
            <a:noFill/>
          </a:ln>
        </p:spPr>
      </p:sp>
      <p:sp>
        <p:nvSpPr>
          <p:cNvPr id="45" name="Google Shape;45;p10"/>
          <p:cNvSpPr txBox="1"/>
          <p:nvPr>
            <p:ph type="title"/>
          </p:nvPr>
        </p:nvSpPr>
        <p:spPr>
          <a:xfrm>
            <a:off x="5230250" y="3673925"/>
            <a:ext cx="3456600" cy="9951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2600"/>
              <a:buNone/>
              <a:defRPr sz="1000"/>
            </a:lvl1pPr>
            <a:lvl2pPr lvl="1" algn="ctr">
              <a:spcBef>
                <a:spcPts val="0"/>
              </a:spcBef>
              <a:spcAft>
                <a:spcPts val="0"/>
              </a:spcAft>
              <a:buSzPts val="2600"/>
              <a:buNone/>
              <a:defRPr/>
            </a:lvl2pPr>
            <a:lvl3pPr lvl="2" algn="ctr">
              <a:spcBef>
                <a:spcPts val="0"/>
              </a:spcBef>
              <a:spcAft>
                <a:spcPts val="0"/>
              </a:spcAft>
              <a:buSzPts val="2600"/>
              <a:buNone/>
              <a:defRPr/>
            </a:lvl3pPr>
            <a:lvl4pPr lvl="3" algn="ctr">
              <a:spcBef>
                <a:spcPts val="0"/>
              </a:spcBef>
              <a:spcAft>
                <a:spcPts val="0"/>
              </a:spcAft>
              <a:buSzPts val="2600"/>
              <a:buNone/>
              <a:defRPr/>
            </a:lvl4pPr>
            <a:lvl5pPr lvl="4" algn="ctr">
              <a:spcBef>
                <a:spcPts val="0"/>
              </a:spcBef>
              <a:spcAft>
                <a:spcPts val="0"/>
              </a:spcAft>
              <a:buSzPts val="2600"/>
              <a:buNone/>
              <a:defRPr/>
            </a:lvl5pPr>
            <a:lvl6pPr lvl="5" algn="ctr">
              <a:spcBef>
                <a:spcPts val="0"/>
              </a:spcBef>
              <a:spcAft>
                <a:spcPts val="0"/>
              </a:spcAft>
              <a:buSzPts val="2600"/>
              <a:buNone/>
              <a:defRPr/>
            </a:lvl6pPr>
            <a:lvl7pPr lvl="6" algn="ctr">
              <a:spcBef>
                <a:spcPts val="0"/>
              </a:spcBef>
              <a:spcAft>
                <a:spcPts val="0"/>
              </a:spcAft>
              <a:buSzPts val="2600"/>
              <a:buNone/>
              <a:defRPr/>
            </a:lvl7pPr>
            <a:lvl8pPr lvl="7" algn="ctr">
              <a:spcBef>
                <a:spcPts val="0"/>
              </a:spcBef>
              <a:spcAft>
                <a:spcPts val="0"/>
              </a:spcAft>
              <a:buSzPts val="2600"/>
              <a:buNone/>
              <a:defRPr/>
            </a:lvl8pPr>
            <a:lvl9pPr lvl="8" algn="ctr">
              <a:spcBef>
                <a:spcPts val="0"/>
              </a:spcBef>
              <a:spcAft>
                <a:spcPts val="0"/>
              </a:spcAft>
              <a:buSzPts val="26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pic>
        <p:nvPicPr>
          <p:cNvPr id="47" name="Google Shape;47;p11"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48" name="Google Shape;48;p11"/>
          <p:cNvSpPr txBox="1"/>
          <p:nvPr>
            <p:ph hasCustomPrompt="1" type="title"/>
          </p:nvPr>
        </p:nvSpPr>
        <p:spPr>
          <a:xfrm>
            <a:off x="1284000" y="1952850"/>
            <a:ext cx="6576000" cy="799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9" name="Google Shape;49;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51" name="Shape 51"/>
        <p:cNvGrpSpPr/>
        <p:nvPr/>
      </p:nvGrpSpPr>
      <p:grpSpPr>
        <a:xfrm>
          <a:off x="0" y="0"/>
          <a:ext cx="0" cy="0"/>
          <a:chOff x="0" y="0"/>
          <a:chExt cx="0" cy="0"/>
        </a:xfrm>
      </p:grpSpPr>
      <p:pic>
        <p:nvPicPr>
          <p:cNvPr id="52" name="Google Shape;52;p13" title="BG_2_Data-visual.jpg"/>
          <p:cNvPicPr preferRelativeResize="0"/>
          <p:nvPr/>
        </p:nvPicPr>
        <p:blipFill rotWithShape="1">
          <a:blip r:embed="rId2">
            <a:alphaModFix/>
          </a:blip>
          <a:srcRect b="0" l="0" r="0" t="0"/>
          <a:stretch/>
        </p:blipFill>
        <p:spPr>
          <a:xfrm>
            <a:off x="0" y="2232"/>
            <a:ext cx="9144003" cy="5139037"/>
          </a:xfrm>
          <a:prstGeom prst="rect">
            <a:avLst/>
          </a:prstGeom>
          <a:noFill/>
          <a:ln>
            <a:noFill/>
          </a:ln>
        </p:spPr>
      </p:pic>
      <p:sp>
        <p:nvSpPr>
          <p:cNvPr id="53" name="Google Shape;53;p13"/>
          <p:cNvSpPr txBox="1"/>
          <p:nvPr>
            <p:ph type="title"/>
          </p:nvPr>
        </p:nvSpPr>
        <p:spPr>
          <a:xfrm>
            <a:off x="457200" y="1307125"/>
            <a:ext cx="8229600" cy="9315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54" name="Google Shape;54;p13"/>
          <p:cNvSpPr txBox="1"/>
          <p:nvPr>
            <p:ph idx="1" type="subTitle"/>
          </p:nvPr>
        </p:nvSpPr>
        <p:spPr>
          <a:xfrm>
            <a:off x="1362775" y="2348550"/>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5" name="Google Shape;55;p13"/>
          <p:cNvSpPr txBox="1"/>
          <p:nvPr>
            <p:ph idx="2" type="subTitle"/>
          </p:nvPr>
        </p:nvSpPr>
        <p:spPr>
          <a:xfrm>
            <a:off x="1724580" y="2918558"/>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6" name="Google Shape;56;p13"/>
          <p:cNvSpPr txBox="1"/>
          <p:nvPr>
            <p:ph idx="3" type="subTitle"/>
          </p:nvPr>
        </p:nvSpPr>
        <p:spPr>
          <a:xfrm>
            <a:off x="2086396" y="3488567"/>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7" name="Google Shape;57;p13"/>
          <p:cNvSpPr txBox="1"/>
          <p:nvPr>
            <p:ph idx="4" type="subTitle"/>
          </p:nvPr>
        </p:nvSpPr>
        <p:spPr>
          <a:xfrm>
            <a:off x="2448211" y="4058575"/>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8" name="Google Shape;58;p13"/>
          <p:cNvSpPr txBox="1"/>
          <p:nvPr>
            <p:ph idx="5" type="subTitle"/>
          </p:nvPr>
        </p:nvSpPr>
        <p:spPr>
          <a:xfrm>
            <a:off x="5107125" y="2348550"/>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9" name="Google Shape;59;p13"/>
          <p:cNvSpPr txBox="1"/>
          <p:nvPr>
            <p:ph idx="6" type="subTitle"/>
          </p:nvPr>
        </p:nvSpPr>
        <p:spPr>
          <a:xfrm>
            <a:off x="5475145" y="2918558"/>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0" name="Google Shape;60;p13"/>
          <p:cNvSpPr txBox="1"/>
          <p:nvPr>
            <p:ph idx="7" type="subTitle"/>
          </p:nvPr>
        </p:nvSpPr>
        <p:spPr>
          <a:xfrm>
            <a:off x="5843165" y="3488566"/>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1" name="Google Shape;61;p13"/>
          <p:cNvSpPr txBox="1"/>
          <p:nvPr>
            <p:ph idx="8" type="subTitle"/>
          </p:nvPr>
        </p:nvSpPr>
        <p:spPr>
          <a:xfrm>
            <a:off x="6211185" y="4058574"/>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2" name="Google Shape;62;p13"/>
          <p:cNvSpPr txBox="1"/>
          <p:nvPr>
            <p:ph hasCustomPrompt="1" idx="9" type="title"/>
          </p:nvPr>
        </p:nvSpPr>
        <p:spPr>
          <a:xfrm>
            <a:off x="1587966" y="4082388"/>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3" name="Google Shape;63;p13"/>
          <p:cNvSpPr txBox="1"/>
          <p:nvPr>
            <p:ph hasCustomPrompt="1" idx="13" type="title"/>
          </p:nvPr>
        </p:nvSpPr>
        <p:spPr>
          <a:xfrm>
            <a:off x="825966" y="2942171"/>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4" name="Google Shape;64;p13"/>
          <p:cNvSpPr txBox="1"/>
          <p:nvPr>
            <p:ph hasCustomPrompt="1" idx="14" type="title"/>
          </p:nvPr>
        </p:nvSpPr>
        <p:spPr>
          <a:xfrm>
            <a:off x="445794" y="2372363"/>
            <a:ext cx="864300" cy="31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 name="Google Shape;65;p13"/>
          <p:cNvSpPr txBox="1"/>
          <p:nvPr>
            <p:ph hasCustomPrompt="1" idx="15" type="title"/>
          </p:nvPr>
        </p:nvSpPr>
        <p:spPr>
          <a:xfrm>
            <a:off x="1206966" y="3512279"/>
            <a:ext cx="8658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6" name="Google Shape;66;p13"/>
          <p:cNvSpPr txBox="1"/>
          <p:nvPr>
            <p:ph hasCustomPrompt="1" idx="16" type="title"/>
          </p:nvPr>
        </p:nvSpPr>
        <p:spPr>
          <a:xfrm>
            <a:off x="4583003" y="2942369"/>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 name="Google Shape;67;p13"/>
          <p:cNvSpPr txBox="1"/>
          <p:nvPr>
            <p:ph hasCustomPrompt="1" idx="17" type="title"/>
          </p:nvPr>
        </p:nvSpPr>
        <p:spPr>
          <a:xfrm>
            <a:off x="4964002" y="3512375"/>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8" name="Google Shape;68;p13"/>
          <p:cNvSpPr txBox="1"/>
          <p:nvPr>
            <p:ph hasCustomPrompt="1" idx="18" type="title"/>
          </p:nvPr>
        </p:nvSpPr>
        <p:spPr>
          <a:xfrm>
            <a:off x="5345004" y="4082381"/>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 name="Google Shape;69;p13"/>
          <p:cNvSpPr txBox="1"/>
          <p:nvPr>
            <p:ph hasCustomPrompt="1" idx="19" type="title"/>
          </p:nvPr>
        </p:nvSpPr>
        <p:spPr>
          <a:xfrm>
            <a:off x="4202003" y="2372363"/>
            <a:ext cx="8658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0" name="Shape 70"/>
        <p:cNvGrpSpPr/>
        <p:nvPr/>
      </p:nvGrpSpPr>
      <p:grpSpPr>
        <a:xfrm>
          <a:off x="0" y="0"/>
          <a:ext cx="0" cy="0"/>
          <a:chOff x="0" y="0"/>
          <a:chExt cx="0" cy="0"/>
        </a:xfrm>
      </p:grpSpPr>
      <p:pic>
        <p:nvPicPr>
          <p:cNvPr id="71" name="Google Shape;71;p14" title="BG_2_Data-visual.jpg"/>
          <p:cNvPicPr preferRelativeResize="0"/>
          <p:nvPr/>
        </p:nvPicPr>
        <p:blipFill rotWithShape="1">
          <a:blip r:embed="rId2">
            <a:alphaModFix/>
          </a:blip>
          <a:srcRect b="0" l="0" r="0" t="0"/>
          <a:stretch/>
        </p:blipFill>
        <p:spPr>
          <a:xfrm flipH="1">
            <a:off x="1" y="2225"/>
            <a:ext cx="9144028" cy="5139051"/>
          </a:xfrm>
          <a:prstGeom prst="rect">
            <a:avLst/>
          </a:prstGeom>
          <a:noFill/>
          <a:ln>
            <a:noFill/>
          </a:ln>
        </p:spPr>
      </p:pic>
      <p:sp>
        <p:nvSpPr>
          <p:cNvPr id="72" name="Google Shape;72;p14"/>
          <p:cNvSpPr txBox="1"/>
          <p:nvPr>
            <p:ph type="title"/>
          </p:nvPr>
        </p:nvSpPr>
        <p:spPr>
          <a:xfrm>
            <a:off x="1386575" y="1337225"/>
            <a:ext cx="3541800" cy="14772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2600"/>
              <a:buNone/>
              <a:defRPr sz="28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73" name="Google Shape;73;p14"/>
          <p:cNvSpPr txBox="1"/>
          <p:nvPr>
            <p:ph idx="1" type="subTitle"/>
          </p:nvPr>
        </p:nvSpPr>
        <p:spPr>
          <a:xfrm>
            <a:off x="3234325" y="3108700"/>
            <a:ext cx="5452500" cy="180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74" name="Shape 74"/>
        <p:cNvGrpSpPr/>
        <p:nvPr/>
      </p:nvGrpSpPr>
      <p:grpSpPr>
        <a:xfrm>
          <a:off x="0" y="0"/>
          <a:ext cx="0" cy="0"/>
          <a:chOff x="0" y="0"/>
          <a:chExt cx="0" cy="0"/>
        </a:xfrm>
      </p:grpSpPr>
      <p:pic>
        <p:nvPicPr>
          <p:cNvPr id="75" name="Google Shape;75;p15"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76" name="Google Shape;76;p15"/>
          <p:cNvSpPr txBox="1"/>
          <p:nvPr>
            <p:ph type="title"/>
          </p:nvPr>
        </p:nvSpPr>
        <p:spPr>
          <a:xfrm>
            <a:off x="457200" y="1126050"/>
            <a:ext cx="3998400" cy="1312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77" name="Google Shape;77;p15"/>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78" name="Google Shape;78;p15"/>
          <p:cNvSpPr/>
          <p:nvPr>
            <p:ph idx="2" type="pic"/>
          </p:nvPr>
        </p:nvSpPr>
        <p:spPr>
          <a:xfrm>
            <a:off x="5715849" y="0"/>
            <a:ext cx="34281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9" name="Shape 79"/>
        <p:cNvGrpSpPr/>
        <p:nvPr/>
      </p:nvGrpSpPr>
      <p:grpSpPr>
        <a:xfrm>
          <a:off x="0" y="0"/>
          <a:ext cx="0" cy="0"/>
          <a:chOff x="0" y="0"/>
          <a:chExt cx="0" cy="0"/>
        </a:xfrm>
      </p:grpSpPr>
      <p:pic>
        <p:nvPicPr>
          <p:cNvPr id="80" name="Google Shape;80;p16"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81" name="Google Shape;81;p16"/>
          <p:cNvSpPr txBox="1"/>
          <p:nvPr>
            <p:ph type="title"/>
          </p:nvPr>
        </p:nvSpPr>
        <p:spPr>
          <a:xfrm>
            <a:off x="457200" y="228600"/>
            <a:ext cx="4131900" cy="1041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sz="28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2" name="Shape 82"/>
        <p:cNvGrpSpPr/>
        <p:nvPr/>
      </p:nvGrpSpPr>
      <p:grpSpPr>
        <a:xfrm>
          <a:off x="0" y="0"/>
          <a:ext cx="0" cy="0"/>
          <a:chOff x="0" y="0"/>
          <a:chExt cx="0" cy="0"/>
        </a:xfrm>
      </p:grpSpPr>
      <p:pic>
        <p:nvPicPr>
          <p:cNvPr id="83" name="Google Shape;83;p17" title="BG_2_Data-visual.jpg"/>
          <p:cNvPicPr preferRelativeResize="0"/>
          <p:nvPr/>
        </p:nvPicPr>
        <p:blipFill rotWithShape="1">
          <a:blip r:embed="rId2">
            <a:alphaModFix/>
          </a:blip>
          <a:srcRect b="0" l="0" r="0" t="0"/>
          <a:stretch/>
        </p:blipFill>
        <p:spPr>
          <a:xfrm>
            <a:off x="0" y="2232"/>
            <a:ext cx="9144003" cy="5139037"/>
          </a:xfrm>
          <a:prstGeom prst="rect">
            <a:avLst/>
          </a:prstGeom>
          <a:noFill/>
          <a:ln>
            <a:noFill/>
          </a:ln>
        </p:spPr>
      </p:pic>
      <p:sp>
        <p:nvSpPr>
          <p:cNvPr id="84" name="Google Shape;84;p17"/>
          <p:cNvSpPr txBox="1"/>
          <p:nvPr>
            <p:ph hasCustomPrompt="1" type="title"/>
          </p:nvPr>
        </p:nvSpPr>
        <p:spPr>
          <a:xfrm>
            <a:off x="4541700" y="925525"/>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85" name="Google Shape;85;p17"/>
          <p:cNvSpPr txBox="1"/>
          <p:nvPr>
            <p:ph idx="1" type="subTitle"/>
          </p:nvPr>
        </p:nvSpPr>
        <p:spPr>
          <a:xfrm>
            <a:off x="457200" y="1090584"/>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6" name="Google Shape;86;p17"/>
          <p:cNvSpPr txBox="1"/>
          <p:nvPr>
            <p:ph hasCustomPrompt="1" idx="2" type="title"/>
          </p:nvPr>
        </p:nvSpPr>
        <p:spPr>
          <a:xfrm>
            <a:off x="4541700" y="3082109"/>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87" name="Google Shape;87;p17"/>
          <p:cNvSpPr txBox="1"/>
          <p:nvPr>
            <p:ph idx="3" type="subTitle"/>
          </p:nvPr>
        </p:nvSpPr>
        <p:spPr>
          <a:xfrm>
            <a:off x="457200" y="3231511"/>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8" name="Google Shape;88;p17"/>
          <p:cNvSpPr txBox="1"/>
          <p:nvPr>
            <p:ph hasCustomPrompt="1" idx="4" type="title"/>
          </p:nvPr>
        </p:nvSpPr>
        <p:spPr>
          <a:xfrm>
            <a:off x="4541700" y="2003817"/>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89" name="Google Shape;89;p17"/>
          <p:cNvSpPr txBox="1"/>
          <p:nvPr>
            <p:ph idx="5" type="subTitle"/>
          </p:nvPr>
        </p:nvSpPr>
        <p:spPr>
          <a:xfrm>
            <a:off x="457200" y="2161047"/>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 name="Google Shape;90;p17"/>
          <p:cNvSpPr txBox="1"/>
          <p:nvPr>
            <p:ph hasCustomPrompt="1" idx="6" type="title"/>
          </p:nvPr>
        </p:nvSpPr>
        <p:spPr>
          <a:xfrm>
            <a:off x="4541700" y="4160401"/>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1" name="Google Shape;91;p17"/>
          <p:cNvSpPr txBox="1"/>
          <p:nvPr>
            <p:ph idx="7" type="subTitle"/>
          </p:nvPr>
        </p:nvSpPr>
        <p:spPr>
          <a:xfrm>
            <a:off x="457200" y="4301974"/>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2" name="Google Shape;92;p17"/>
          <p:cNvSpPr txBox="1"/>
          <p:nvPr>
            <p:ph idx="8" type="title"/>
          </p:nvPr>
        </p:nvSpPr>
        <p:spPr>
          <a:xfrm>
            <a:off x="457200" y="228600"/>
            <a:ext cx="7004400" cy="6681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3" name="Shape 93"/>
        <p:cNvGrpSpPr/>
        <p:nvPr/>
      </p:nvGrpSpPr>
      <p:grpSpPr>
        <a:xfrm>
          <a:off x="0" y="0"/>
          <a:ext cx="0" cy="0"/>
          <a:chOff x="0" y="0"/>
          <a:chExt cx="0" cy="0"/>
        </a:xfrm>
      </p:grpSpPr>
      <p:pic>
        <p:nvPicPr>
          <p:cNvPr id="94" name="Google Shape;94;p18" title="BG_5_Data-visual.jpg"/>
          <p:cNvPicPr preferRelativeResize="0"/>
          <p:nvPr/>
        </p:nvPicPr>
        <p:blipFill rotWithShape="1">
          <a:blip r:embed="rId2">
            <a:alphaModFix/>
          </a:blip>
          <a:srcRect b="0" l="39" r="49" t="0"/>
          <a:stretch/>
        </p:blipFill>
        <p:spPr>
          <a:xfrm>
            <a:off x="0" y="0"/>
            <a:ext cx="9144003" cy="5143500"/>
          </a:xfrm>
          <a:prstGeom prst="rect">
            <a:avLst/>
          </a:prstGeom>
          <a:noFill/>
          <a:ln>
            <a:noFill/>
          </a:ln>
        </p:spPr>
      </p:pic>
      <p:sp>
        <p:nvSpPr>
          <p:cNvPr id="95" name="Google Shape;95;p18"/>
          <p:cNvSpPr txBox="1"/>
          <p:nvPr>
            <p:ph type="title"/>
          </p:nvPr>
        </p:nvSpPr>
        <p:spPr>
          <a:xfrm>
            <a:off x="661200" y="298700"/>
            <a:ext cx="3742800" cy="24747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sz="72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96" name="Google Shape;96;p18"/>
          <p:cNvSpPr txBox="1"/>
          <p:nvPr>
            <p:ph idx="1" type="subTitle"/>
          </p:nvPr>
        </p:nvSpPr>
        <p:spPr>
          <a:xfrm>
            <a:off x="5763000" y="2867058"/>
            <a:ext cx="3152700" cy="123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1400"/>
              <a:buNone/>
              <a:defRPr>
                <a:solidFill>
                  <a:schemeClr val="accent4"/>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 name="Google Shape;97;p18"/>
          <p:cNvSpPr txBox="1"/>
          <p:nvPr/>
        </p:nvSpPr>
        <p:spPr>
          <a:xfrm>
            <a:off x="5763000" y="4120830"/>
            <a:ext cx="2841000" cy="5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Open Sans"/>
                <a:ea typeface="Open Sans"/>
                <a:cs typeface="Open Sans"/>
                <a:sym typeface="Open Sans"/>
              </a:rPr>
              <a:t>CREDITS:</a:t>
            </a:r>
            <a:r>
              <a:rPr lang="en" sz="1000">
                <a:solidFill>
                  <a:schemeClr val="lt1"/>
                </a:solidFill>
                <a:latin typeface="Open Sans"/>
                <a:ea typeface="Open Sans"/>
                <a:cs typeface="Open Sans"/>
                <a:sym typeface="Open Sans"/>
              </a:rPr>
              <a:t> This presentation template was created by </a:t>
            </a:r>
            <a:r>
              <a:rPr b="1" lang="en" sz="1000">
                <a:solidFill>
                  <a:schemeClr val="lt1"/>
                </a:solidFill>
                <a:uFill>
                  <a:noFill/>
                </a:uFill>
                <a:latin typeface="Open Sans"/>
                <a:ea typeface="Open Sans"/>
                <a:cs typeface="Open Sans"/>
                <a:sym typeface="Open Sans"/>
                <a:hlinkClick r:id="rId3">
                  <a:extLst>
                    <a:ext uri="{A12FA001-AC4F-418D-AE19-62706E023703}">
                      <ahyp:hlinkClr val="tx"/>
                    </a:ext>
                  </a:extLst>
                </a:hlinkClick>
              </a:rPr>
              <a:t>Slidesgo</a:t>
            </a:r>
            <a:r>
              <a:rPr lang="en" sz="1000">
                <a:solidFill>
                  <a:schemeClr val="lt1"/>
                </a:solidFill>
                <a:latin typeface="Open Sans"/>
                <a:ea typeface="Open Sans"/>
                <a:cs typeface="Open Sans"/>
                <a:sym typeface="Open Sans"/>
              </a:rPr>
              <a:t>, and includes icons, infographics &amp; images by </a:t>
            </a:r>
            <a:r>
              <a:rPr b="1" lang="en" sz="1000">
                <a:solidFill>
                  <a:schemeClr val="lt1"/>
                </a:solidFill>
                <a:uFill>
                  <a:noFill/>
                </a:uFill>
                <a:latin typeface="Open Sans"/>
                <a:ea typeface="Open Sans"/>
                <a:cs typeface="Open Sans"/>
                <a:sym typeface="Open Sans"/>
                <a:hlinkClick r:id="rId4">
                  <a:extLst>
                    <a:ext uri="{A12FA001-AC4F-418D-AE19-62706E023703}">
                      <ahyp:hlinkClr val="tx"/>
                    </a:ext>
                  </a:extLst>
                </a:hlinkClick>
              </a:rPr>
              <a:t>Freepik</a:t>
            </a:r>
            <a:r>
              <a:rPr lang="en" sz="1000">
                <a:solidFill>
                  <a:schemeClr val="lt1"/>
                </a:solidFill>
                <a:latin typeface="Open Sans"/>
                <a:ea typeface="Open Sans"/>
                <a:cs typeface="Open Sans"/>
                <a:sym typeface="Open Sans"/>
              </a:rPr>
              <a:t> </a:t>
            </a:r>
            <a:endParaRPr b="1" sz="1000" u="sng">
              <a:solidFill>
                <a:schemeClr val="lt1"/>
              </a:solidFill>
              <a:latin typeface="Open Sans"/>
              <a:ea typeface="Open Sans"/>
              <a:cs typeface="Open Sans"/>
              <a:sym typeface="Open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8" name="Shape 98"/>
        <p:cNvGrpSpPr/>
        <p:nvPr/>
      </p:nvGrpSpPr>
      <p:grpSpPr>
        <a:xfrm>
          <a:off x="0" y="0"/>
          <a:ext cx="0" cy="0"/>
          <a:chOff x="0" y="0"/>
          <a:chExt cx="0" cy="0"/>
        </a:xfrm>
      </p:grpSpPr>
      <p:pic>
        <p:nvPicPr>
          <p:cNvPr id="99" name="Google Shape;99;p19"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0" name="Shape 100"/>
        <p:cNvGrpSpPr/>
        <p:nvPr/>
      </p:nvGrpSpPr>
      <p:grpSpPr>
        <a:xfrm>
          <a:off x="0" y="0"/>
          <a:ext cx="0" cy="0"/>
          <a:chOff x="0" y="0"/>
          <a:chExt cx="0" cy="0"/>
        </a:xfrm>
      </p:grpSpPr>
      <p:pic>
        <p:nvPicPr>
          <p:cNvPr id="101" name="Google Shape;101;p20"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pic>
        <p:nvPicPr>
          <p:cNvPr id="102" name="Google Shape;102;p20" title="BG_2_Data-visual.jpg"/>
          <p:cNvPicPr preferRelativeResize="0"/>
          <p:nvPr/>
        </p:nvPicPr>
        <p:blipFill rotWithShape="1">
          <a:blip r:embed="rId3">
            <a:alphaModFix/>
          </a:blip>
          <a:srcRect b="0" l="0" r="0" t="0"/>
          <a:stretch/>
        </p:blipFill>
        <p:spPr>
          <a:xfrm flipH="1">
            <a:off x="1" y="2225"/>
            <a:ext cx="9144028" cy="513905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06" name="Shape 10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107" name="Shape 107"/>
        <p:cNvGrpSpPr/>
        <p:nvPr/>
      </p:nvGrpSpPr>
      <p:grpSpPr>
        <a:xfrm>
          <a:off x="0" y="0"/>
          <a:ext cx="0" cy="0"/>
          <a:chOff x="0" y="0"/>
          <a:chExt cx="0" cy="0"/>
        </a:xfrm>
      </p:grpSpPr>
      <p:sp>
        <p:nvSpPr>
          <p:cNvPr id="108" name="Google Shape;108;p23"/>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9" name="Google Shape;109;p23"/>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110" name="Shape 110"/>
        <p:cNvGrpSpPr/>
        <p:nvPr/>
      </p:nvGrpSpPr>
      <p:grpSpPr>
        <a:xfrm>
          <a:off x="0" y="0"/>
          <a:ext cx="0" cy="0"/>
          <a:chOff x="0" y="0"/>
          <a:chExt cx="0" cy="0"/>
        </a:xfrm>
      </p:grpSpPr>
      <p:sp>
        <p:nvSpPr>
          <p:cNvPr id="111" name="Google Shape;111;p24"/>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2" name="Google Shape;112;p24"/>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113" name="Google Shape;113;p24"/>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Stack Sans Notch Light"/>
              <a:buNone/>
              <a:defRPr sz="2600">
                <a:solidFill>
                  <a:schemeClr val="dk1"/>
                </a:solidFill>
                <a:latin typeface="Stack Sans Notch Light"/>
                <a:ea typeface="Stack Sans Notch Light"/>
                <a:cs typeface="Stack Sans Notch Light"/>
                <a:sym typeface="Stack Sans Notch Light"/>
              </a:defRPr>
            </a:lvl1pPr>
            <a:lvl2pPr lvl="1"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2pPr>
            <a:lvl3pPr lvl="2"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3pPr>
            <a:lvl4pPr lvl="3"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4pPr>
            <a:lvl5pPr lvl="4"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5pPr>
            <a:lvl6pPr lvl="5"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6pPr>
            <a:lvl7pPr lvl="6"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7pPr>
            <a:lvl8pPr lvl="7"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8pPr>
            <a:lvl9pPr lvl="8"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1pPr>
            <a:lvl2pPr indent="-317500" lvl="1" marL="9144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2pPr>
            <a:lvl3pPr indent="-317500" lvl="2" marL="13716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3pPr>
            <a:lvl4pPr indent="-317500" lvl="3" marL="18288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4pPr>
            <a:lvl5pPr indent="-317500" lvl="4" marL="22860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5pPr>
            <a:lvl6pPr indent="-317500" lvl="5" marL="27432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6pPr>
            <a:lvl7pPr indent="-317500" lvl="6" marL="32004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7pPr>
            <a:lvl8pPr indent="-317500" lvl="7" marL="36576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8pPr>
            <a:lvl9pPr indent="-317500" lvl="8" marL="41148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44">
          <p15:clr>
            <a:srgbClr val="EA4335"/>
          </p15:clr>
        </p15:guide>
        <p15:guide id="2" orient="horz" pos="3096">
          <p15:clr>
            <a:srgbClr val="EA4335"/>
          </p15:clr>
        </p15:guide>
        <p15:guide id="3" pos="144">
          <p15:clr>
            <a:srgbClr val="EA4335"/>
          </p15:clr>
        </p15:guide>
        <p15:guide id="4" pos="5616">
          <p15:clr>
            <a:srgbClr val="EA4335"/>
          </p15:clr>
        </p15:guide>
        <p15:guide id="5" orient="horz" pos="1620">
          <p15:clr>
            <a:srgbClr val="E46962"/>
          </p15:clr>
        </p15:guide>
        <p15:guide id="6" pos="288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103" name="Shape 103"/>
        <p:cNvGrpSpPr/>
        <p:nvPr/>
      </p:nvGrpSpPr>
      <p:grpSpPr>
        <a:xfrm>
          <a:off x="0" y="0"/>
          <a:ext cx="0" cy="0"/>
          <a:chOff x="0" y="0"/>
          <a:chExt cx="0" cy="0"/>
        </a:xfrm>
      </p:grpSpPr>
      <p:sp>
        <p:nvSpPr>
          <p:cNvPr id="104" name="Google Shape;104;p21"/>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105" name="Google Shape;105;p2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type="ctrTitle"/>
          </p:nvPr>
        </p:nvSpPr>
        <p:spPr>
          <a:xfrm>
            <a:off x="1326300" y="1587600"/>
            <a:ext cx="4702800" cy="1968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rPr>
              <a:t>Data</a:t>
            </a:r>
            <a:endParaRPr>
              <a:solidFill>
                <a:schemeClr val="lt2"/>
              </a:solidFill>
            </a:endParaRPr>
          </a:p>
          <a:p>
            <a:pPr indent="0" lvl="0" marL="0" rtl="0" algn="l">
              <a:spcBef>
                <a:spcPts val="0"/>
              </a:spcBef>
              <a:spcAft>
                <a:spcPts val="0"/>
              </a:spcAft>
              <a:buNone/>
            </a:pPr>
            <a:r>
              <a:rPr lang="en">
                <a:solidFill>
                  <a:schemeClr val="lt2"/>
                </a:solidFill>
              </a:rPr>
              <a:t>    Visual</a:t>
            </a:r>
            <a:endParaRPr>
              <a:solidFill>
                <a:schemeClr val="lt2"/>
              </a:solidFill>
            </a:endParaRPr>
          </a:p>
        </p:txBody>
      </p:sp>
      <p:sp>
        <p:nvSpPr>
          <p:cNvPr id="119" name="Google Shape;119;p25"/>
          <p:cNvSpPr txBox="1"/>
          <p:nvPr>
            <p:ph idx="1" type="subTitle"/>
          </p:nvPr>
        </p:nvSpPr>
        <p:spPr>
          <a:xfrm>
            <a:off x="6900875" y="3933700"/>
            <a:ext cx="1697400" cy="5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where your presentation begins</a:t>
            </a:r>
            <a:endParaRPr/>
          </a:p>
        </p:txBody>
      </p:sp>
      <p:sp>
        <p:nvSpPr>
          <p:cNvPr id="120" name="Google Shape;120;p25"/>
          <p:cNvSpPr txBox="1"/>
          <p:nvPr>
            <p:ph idx="1"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4"/>
                </a:solidFill>
                <a:latin typeface="Kedebideri ExtraBold"/>
                <a:ea typeface="Kedebideri ExtraBold"/>
                <a:cs typeface="Kedebideri ExtraBold"/>
                <a:sym typeface="Kedebideri ExtraBold"/>
              </a:rPr>
              <a:t>PROJECT NAME</a:t>
            </a:r>
            <a:endParaRPr sz="800">
              <a:solidFill>
                <a:schemeClr val="accent4"/>
              </a:solidFill>
              <a:latin typeface="Kedebideri ExtraBold"/>
              <a:ea typeface="Kedebideri ExtraBold"/>
              <a:cs typeface="Kedebideri ExtraBold"/>
              <a:sym typeface="Kedebideri ExtraBold"/>
            </a:endParaRPr>
          </a:p>
        </p:txBody>
      </p:sp>
      <p:sp>
        <p:nvSpPr>
          <p:cNvPr id="121" name="Google Shape;121;p25"/>
          <p:cNvSpPr txBox="1"/>
          <p:nvPr>
            <p:ph idx="1"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4"/>
                </a:solidFill>
                <a:latin typeface="Kedebideri ExtraBold"/>
                <a:ea typeface="Kedebideri ExtraBold"/>
                <a:cs typeface="Kedebideri ExtraBold"/>
                <a:sym typeface="Kedebideri ExtraBold"/>
              </a:rPr>
              <a:t>MONTH / 20XX</a:t>
            </a:r>
            <a:endParaRPr sz="800">
              <a:solidFill>
                <a:schemeClr val="accent4"/>
              </a:solidFill>
              <a:latin typeface="Kedebideri ExtraBold"/>
              <a:ea typeface="Kedebideri ExtraBold"/>
              <a:cs typeface="Kedebideri ExtraBold"/>
              <a:sym typeface="Kedebideri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457200" y="1307125"/>
            <a:ext cx="8229600" cy="93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a:t>
            </a:r>
            <a:endParaRPr/>
          </a:p>
          <a:p>
            <a:pPr indent="0" lvl="0" marL="0" rtl="0" algn="l">
              <a:spcBef>
                <a:spcPts val="0"/>
              </a:spcBef>
              <a:spcAft>
                <a:spcPts val="0"/>
              </a:spcAft>
              <a:buNone/>
            </a:pPr>
            <a:r>
              <a:rPr lang="en"/>
              <a:t>       of contents</a:t>
            </a:r>
            <a:endParaRPr b="0"/>
          </a:p>
        </p:txBody>
      </p:sp>
      <p:sp>
        <p:nvSpPr>
          <p:cNvPr id="168" name="Google Shape;168;p27"/>
          <p:cNvSpPr txBox="1"/>
          <p:nvPr>
            <p:ph idx="1" type="subTitle"/>
          </p:nvPr>
        </p:nvSpPr>
        <p:spPr>
          <a:xfrm>
            <a:off x="1362775" y="2348550"/>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69" name="Google Shape;169;p27"/>
          <p:cNvSpPr txBox="1"/>
          <p:nvPr>
            <p:ph idx="2" type="subTitle"/>
          </p:nvPr>
        </p:nvSpPr>
        <p:spPr>
          <a:xfrm>
            <a:off x="1724580" y="2918558"/>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0" name="Google Shape;170;p27"/>
          <p:cNvSpPr txBox="1"/>
          <p:nvPr>
            <p:ph idx="3" type="subTitle"/>
          </p:nvPr>
        </p:nvSpPr>
        <p:spPr>
          <a:xfrm>
            <a:off x="2086396" y="3488567"/>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1" name="Google Shape;171;p27"/>
          <p:cNvSpPr txBox="1"/>
          <p:nvPr>
            <p:ph idx="4" type="subTitle"/>
          </p:nvPr>
        </p:nvSpPr>
        <p:spPr>
          <a:xfrm>
            <a:off x="2448211" y="4058575"/>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2" name="Google Shape;172;p27"/>
          <p:cNvSpPr txBox="1"/>
          <p:nvPr>
            <p:ph idx="5" type="subTitle"/>
          </p:nvPr>
        </p:nvSpPr>
        <p:spPr>
          <a:xfrm>
            <a:off x="5107125" y="2348550"/>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3" name="Google Shape;173;p27"/>
          <p:cNvSpPr txBox="1"/>
          <p:nvPr>
            <p:ph idx="6" type="subTitle"/>
          </p:nvPr>
        </p:nvSpPr>
        <p:spPr>
          <a:xfrm>
            <a:off x="5475145" y="2918558"/>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4" name="Google Shape;174;p27"/>
          <p:cNvSpPr txBox="1"/>
          <p:nvPr>
            <p:ph idx="7" type="subTitle"/>
          </p:nvPr>
        </p:nvSpPr>
        <p:spPr>
          <a:xfrm>
            <a:off x="5843165" y="3488566"/>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5" name="Google Shape;175;p27"/>
          <p:cNvSpPr txBox="1"/>
          <p:nvPr>
            <p:ph idx="8" type="subTitle"/>
          </p:nvPr>
        </p:nvSpPr>
        <p:spPr>
          <a:xfrm>
            <a:off x="6211185" y="4058574"/>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6" name="Google Shape;176;p27"/>
          <p:cNvSpPr txBox="1"/>
          <p:nvPr>
            <p:ph idx="9" type="title"/>
          </p:nvPr>
        </p:nvSpPr>
        <p:spPr>
          <a:xfrm>
            <a:off x="1587966" y="4082388"/>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77" name="Google Shape;177;p27"/>
          <p:cNvSpPr txBox="1"/>
          <p:nvPr>
            <p:ph idx="13" type="title"/>
          </p:nvPr>
        </p:nvSpPr>
        <p:spPr>
          <a:xfrm>
            <a:off x="825966" y="2942171"/>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78" name="Google Shape;178;p27"/>
          <p:cNvSpPr txBox="1"/>
          <p:nvPr>
            <p:ph idx="14" type="title"/>
          </p:nvPr>
        </p:nvSpPr>
        <p:spPr>
          <a:xfrm>
            <a:off x="445794" y="2372363"/>
            <a:ext cx="864300" cy="310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79" name="Google Shape;179;p27"/>
          <p:cNvSpPr txBox="1"/>
          <p:nvPr>
            <p:ph idx="15" type="title"/>
          </p:nvPr>
        </p:nvSpPr>
        <p:spPr>
          <a:xfrm>
            <a:off x="1206966" y="3512279"/>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80" name="Google Shape;180;p27"/>
          <p:cNvSpPr txBox="1"/>
          <p:nvPr>
            <p:ph idx="16" type="title"/>
          </p:nvPr>
        </p:nvSpPr>
        <p:spPr>
          <a:xfrm>
            <a:off x="4583003" y="2942369"/>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181" name="Google Shape;181;p27"/>
          <p:cNvSpPr txBox="1"/>
          <p:nvPr>
            <p:ph idx="17" type="title"/>
          </p:nvPr>
        </p:nvSpPr>
        <p:spPr>
          <a:xfrm>
            <a:off x="4964002" y="3512375"/>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182" name="Google Shape;182;p27"/>
          <p:cNvSpPr txBox="1"/>
          <p:nvPr>
            <p:ph idx="18" type="title"/>
          </p:nvPr>
        </p:nvSpPr>
        <p:spPr>
          <a:xfrm>
            <a:off x="5345004" y="4082381"/>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08</a:t>
            </a:r>
            <a:endParaRPr/>
          </a:p>
        </p:txBody>
      </p:sp>
      <p:sp>
        <p:nvSpPr>
          <p:cNvPr id="183" name="Google Shape;183;p27"/>
          <p:cNvSpPr txBox="1"/>
          <p:nvPr>
            <p:ph idx="19" type="title"/>
          </p:nvPr>
        </p:nvSpPr>
        <p:spPr>
          <a:xfrm>
            <a:off x="4202003" y="2372363"/>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cxnSp>
        <p:nvCxnSpPr>
          <p:cNvPr id="184" name="Google Shape;184;p27"/>
          <p:cNvCxnSpPr/>
          <p:nvPr/>
        </p:nvCxnSpPr>
        <p:spPr>
          <a:xfrm>
            <a:off x="-165150" y="2816614"/>
            <a:ext cx="9437700" cy="0"/>
          </a:xfrm>
          <a:prstGeom prst="straightConnector1">
            <a:avLst/>
          </a:prstGeom>
          <a:noFill/>
          <a:ln cap="flat" cmpd="sng" w="9525">
            <a:solidFill>
              <a:schemeClr val="accent4"/>
            </a:solidFill>
            <a:prstDash val="solid"/>
            <a:round/>
            <a:headEnd len="med" w="med" type="none"/>
            <a:tailEnd len="med" w="med" type="none"/>
          </a:ln>
        </p:spPr>
      </p:cxnSp>
      <p:cxnSp>
        <p:nvCxnSpPr>
          <p:cNvPr id="185" name="Google Shape;185;p27"/>
          <p:cNvCxnSpPr/>
          <p:nvPr/>
        </p:nvCxnSpPr>
        <p:spPr>
          <a:xfrm>
            <a:off x="-165150" y="3396153"/>
            <a:ext cx="9437700" cy="0"/>
          </a:xfrm>
          <a:prstGeom prst="straightConnector1">
            <a:avLst/>
          </a:prstGeom>
          <a:noFill/>
          <a:ln cap="flat" cmpd="sng" w="9525">
            <a:solidFill>
              <a:schemeClr val="accent4"/>
            </a:solidFill>
            <a:prstDash val="solid"/>
            <a:round/>
            <a:headEnd len="med" w="med" type="none"/>
            <a:tailEnd len="med" w="med" type="none"/>
          </a:ln>
        </p:spPr>
      </p:cxnSp>
      <p:cxnSp>
        <p:nvCxnSpPr>
          <p:cNvPr id="186" name="Google Shape;186;p27"/>
          <p:cNvCxnSpPr/>
          <p:nvPr/>
        </p:nvCxnSpPr>
        <p:spPr>
          <a:xfrm>
            <a:off x="-165150" y="3975691"/>
            <a:ext cx="94377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8" title="freepik__enhance__48261.jpeg"/>
          <p:cNvPicPr preferRelativeResize="0"/>
          <p:nvPr>
            <p:ph idx="2" type="pic"/>
          </p:nvPr>
        </p:nvPicPr>
        <p:blipFill rotWithShape="1">
          <a:blip r:embed="rId3">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1386575" y="1337225"/>
            <a:ext cx="3541800" cy="147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a:t>
            </a:r>
            <a:endParaRPr/>
          </a:p>
          <a:p>
            <a:pPr indent="0" lvl="0" marL="0" rtl="0" algn="l">
              <a:spcBef>
                <a:spcPts val="0"/>
              </a:spcBef>
              <a:spcAft>
                <a:spcPts val="0"/>
              </a:spcAft>
              <a:buNone/>
            </a:pPr>
            <a:r>
              <a:rPr lang="en"/>
              <a:t>            have </a:t>
            </a:r>
            <a:endParaRPr/>
          </a:p>
          <a:p>
            <a:pPr indent="0" lvl="0" marL="0" rtl="0" algn="l">
              <a:spcBef>
                <a:spcPts val="0"/>
              </a:spcBef>
              <a:spcAft>
                <a:spcPts val="0"/>
              </a:spcAft>
              <a:buNone/>
            </a:pPr>
            <a:r>
              <a:rPr lang="en"/>
              <a:t>       a look</a:t>
            </a:r>
            <a:endParaRPr/>
          </a:p>
        </p:txBody>
      </p:sp>
      <p:sp>
        <p:nvSpPr>
          <p:cNvPr id="211" name="Google Shape;211;p30"/>
          <p:cNvSpPr txBox="1"/>
          <p:nvPr>
            <p:ph idx="1" type="subTitle"/>
          </p:nvPr>
        </p:nvSpPr>
        <p:spPr>
          <a:xfrm>
            <a:off x="3234325" y="3108700"/>
            <a:ext cx="5452500" cy="18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sp>
        <p:nvSpPr>
          <p:cNvPr id="212" name="Google Shape;212;p30"/>
          <p:cNvSpPr txBox="1"/>
          <p:nvPr>
            <p:ph idx="1"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213" name="Google Shape;213;p30"/>
          <p:cNvSpPr txBox="1"/>
          <p:nvPr>
            <p:ph idx="1"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cxnSp>
        <p:nvCxnSpPr>
          <p:cNvPr id="214" name="Google Shape;214;p30"/>
          <p:cNvCxnSpPr/>
          <p:nvPr/>
        </p:nvCxnSpPr>
        <p:spPr>
          <a:xfrm>
            <a:off x="-165150" y="2950439"/>
            <a:ext cx="94377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457200" y="228600"/>
            <a:ext cx="4131900" cy="104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a:t>
            </a:r>
            <a:endParaRPr/>
          </a:p>
          <a:p>
            <a:pPr indent="0" lvl="0" marL="0" rtl="0" algn="l">
              <a:spcBef>
                <a:spcPts val="0"/>
              </a:spcBef>
              <a:spcAft>
                <a:spcPts val="0"/>
              </a:spcAft>
              <a:buNone/>
            </a:pPr>
            <a:r>
              <a:rPr lang="en"/>
              <a:t>      history</a:t>
            </a:r>
            <a:endParaRPr/>
          </a:p>
        </p:txBody>
      </p:sp>
      <p:sp>
        <p:nvSpPr>
          <p:cNvPr id="220" name="Google Shape;220;p31"/>
          <p:cNvSpPr txBox="1"/>
          <p:nvPr/>
        </p:nvSpPr>
        <p:spPr>
          <a:xfrm>
            <a:off x="528316"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Venus</a:t>
            </a:r>
            <a:endParaRPr b="1">
              <a:solidFill>
                <a:schemeClr val="dk2"/>
              </a:solidFill>
              <a:latin typeface="Raleway"/>
              <a:ea typeface="Raleway"/>
              <a:cs typeface="Raleway"/>
              <a:sym typeface="Raleway"/>
            </a:endParaRPr>
          </a:p>
        </p:txBody>
      </p:sp>
      <p:sp>
        <p:nvSpPr>
          <p:cNvPr id="221" name="Google Shape;221;p31"/>
          <p:cNvSpPr txBox="1"/>
          <p:nvPr/>
        </p:nvSpPr>
        <p:spPr>
          <a:xfrm>
            <a:off x="528296" y="4002858"/>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Venus is the second planet from the Sun</a:t>
            </a:r>
            <a:endParaRPr sz="1200">
              <a:solidFill>
                <a:srgbClr val="191919"/>
              </a:solidFill>
              <a:latin typeface="Open Sans"/>
              <a:ea typeface="Open Sans"/>
              <a:cs typeface="Open Sans"/>
              <a:sym typeface="Open Sans"/>
            </a:endParaRPr>
          </a:p>
        </p:txBody>
      </p:sp>
      <p:sp>
        <p:nvSpPr>
          <p:cNvPr id="222" name="Google Shape;222;p31"/>
          <p:cNvSpPr txBox="1"/>
          <p:nvPr/>
        </p:nvSpPr>
        <p:spPr>
          <a:xfrm>
            <a:off x="2627558"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Saturn</a:t>
            </a:r>
            <a:endParaRPr b="1">
              <a:solidFill>
                <a:schemeClr val="dk2"/>
              </a:solidFill>
              <a:latin typeface="Raleway"/>
              <a:ea typeface="Raleway"/>
              <a:cs typeface="Raleway"/>
              <a:sym typeface="Raleway"/>
            </a:endParaRPr>
          </a:p>
        </p:txBody>
      </p:sp>
      <p:sp>
        <p:nvSpPr>
          <p:cNvPr id="223" name="Google Shape;223;p31"/>
          <p:cNvSpPr txBox="1"/>
          <p:nvPr/>
        </p:nvSpPr>
        <p:spPr>
          <a:xfrm>
            <a:off x="2627541" y="4002859"/>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Saturn is composed of hydrogen and helium</a:t>
            </a:r>
            <a:endParaRPr sz="1200">
              <a:solidFill>
                <a:srgbClr val="191919"/>
              </a:solidFill>
              <a:latin typeface="Open Sans"/>
              <a:ea typeface="Open Sans"/>
              <a:cs typeface="Open Sans"/>
              <a:sym typeface="Open Sans"/>
            </a:endParaRPr>
          </a:p>
        </p:txBody>
      </p:sp>
      <p:sp>
        <p:nvSpPr>
          <p:cNvPr id="224" name="Google Shape;224;p31"/>
          <p:cNvSpPr txBox="1"/>
          <p:nvPr/>
        </p:nvSpPr>
        <p:spPr>
          <a:xfrm>
            <a:off x="4726800"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Mars</a:t>
            </a:r>
            <a:endParaRPr b="1">
              <a:solidFill>
                <a:schemeClr val="dk2"/>
              </a:solidFill>
              <a:latin typeface="Raleway"/>
              <a:ea typeface="Raleway"/>
              <a:cs typeface="Raleway"/>
              <a:sym typeface="Raleway"/>
            </a:endParaRPr>
          </a:p>
        </p:txBody>
      </p:sp>
      <p:sp>
        <p:nvSpPr>
          <p:cNvPr id="225" name="Google Shape;225;p31"/>
          <p:cNvSpPr txBox="1"/>
          <p:nvPr/>
        </p:nvSpPr>
        <p:spPr>
          <a:xfrm>
            <a:off x="4726786" y="4002858"/>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Despite being red, Mars is actually a </a:t>
            </a:r>
            <a:endParaRPr sz="1200">
              <a:solidFill>
                <a:srgbClr val="191919"/>
              </a:solidFill>
              <a:latin typeface="Open Sans"/>
              <a:ea typeface="Open Sans"/>
              <a:cs typeface="Open Sans"/>
              <a:sym typeface="Open Sans"/>
            </a:endParaRPr>
          </a:p>
          <a:p>
            <a:pPr indent="0" lvl="0" marL="0" rtl="0" algn="l">
              <a:spcBef>
                <a:spcPts val="0"/>
              </a:spcBef>
              <a:spcAft>
                <a:spcPts val="0"/>
              </a:spcAft>
              <a:buNone/>
            </a:pPr>
            <a:r>
              <a:rPr lang="en" sz="1200">
                <a:solidFill>
                  <a:srgbClr val="191919"/>
                </a:solidFill>
                <a:latin typeface="Open Sans"/>
                <a:ea typeface="Open Sans"/>
                <a:cs typeface="Open Sans"/>
                <a:sym typeface="Open Sans"/>
              </a:rPr>
              <a:t>cold place</a:t>
            </a:r>
            <a:endParaRPr sz="1200">
              <a:solidFill>
                <a:srgbClr val="191919"/>
              </a:solidFill>
              <a:latin typeface="Open Sans"/>
              <a:ea typeface="Open Sans"/>
              <a:cs typeface="Open Sans"/>
              <a:sym typeface="Open Sans"/>
            </a:endParaRPr>
          </a:p>
        </p:txBody>
      </p:sp>
      <p:sp>
        <p:nvSpPr>
          <p:cNvPr id="226" name="Google Shape;226;p31"/>
          <p:cNvSpPr txBox="1"/>
          <p:nvPr/>
        </p:nvSpPr>
        <p:spPr>
          <a:xfrm>
            <a:off x="6826042"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Neptune</a:t>
            </a:r>
            <a:endParaRPr b="1">
              <a:solidFill>
                <a:schemeClr val="dk2"/>
              </a:solidFill>
              <a:latin typeface="Raleway"/>
              <a:ea typeface="Raleway"/>
              <a:cs typeface="Raleway"/>
              <a:sym typeface="Raleway"/>
            </a:endParaRPr>
          </a:p>
        </p:txBody>
      </p:sp>
      <p:sp>
        <p:nvSpPr>
          <p:cNvPr id="227" name="Google Shape;227;p31"/>
          <p:cNvSpPr txBox="1"/>
          <p:nvPr/>
        </p:nvSpPr>
        <p:spPr>
          <a:xfrm>
            <a:off x="6826031" y="4002859"/>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Neptune is the farthest planet from the Sun</a:t>
            </a:r>
            <a:endParaRPr sz="1200">
              <a:solidFill>
                <a:srgbClr val="191919"/>
              </a:solidFill>
              <a:latin typeface="Open Sans"/>
              <a:ea typeface="Open Sans"/>
              <a:cs typeface="Open Sans"/>
              <a:sym typeface="Open Sans"/>
            </a:endParaRPr>
          </a:p>
        </p:txBody>
      </p:sp>
      <p:sp>
        <p:nvSpPr>
          <p:cNvPr id="228" name="Google Shape;228;p31"/>
          <p:cNvSpPr txBox="1"/>
          <p:nvPr/>
        </p:nvSpPr>
        <p:spPr>
          <a:xfrm>
            <a:off x="528325"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01</a:t>
            </a:r>
            <a:endParaRPr sz="2400">
              <a:solidFill>
                <a:schemeClr val="dk2"/>
              </a:solidFill>
              <a:latin typeface="Raleway SemiBold"/>
              <a:ea typeface="Raleway SemiBold"/>
              <a:cs typeface="Raleway SemiBold"/>
              <a:sym typeface="Raleway SemiBold"/>
            </a:endParaRPr>
          </a:p>
        </p:txBody>
      </p:sp>
      <p:sp>
        <p:nvSpPr>
          <p:cNvPr id="229" name="Google Shape;229;p31"/>
          <p:cNvSpPr txBox="1"/>
          <p:nvPr/>
        </p:nvSpPr>
        <p:spPr>
          <a:xfrm>
            <a:off x="2627567"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02</a:t>
            </a:r>
            <a:endParaRPr sz="2400">
              <a:solidFill>
                <a:schemeClr val="dk2"/>
              </a:solidFill>
              <a:latin typeface="Raleway SemiBold"/>
              <a:ea typeface="Raleway SemiBold"/>
              <a:cs typeface="Raleway SemiBold"/>
              <a:sym typeface="Raleway SemiBold"/>
            </a:endParaRPr>
          </a:p>
        </p:txBody>
      </p:sp>
      <p:sp>
        <p:nvSpPr>
          <p:cNvPr id="230" name="Google Shape;230;p31"/>
          <p:cNvSpPr txBox="1"/>
          <p:nvPr/>
        </p:nvSpPr>
        <p:spPr>
          <a:xfrm>
            <a:off x="4726808"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03</a:t>
            </a:r>
            <a:endParaRPr sz="2400">
              <a:solidFill>
                <a:schemeClr val="dk2"/>
              </a:solidFill>
              <a:latin typeface="Raleway SemiBold"/>
              <a:ea typeface="Raleway SemiBold"/>
              <a:cs typeface="Raleway SemiBold"/>
              <a:sym typeface="Raleway SemiBold"/>
            </a:endParaRPr>
          </a:p>
        </p:txBody>
      </p:sp>
      <p:sp>
        <p:nvSpPr>
          <p:cNvPr id="231" name="Google Shape;231;p31"/>
          <p:cNvSpPr txBox="1"/>
          <p:nvPr/>
        </p:nvSpPr>
        <p:spPr>
          <a:xfrm>
            <a:off x="6826050"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04</a:t>
            </a:r>
            <a:endParaRPr sz="2400">
              <a:solidFill>
                <a:schemeClr val="dk2"/>
              </a:solidFill>
              <a:latin typeface="Raleway SemiBold"/>
              <a:ea typeface="Raleway SemiBold"/>
              <a:cs typeface="Raleway SemiBold"/>
              <a:sym typeface="Raleway SemiBold"/>
            </a:endParaRPr>
          </a:p>
        </p:txBody>
      </p:sp>
      <p:cxnSp>
        <p:nvCxnSpPr>
          <p:cNvPr id="232" name="Google Shape;232;p31"/>
          <p:cNvCxnSpPr/>
          <p:nvPr/>
        </p:nvCxnSpPr>
        <p:spPr>
          <a:xfrm>
            <a:off x="2556396" y="1888000"/>
            <a:ext cx="0" cy="2720400"/>
          </a:xfrm>
          <a:prstGeom prst="straightConnector1">
            <a:avLst/>
          </a:prstGeom>
          <a:noFill/>
          <a:ln cap="flat" cmpd="sng" w="9525">
            <a:solidFill>
              <a:schemeClr val="accent4"/>
            </a:solidFill>
            <a:prstDash val="solid"/>
            <a:round/>
            <a:headEnd len="med" w="med" type="none"/>
            <a:tailEnd len="med" w="med" type="none"/>
          </a:ln>
        </p:spPr>
      </p:cxnSp>
      <p:cxnSp>
        <p:nvCxnSpPr>
          <p:cNvPr id="233" name="Google Shape;233;p31"/>
          <p:cNvCxnSpPr/>
          <p:nvPr/>
        </p:nvCxnSpPr>
        <p:spPr>
          <a:xfrm>
            <a:off x="4655573" y="1888000"/>
            <a:ext cx="0" cy="2720400"/>
          </a:xfrm>
          <a:prstGeom prst="straightConnector1">
            <a:avLst/>
          </a:prstGeom>
          <a:noFill/>
          <a:ln cap="flat" cmpd="sng" w="9525">
            <a:solidFill>
              <a:schemeClr val="accent4"/>
            </a:solidFill>
            <a:prstDash val="solid"/>
            <a:round/>
            <a:headEnd len="med" w="med" type="none"/>
            <a:tailEnd len="med" w="med" type="none"/>
          </a:ln>
        </p:spPr>
      </p:cxnSp>
      <p:cxnSp>
        <p:nvCxnSpPr>
          <p:cNvPr id="234" name="Google Shape;234;p31"/>
          <p:cNvCxnSpPr/>
          <p:nvPr/>
        </p:nvCxnSpPr>
        <p:spPr>
          <a:xfrm>
            <a:off x="6754750" y="1888000"/>
            <a:ext cx="0" cy="2720400"/>
          </a:xfrm>
          <a:prstGeom prst="straightConnector1">
            <a:avLst/>
          </a:prstGeom>
          <a:noFill/>
          <a:ln cap="flat" cmpd="sng" w="9525">
            <a:solidFill>
              <a:schemeClr val="accent4"/>
            </a:solidFill>
            <a:prstDash val="solid"/>
            <a:round/>
            <a:headEnd len="med" w="med" type="none"/>
            <a:tailEnd len="med" w="med" type="none"/>
          </a:ln>
        </p:spPr>
      </p:cxnSp>
      <p:cxnSp>
        <p:nvCxnSpPr>
          <p:cNvPr id="235" name="Google Shape;235;p31"/>
          <p:cNvCxnSpPr/>
          <p:nvPr/>
        </p:nvCxnSpPr>
        <p:spPr>
          <a:xfrm>
            <a:off x="455100" y="1888000"/>
            <a:ext cx="0" cy="272040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Google Shape;191;p28" title="freepik__enhance__48261.jpeg"/>
          <p:cNvPicPr preferRelativeResize="0"/>
          <p:nvPr>
            <p:ph idx="2" type="pic"/>
          </p:nvPr>
        </p:nvPicPr>
        <p:blipFill rotWithShape="1">
          <a:blip r:embed="rId2">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0" name="Google Shape;210;p30"/>
          <p:cNvSpPr txBox="1"/>
          <p:nvPr>
            <p:ph type="title"/>
          </p:nvPr>
        </p:nvSpPr>
        <p:spPr>
          <a:xfrm>
            <a:off x="1386575" y="1337225"/>
            <a:ext cx="3541800" cy="147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a:t>
            </a:r>
            <a:endParaRPr/>
          </a:p>
          <a:p>
            <a:pPr indent="0" lvl="0" marL="0" rtl="0" algn="l">
              <a:spcBef>
                <a:spcPts val="0"/>
              </a:spcBef>
              <a:spcAft>
                <a:spcPts val="0"/>
              </a:spcAft>
              <a:buNone/>
            </a:pPr>
            <a:r>
              <a:rPr lang="en"/>
              <a:t>            have </a:t>
            </a:r>
            <a:endParaRPr/>
          </a:p>
          <a:p>
            <a:pPr indent="0" lvl="0" marL="0" rtl="0" algn="l">
              <a:spcBef>
                <a:spcPts val="0"/>
              </a:spcBef>
              <a:spcAft>
                <a:spcPts val="0"/>
              </a:spcAft>
              <a:buNone/>
            </a:pPr>
            <a:r>
              <a:rPr lang="en"/>
              <a:t>       a look</a:t>
            </a:r>
            <a:endParaRPr/>
          </a:p>
        </p:txBody>
      </p:sp>
      <p:sp>
        <p:nvSpPr>
          <p:cNvPr id="211" name="Google Shape;211;p30"/>
          <p:cNvSpPr txBox="1"/>
          <p:nvPr>
            <p:ph idx="1" type="subTitle"/>
          </p:nvPr>
        </p:nvSpPr>
        <p:spPr>
          <a:xfrm>
            <a:off x="3234325" y="3108700"/>
            <a:ext cx="5452500" cy="18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sp>
        <p:nvSpPr>
          <p:cNvPr id="212" name="Google Shape;212;p30"/>
          <p:cNvSpPr txBox="1"/>
          <p:nvPr>
            <p:ph idx="1"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213" name="Google Shape;213;p30"/>
          <p:cNvSpPr txBox="1"/>
          <p:nvPr>
            <p:ph idx="1"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cxnSp>
        <p:nvCxnSpPr>
          <p:cNvPr id="214" name="Google Shape;214;p30"/>
          <p:cNvCxnSpPr/>
          <p:nvPr/>
        </p:nvCxnSpPr>
        <p:spPr>
          <a:xfrm>
            <a:off x="-165150" y="2950439"/>
            <a:ext cx="94377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Data Visual by Slidesgo">
  <a:themeElements>
    <a:clrScheme name="Simple Light">
      <a:dk1>
        <a:srgbClr val="262626"/>
      </a:dk1>
      <a:lt1>
        <a:srgbClr val="E1EAFF"/>
      </a:lt1>
      <a:dk2>
        <a:srgbClr val="4951E4"/>
      </a:dk2>
      <a:lt2>
        <a:srgbClr val="86E9C0"/>
      </a:lt2>
      <a:accent1>
        <a:srgbClr val="86E9C0"/>
      </a:accent1>
      <a:accent2>
        <a:srgbClr val="4951E4"/>
      </a:accent2>
      <a:accent3>
        <a:srgbClr val="929CF4"/>
      </a:accent3>
      <a:accent4>
        <a:srgbClr val="FFFFFF"/>
      </a:accent4>
      <a:accent5>
        <a:srgbClr val="FFFFFF"/>
      </a:accent5>
      <a:accent6>
        <a:srgbClr val="FFFFFF"/>
      </a:accent6>
      <a:hlink>
        <a:srgbClr val="2626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