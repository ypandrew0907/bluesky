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99339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9798" y="1993392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10512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6609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474781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67911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67911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67911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5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867911" y="1857360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160520" y="1820784"/>
            <ns1:ext cx="5805708" cy="133104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867911" y="3278401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160520" y="3241825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867911" y="46994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160520" y="4662866"/>
            <ns1:ext cx="5805708" cy="133104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