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99339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7893" y="2209347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3341" y="2048113"/>
            <a:ext cx="1940956" cy="633364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1051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6609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8229" y="5263800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3677" y="5317093"/>
            <a:ext cx="2656046" cy="204311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431974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2064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38407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85635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81978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175648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14186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105292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057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669166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 + examples)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