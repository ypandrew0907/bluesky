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Relationship Id="rId9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Relationship Id="rId9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B7C2D6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>
            <a:alphaModFix amt="12000"/>
          </a:blip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  <a:ln>
            <a:solidFill/>
          </a:ln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  <a:ln>
            <a:solidFill/>
          </a:ln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194560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2157984"/>
            <a:ext cx="4864242" cy="475488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96265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926080"/>
            <a:ext cx="4864242" cy="2736136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194560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2157984"/>
            <a:ext cx="1882932" cy="1115568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67512" cy="27432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67512" cy="90172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11680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975104"/>
            <a:ext cx="5491886" cy="566928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852928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816352"/>
            <a:ext cx="5491886" cy="2736136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948984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912408"/>
            <a:ext cx="2824398" cy="530352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258568"/>
            <a:ext cx="649224" cy="109728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49224" cy="791996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11680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975104"/>
            <a:ext cx="5805708" cy="804672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96265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926080"/>
            <a:ext cx="5805708" cy="658368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803904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767328"/>
            <a:ext cx="5805708" cy="2294823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49224" cy="914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255264"/>
            <a:ext cx="649224" cy="137160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  <a:ln>
            <a:solidFill/>
          </a:ln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058850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324026" y="1938528"/>
            <ns1:ext cx="6600053" cy="1434865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058850" y="3601422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324026" y="3564846"/>
            <ns1:ext cx="6600053" cy="1242812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058850" y="503977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324026" y="5003197"/>
            <ns1:ext cx="6600053" cy="123872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933302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5198478" y="1938528"/>
            <ns1:ext cx="4851149" cy="1177433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933302" y="3323558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5198478" y="3286982"/>
            <ns1:ext cx="4851149" cy="1394003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933302" y="4888582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5198478" y="4852006"/>
            <ns1:ext cx="4851149" cy="1389917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38528"/>
            <ns1:ext cx="7699248" cy="1304106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74749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38173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97439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37817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38528"/>
            <ns1:ext cx="7699248" cy="1304106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74749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38173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97439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37817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self-labels)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38528"/>
            <ns1:ext cx="7699248" cy="1304106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74749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38173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97439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37817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38528"/>
            <ns1:ext cx="7699248" cy="1304106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74749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38173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97439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37817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labeling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labels are user-facing controls that shape what gets shown or filtered.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Self-label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Content warning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Adult Content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Labeled post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Attribution to labeler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filtering +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7208101" cy="99703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30213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493637"/>
            <a:ext cx="3456946" cy="2484425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3021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493637"/>
            <a:ext cx="3456946" cy="2484425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3261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43426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reply controls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reply controls gate interaction, changing who can respond and what feedback loops form.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Reply controls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Who can reply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Audience gating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Visible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interaction graphs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7208101" cy="99703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30213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493637"/>
            <a:ext cx="3456946" cy="2484425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3021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493637"/>
            <a:ext cx="3456946" cy="2484425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3261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43426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labelers + moderation tools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moderation is modular—users can subscribe to labelers and tune label handling.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Subscribe to labeler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Third-party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Per-label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Off / Warn / Hide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Ozone moderation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Operational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power shifts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7208101" cy="1062418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9559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59016"/>
            <a:ext cx="7208101" cy="1062418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5221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915643"/>
            <a:ext cx="7208101" cy="1062418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5303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697801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discovery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discovery is shaped by navigation, defaults, and safety settings surfaced in the UI.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Custom feeds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Algorithm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Moderation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Filtering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Starter packs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Onboarding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defaults steer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3456946" cy="256614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3896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02390"/>
            <a:ext cx="3456946" cy="2566149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09932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62747"/>
            <a:ext cx="7208101" cy="915314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17168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93040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flow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context) into a single shareable onboarding object.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Create starter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Name +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Choose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Share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Link / QR /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bundled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2206562" cy="3775672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7639" y="223896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815" y="2202390"/>
            <a:ext cx="2206562" cy="3775672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8409" y="2238966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3585" y="2202390"/>
            <a:ext cx="2206562" cy="3775672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721930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3011519" cy="697802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handles (surface → settings)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domain handles connect identity and credibility to a verifiable control channel (DNS).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Domain handle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Settings: handle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Use own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Verification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credibility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7208101" cy="99703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30213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493637"/>
            <a:ext cx="3456946" cy="2484425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3021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493637"/>
            <a:ext cx="3456946" cy="2484425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3261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43426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verification + examples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verification relies on external DNS tooling, creating measurable and potentially gameable steps.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DNS TXT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Proof-of-control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Domain handle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@npr.org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DNS management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External dependency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measurable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3456946" cy="256614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3896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02390"/>
            <a:ext cx="3456946" cy="2566149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09932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62747"/>
            <a:ext cx="7208101" cy="915314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17168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93040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