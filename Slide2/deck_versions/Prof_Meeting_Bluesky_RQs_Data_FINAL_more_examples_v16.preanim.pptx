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9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23113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94560"/>
            <a:ext cx="4864242" cy="47548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62656"/>
            <a:ext cx="4864242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23113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94560"/>
            <a:ext cx="1882932" cy="111556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6400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3830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491886" cy="56692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895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52928"/>
            <a:ext cx="5491886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8556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48984"/>
            <a:ext cx="2824398" cy="53035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95144"/>
            <a:ext cx="649224" cy="7315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82857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805708" cy="804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62656"/>
            <a:ext cx="5805708" cy="65836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4048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03904"/>
            <a:ext cx="5805708" cy="2294823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4572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91840"/>
            <a:ext cx="649224" cy="10058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75104"/>
            <ns1:ext cx="6600053" cy="1434865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3799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601422"/>
            <ns1:ext cx="6600053" cy="1242812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7634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39773"/>
            <ns1:ext cx="6600053" cy="123872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75104"/>
            <ns1:ext cx="4851149" cy="1177433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60134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323558"/>
            <ns1:ext cx="4851149" cy="1394003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925158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88582"/>
            <ns1:ext cx="4851149" cy="1389917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106241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63216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95592"/>
            <a:ext cx="7208101" cy="106241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88795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52219"/>
            <a:ext cx="7208101" cy="106241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401879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734377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2206562" cy="3775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38966"/>
            <a:ext cx="2206562" cy="377567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75542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38966"/>
            <a:ext cx="2206562" cy="3775672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5850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73437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