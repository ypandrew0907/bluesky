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01168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011680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670048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7661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self‑labels)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99703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347333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10757"/>
            <a:ext cx="3456946" cy="2484425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34733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310757"/>
            <a:ext cx="3456946" cy="2484425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49734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16054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99703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347333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10757"/>
            <a:ext cx="3456946" cy="2484425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34733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310757"/>
            <a:ext cx="3456946" cy="2484425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49734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16054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106241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412712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76136"/>
            <a:ext cx="7208101" cy="106241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769339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732763"/>
            <a:ext cx="7208101" cy="106241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82423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514921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3456946" cy="256614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05608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019510"/>
            <a:ext cx="3456946" cy="2566149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1644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879867"/>
            <a:ext cx="7208101" cy="91531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934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302584"/>
            <a:ext cx="4261904" cy="898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2206562" cy="3775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05608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019510"/>
            <a:ext cx="2206562" cy="377567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056086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019510"/>
            <a:ext cx="2206562" cy="3775672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53905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51492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99703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347333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10757"/>
            <a:ext cx="3456946" cy="2484425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34733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310757"/>
            <a:ext cx="3456946" cy="2484425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49734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16054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3456946" cy="256614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05608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019510"/>
            <a:ext cx="3456946" cy="2566149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1644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879867"/>
            <a:ext cx="7208101" cy="91531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934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302584"/>
            <a:ext cx="4261904" cy="898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