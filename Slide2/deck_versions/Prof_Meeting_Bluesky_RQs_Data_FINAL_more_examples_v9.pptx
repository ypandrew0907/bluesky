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01168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8165" y="2084689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670048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98501" y="5353669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3677" y="5317093"/>
            <a:ext cx="2656046" cy="204311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431974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2064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38407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85635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81978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175648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14186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105292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057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669166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self-labels)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