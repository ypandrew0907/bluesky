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Montserrat SemiBold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Montserrat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EA724C-1799-4E02-8EEE-A64AB496120D}">
  <a:tblStyle styleId="{F9EA724C-1799-4E02-8EEE-A64AB49612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SemiBold-bold.fntdata"/><Relationship Id="rId21" Type="http://schemas.openxmlformats.org/officeDocument/2006/relationships/font" Target="fonts/MontserratSemiBold-regular.fntdata"/><Relationship Id="rId24" Type="http://schemas.openxmlformats.org/officeDocument/2006/relationships/font" Target="fonts/MontserratSemiBold-boldItalic.fntdata"/><Relationship Id="rId23" Type="http://schemas.openxmlformats.org/officeDocument/2006/relationships/font" Target="fonts/MontserratSemiBold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5.xml"/><Relationship Id="rId33" Type="http://schemas.openxmlformats.org/officeDocument/2006/relationships/font" Target="fonts/MontserratMedium-regular.fntdata"/><Relationship Id="rId10" Type="http://schemas.openxmlformats.org/officeDocument/2006/relationships/slide" Target="slides/slide4.xml"/><Relationship Id="rId32" Type="http://schemas.openxmlformats.org/officeDocument/2006/relationships/font" Target="fonts/Inter-boldItalic.fntdata"/><Relationship Id="rId13" Type="http://schemas.openxmlformats.org/officeDocument/2006/relationships/slide" Target="slides/slide7.xml"/><Relationship Id="rId35" Type="http://schemas.openxmlformats.org/officeDocument/2006/relationships/font" Target="fonts/MontserratMedium-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Medium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MontserratMedium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5fc6f885e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5fc6f885e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de95a381e3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de95a381e3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12754066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12754066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127540664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127540664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717943d4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717943d4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17943d45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717943d45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717943d45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717943d45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717943d45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717943d45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717943d45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717943d45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717943d45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717943d45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717943d45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717943d45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ca1a125f3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ca1a125f3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ca1a125f34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2ca1a125f3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ca1a125f3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ca1a125f3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57200" y="411475"/>
            <a:ext cx="7609200" cy="163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57200" y="2042376"/>
            <a:ext cx="76092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6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15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pos="5478">
          <p15:clr>
            <a:srgbClr val="E46962"/>
          </p15:clr>
        </p15:guide>
        <p15:guide id="3" orient="horz" pos="259">
          <p15:clr>
            <a:srgbClr val="E46962"/>
          </p15:clr>
        </p15:guide>
        <p15:guide id="4" orient="horz" pos="2984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3A1uf1Q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it.ly/3A1uf1Q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it.ly/3A1uf1Q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t.ly/3A1uf1Q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it.ly/3A1uf1Q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it.ly/3A1uf1Q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bit.ly/3A1uf1Q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bit.ly/3A1uf1Q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it.ly/3A1uf1Q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docs.google.com/spreadsheets/d/1BwFQ31ljLFq8POh69UAyUvRbK9J8LenuDlNrFhHkHnU/copy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bit.ly/3A1uf1Q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16"/>
          <p:cNvCxnSpPr>
            <a:stCxn id="52" idx="0"/>
            <a:endCxn id="53" idx="4"/>
          </p:cNvCxnSpPr>
          <p:nvPr/>
        </p:nvCxnSpPr>
        <p:spPr>
          <a:xfrm rot="10800000">
            <a:off x="1255225" y="3744828"/>
            <a:ext cx="0" cy="64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4" name="Google Shape;54;p16"/>
          <p:cNvCxnSpPr>
            <a:stCxn id="55" idx="0"/>
            <a:endCxn id="56" idx="4"/>
          </p:cNvCxnSpPr>
          <p:nvPr/>
        </p:nvCxnSpPr>
        <p:spPr>
          <a:xfrm rot="10800000">
            <a:off x="2064519" y="3744828"/>
            <a:ext cx="0" cy="64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7" name="Google Shape;57;p16"/>
          <p:cNvCxnSpPr>
            <a:stCxn id="58" idx="0"/>
            <a:endCxn id="59" idx="4"/>
          </p:cNvCxnSpPr>
          <p:nvPr/>
        </p:nvCxnSpPr>
        <p:spPr>
          <a:xfrm rot="10800000">
            <a:off x="2873813" y="3744828"/>
            <a:ext cx="0" cy="64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0" name="Google Shape;60;p16"/>
          <p:cNvCxnSpPr>
            <a:stCxn id="61" idx="0"/>
            <a:endCxn id="62" idx="4"/>
          </p:cNvCxnSpPr>
          <p:nvPr/>
        </p:nvCxnSpPr>
        <p:spPr>
          <a:xfrm rot="10800000">
            <a:off x="3683107" y="3744828"/>
            <a:ext cx="0" cy="64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3" name="Google Shape;63;p16"/>
          <p:cNvSpPr txBox="1"/>
          <p:nvPr>
            <p:ph type="ctrTitle"/>
          </p:nvPr>
        </p:nvSpPr>
        <p:spPr>
          <a:xfrm>
            <a:off x="457200" y="411475"/>
            <a:ext cx="7609200" cy="163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Horizontal Funnel Diagram Infographics</a:t>
            </a:r>
            <a:endParaRPr/>
          </a:p>
        </p:txBody>
      </p:sp>
      <p:sp>
        <p:nvSpPr>
          <p:cNvPr id="64" name="Google Shape;64;p16"/>
          <p:cNvSpPr txBox="1"/>
          <p:nvPr>
            <p:ph idx="1" type="subTitle"/>
          </p:nvPr>
        </p:nvSpPr>
        <p:spPr>
          <a:xfrm>
            <a:off x="457200" y="2042376"/>
            <a:ext cx="76092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this template begins</a:t>
            </a:r>
            <a:endParaRPr/>
          </a:p>
        </p:txBody>
      </p:sp>
      <p:sp>
        <p:nvSpPr>
          <p:cNvPr id="65" name="Google Shape;65;p1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6"/>
          <p:cNvSpPr txBox="1"/>
          <p:nvPr/>
        </p:nvSpPr>
        <p:spPr>
          <a:xfrm>
            <a:off x="5692063" y="2662416"/>
            <a:ext cx="12066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7" name="Google Shape;67;p16"/>
          <p:cNvSpPr txBox="1"/>
          <p:nvPr/>
        </p:nvSpPr>
        <p:spPr>
          <a:xfrm>
            <a:off x="5692063" y="3004353"/>
            <a:ext cx="12066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a hot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" name="Google Shape;68;p16"/>
          <p:cNvSpPr/>
          <p:nvPr/>
        </p:nvSpPr>
        <p:spPr>
          <a:xfrm flipH="1">
            <a:off x="4002727" y="2556915"/>
            <a:ext cx="776716" cy="1940455"/>
          </a:xfrm>
          <a:custGeom>
            <a:rect b="b" l="l" r="r" t="t"/>
            <a:pathLst>
              <a:path extrusionOk="0" h="3465099" w="895350">
                <a:moveTo>
                  <a:pt x="682847" y="258128"/>
                </a:moveTo>
                <a:cubicBezTo>
                  <a:pt x="647414" y="173355"/>
                  <a:pt x="608743" y="107156"/>
                  <a:pt x="567690" y="63056"/>
                </a:cubicBezTo>
                <a:cubicBezTo>
                  <a:pt x="529495" y="22003"/>
                  <a:pt x="489204" y="0"/>
                  <a:pt x="447675" y="0"/>
                </a:cubicBezTo>
                <a:cubicBezTo>
                  <a:pt x="200406" y="-95"/>
                  <a:pt x="0" y="775621"/>
                  <a:pt x="0" y="1732502"/>
                </a:cubicBezTo>
                <a:cubicBezTo>
                  <a:pt x="0" y="2689384"/>
                  <a:pt x="200406" y="3465100"/>
                  <a:pt x="447675" y="3465100"/>
                </a:cubicBezTo>
                <a:cubicBezTo>
                  <a:pt x="487871" y="3465100"/>
                  <a:pt x="526828" y="3444526"/>
                  <a:pt x="563880" y="3406045"/>
                </a:cubicBezTo>
                <a:cubicBezTo>
                  <a:pt x="606362" y="3361944"/>
                  <a:pt x="646367" y="3294317"/>
                  <a:pt x="682847" y="3206877"/>
                </a:cubicBezTo>
                <a:cubicBezTo>
                  <a:pt x="810387" y="2901601"/>
                  <a:pt x="895350" y="2355437"/>
                  <a:pt x="895350" y="1732502"/>
                </a:cubicBezTo>
                <a:cubicBezTo>
                  <a:pt x="895350" y="1109567"/>
                  <a:pt x="810387" y="563404"/>
                  <a:pt x="682847" y="258128"/>
                </a:cubicBezTo>
                <a:close/>
              </a:path>
            </a:pathLst>
          </a:cu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 flipH="1">
            <a:off x="807087" y="3162599"/>
            <a:ext cx="896280" cy="750440"/>
          </a:xfrm>
          <a:custGeom>
            <a:rect b="b" l="l" r="r" t="t"/>
            <a:pathLst>
              <a:path extrusionOk="0" h="1340072" w="1033176">
                <a:moveTo>
                  <a:pt x="961644" y="130016"/>
                </a:moveTo>
                <a:cubicBezTo>
                  <a:pt x="664274" y="102870"/>
                  <a:pt x="346615" y="61246"/>
                  <a:pt x="12192" y="0"/>
                </a:cubicBezTo>
                <a:cubicBezTo>
                  <a:pt x="72771" y="200882"/>
                  <a:pt x="106204" y="420433"/>
                  <a:pt x="106204" y="650557"/>
                </a:cubicBezTo>
                <a:cubicBezTo>
                  <a:pt x="106204" y="895636"/>
                  <a:pt x="68294" y="1128712"/>
                  <a:pt x="0" y="1340072"/>
                </a:cubicBezTo>
                <a:cubicBezTo>
                  <a:pt x="333661" y="1281112"/>
                  <a:pt x="651034" y="1241108"/>
                  <a:pt x="948500" y="1215200"/>
                </a:cubicBezTo>
                <a:cubicBezTo>
                  <a:pt x="1003363" y="1038225"/>
                  <a:pt x="1033177" y="848201"/>
                  <a:pt x="1033177" y="650557"/>
                </a:cubicBezTo>
                <a:cubicBezTo>
                  <a:pt x="1033177" y="469202"/>
                  <a:pt x="1008031" y="294418"/>
                  <a:pt x="961644" y="130111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 flipH="1">
            <a:off x="1613390" y="3043970"/>
            <a:ext cx="889174" cy="983216"/>
          </a:xfrm>
          <a:custGeom>
            <a:rect b="b" l="l" r="r" t="t"/>
            <a:pathLst>
              <a:path extrusionOk="0" h="1755743" w="1024985">
                <a:moveTo>
                  <a:pt x="9430" y="0"/>
                </a:moveTo>
                <a:cubicBezTo>
                  <a:pt x="83344" y="253937"/>
                  <a:pt x="125635" y="548259"/>
                  <a:pt x="125635" y="862203"/>
                </a:cubicBezTo>
                <a:cubicBezTo>
                  <a:pt x="125635" y="1176147"/>
                  <a:pt x="79724" y="1494854"/>
                  <a:pt x="0" y="1755743"/>
                </a:cubicBezTo>
                <a:cubicBezTo>
                  <a:pt x="148685" y="1715929"/>
                  <a:pt x="301562" y="1678114"/>
                  <a:pt x="459010" y="1643253"/>
                </a:cubicBezTo>
                <a:cubicBezTo>
                  <a:pt x="615410" y="1608582"/>
                  <a:pt x="768763" y="1578293"/>
                  <a:pt x="918781" y="1551718"/>
                </a:cubicBezTo>
                <a:cubicBezTo>
                  <a:pt x="987076" y="1340358"/>
                  <a:pt x="1024985" y="1107281"/>
                  <a:pt x="1024985" y="862203"/>
                </a:cubicBezTo>
                <a:cubicBezTo>
                  <a:pt x="1024985" y="632079"/>
                  <a:pt x="991553" y="412528"/>
                  <a:pt x="930973" y="211646"/>
                </a:cubicBezTo>
                <a:cubicBezTo>
                  <a:pt x="770954" y="182309"/>
                  <a:pt x="607123" y="148590"/>
                  <a:pt x="439960" y="109728"/>
                </a:cubicBezTo>
                <a:cubicBezTo>
                  <a:pt x="292513" y="75438"/>
                  <a:pt x="148971" y="38671"/>
                  <a:pt x="9430" y="0"/>
                </a:cubicBez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/>
          <p:nvPr/>
        </p:nvSpPr>
        <p:spPr>
          <a:xfrm flipH="1">
            <a:off x="2395948" y="2848284"/>
            <a:ext cx="1016672" cy="1368171"/>
          </a:xfrm>
          <a:custGeom>
            <a:rect b="b" l="l" r="r" t="t"/>
            <a:pathLst>
              <a:path extrusionOk="0" h="2443162" w="1171956">
                <a:moveTo>
                  <a:pt x="1055656" y="349282"/>
                </a:moveTo>
                <a:cubicBezTo>
                  <a:pt x="769906" y="270129"/>
                  <a:pt x="500729" y="182880"/>
                  <a:pt x="248888" y="90964"/>
                </a:cubicBezTo>
                <a:cubicBezTo>
                  <a:pt x="166878" y="61055"/>
                  <a:pt x="86678" y="30671"/>
                  <a:pt x="8382" y="0"/>
                </a:cubicBezTo>
                <a:cubicBezTo>
                  <a:pt x="46196" y="92773"/>
                  <a:pt x="79724" y="195739"/>
                  <a:pt x="108204" y="306991"/>
                </a:cubicBezTo>
                <a:cubicBezTo>
                  <a:pt x="175450" y="570262"/>
                  <a:pt x="214313" y="880015"/>
                  <a:pt x="214313" y="1211389"/>
                </a:cubicBezTo>
                <a:cubicBezTo>
                  <a:pt x="214313" y="1542764"/>
                  <a:pt x="175546" y="1852517"/>
                  <a:pt x="108204" y="2115788"/>
                </a:cubicBezTo>
                <a:cubicBezTo>
                  <a:pt x="77724" y="2235232"/>
                  <a:pt x="41243" y="2345150"/>
                  <a:pt x="0" y="2443162"/>
                </a:cubicBezTo>
                <a:cubicBezTo>
                  <a:pt x="84963" y="2410873"/>
                  <a:pt x="171926" y="2378964"/>
                  <a:pt x="261080" y="2347627"/>
                </a:cubicBezTo>
                <a:cubicBezTo>
                  <a:pt x="507016" y="2261235"/>
                  <a:pt x="769049" y="2179225"/>
                  <a:pt x="1046321" y="2104835"/>
                </a:cubicBezTo>
                <a:cubicBezTo>
                  <a:pt x="1126046" y="1843850"/>
                  <a:pt x="1171956" y="1538192"/>
                  <a:pt x="1171956" y="1211294"/>
                </a:cubicBezTo>
                <a:cubicBezTo>
                  <a:pt x="1171956" y="884396"/>
                  <a:pt x="1129665" y="603028"/>
                  <a:pt x="1055751" y="349091"/>
                </a:cubicBez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/>
          <p:nvPr/>
        </p:nvSpPr>
        <p:spPr>
          <a:xfrm flipH="1">
            <a:off x="3229234" y="2591175"/>
            <a:ext cx="1059804" cy="1873141"/>
          </a:xfrm>
          <a:custGeom>
            <a:rect b="b" l="l" r="r" t="t"/>
            <a:pathLst>
              <a:path extrusionOk="0" h="3344894" w="1221676">
                <a:moveTo>
                  <a:pt x="1115663" y="766001"/>
                </a:moveTo>
                <a:cubicBezTo>
                  <a:pt x="1087279" y="654749"/>
                  <a:pt x="1053751" y="551879"/>
                  <a:pt x="1015841" y="459010"/>
                </a:cubicBezTo>
                <a:cubicBezTo>
                  <a:pt x="976979" y="443770"/>
                  <a:pt x="938784" y="428435"/>
                  <a:pt x="900779" y="413004"/>
                </a:cubicBezTo>
                <a:cubicBezTo>
                  <a:pt x="844391" y="390144"/>
                  <a:pt x="789051" y="367094"/>
                  <a:pt x="734663" y="343948"/>
                </a:cubicBezTo>
                <a:cubicBezTo>
                  <a:pt x="542068" y="262033"/>
                  <a:pt x="362045" y="178784"/>
                  <a:pt x="195263" y="96679"/>
                </a:cubicBezTo>
                <a:cubicBezTo>
                  <a:pt x="129445" y="64199"/>
                  <a:pt x="65532" y="31909"/>
                  <a:pt x="3810" y="0"/>
                </a:cubicBezTo>
                <a:cubicBezTo>
                  <a:pt x="44863" y="44101"/>
                  <a:pt x="83534" y="110395"/>
                  <a:pt x="118967" y="195167"/>
                </a:cubicBezTo>
                <a:cubicBezTo>
                  <a:pt x="246507" y="500634"/>
                  <a:pt x="331470" y="1047083"/>
                  <a:pt x="331470" y="1670399"/>
                </a:cubicBezTo>
                <a:cubicBezTo>
                  <a:pt x="331470" y="2293715"/>
                  <a:pt x="246507" y="2840164"/>
                  <a:pt x="118967" y="3145631"/>
                </a:cubicBezTo>
                <a:cubicBezTo>
                  <a:pt x="82487" y="3233071"/>
                  <a:pt x="42482" y="3300794"/>
                  <a:pt x="0" y="3344894"/>
                </a:cubicBezTo>
                <a:cubicBezTo>
                  <a:pt x="64103" y="3312795"/>
                  <a:pt x="130302" y="3280410"/>
                  <a:pt x="198596" y="3247835"/>
                </a:cubicBezTo>
                <a:cubicBezTo>
                  <a:pt x="366713" y="3167825"/>
                  <a:pt x="547688" y="3086957"/>
                  <a:pt x="741140" y="3007519"/>
                </a:cubicBezTo>
                <a:cubicBezTo>
                  <a:pt x="796481" y="2984754"/>
                  <a:pt x="852869" y="2962180"/>
                  <a:pt x="910304" y="2939701"/>
                </a:cubicBezTo>
                <a:cubicBezTo>
                  <a:pt x="942404" y="2927128"/>
                  <a:pt x="974693" y="2914650"/>
                  <a:pt x="1007364" y="2902268"/>
                </a:cubicBezTo>
                <a:cubicBezTo>
                  <a:pt x="1048703" y="2804255"/>
                  <a:pt x="1085088" y="2694337"/>
                  <a:pt x="1115568" y="2574893"/>
                </a:cubicBezTo>
                <a:cubicBezTo>
                  <a:pt x="1182815" y="2311622"/>
                  <a:pt x="1221677" y="2001869"/>
                  <a:pt x="1221677" y="1670495"/>
                </a:cubicBezTo>
                <a:cubicBezTo>
                  <a:pt x="1221677" y="1339120"/>
                  <a:pt x="1182910" y="1029367"/>
                  <a:pt x="1115568" y="766096"/>
                </a:cubicBez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4013737" y="3245880"/>
            <a:ext cx="1268100" cy="565200"/>
          </a:xfrm>
          <a:prstGeom prst="rightArrow">
            <a:avLst>
              <a:gd fmla="val 57141" name="adj1"/>
              <a:gd fmla="val 50000" name="adj2"/>
            </a:avLst>
          </a:prstGeom>
          <a:solidFill>
            <a:schemeClr val="dk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5369563" y="2708166"/>
            <a:ext cx="322500" cy="322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7130313" y="2662416"/>
            <a:ext cx="12066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7130313" y="3004353"/>
            <a:ext cx="12066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gas giant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6807813" y="2708166"/>
            <a:ext cx="322500" cy="322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5692063" y="3730641"/>
            <a:ext cx="12066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Neptune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5692063" y="4072578"/>
            <a:ext cx="12066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an ice giant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369563" y="3776391"/>
            <a:ext cx="322500" cy="32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7130313" y="3730641"/>
            <a:ext cx="12066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7130313" y="4072578"/>
            <a:ext cx="12066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a cold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807813" y="3776391"/>
            <a:ext cx="322500" cy="322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" name="Google Shape;58;p16"/>
          <p:cNvSpPr/>
          <p:nvPr/>
        </p:nvSpPr>
        <p:spPr>
          <a:xfrm>
            <a:off x="2712563" y="4390428"/>
            <a:ext cx="322500" cy="32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9" name="Google Shape;59;p16"/>
          <p:cNvSpPr/>
          <p:nvPr/>
        </p:nvSpPr>
        <p:spPr>
          <a:xfrm>
            <a:off x="2666813" y="3330824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6"/>
          <p:cNvGrpSpPr/>
          <p:nvPr/>
        </p:nvGrpSpPr>
        <p:grpSpPr>
          <a:xfrm>
            <a:off x="2734668" y="3398053"/>
            <a:ext cx="278289" cy="279544"/>
            <a:chOff x="-49764975" y="3551225"/>
            <a:chExt cx="299300" cy="300650"/>
          </a:xfrm>
        </p:grpSpPr>
        <p:sp>
          <p:nvSpPr>
            <p:cNvPr id="85" name="Google Shape;85;p16"/>
            <p:cNvSpPr/>
            <p:nvPr/>
          </p:nvSpPr>
          <p:spPr>
            <a:xfrm>
              <a:off x="-49764975" y="3657325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-49763400" y="3598250"/>
              <a:ext cx="31525" cy="29950"/>
            </a:xfrm>
            <a:custGeom>
              <a:rect b="b" l="l" r="r" t="t"/>
              <a:pathLst>
                <a:path extrusionOk="0" h="1198" w="1261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-49763400" y="3703975"/>
              <a:ext cx="31525" cy="30550"/>
            </a:xfrm>
            <a:custGeom>
              <a:rect b="b" l="l" r="r" t="t"/>
              <a:pathLst>
                <a:path extrusionOk="0" h="1222" w="1261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-49501125" y="3657325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-49499550" y="3598250"/>
              <a:ext cx="31525" cy="30550"/>
            </a:xfrm>
            <a:custGeom>
              <a:rect b="b" l="l" r="r" t="t"/>
              <a:pathLst>
                <a:path extrusionOk="0" h="1222" w="1261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-49499550" y="3704575"/>
              <a:ext cx="31525" cy="29950"/>
            </a:xfrm>
            <a:custGeom>
              <a:rect b="b" l="l" r="r" t="t"/>
              <a:pathLst>
                <a:path extrusionOk="0" h="1198" w="1261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-49725600" y="3551225"/>
              <a:ext cx="215050" cy="210875"/>
            </a:xfrm>
            <a:custGeom>
              <a:rect b="b" l="l" r="r" t="t"/>
              <a:pathLst>
                <a:path extrusionOk="0" h="8435" w="8602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-49633450" y="3697475"/>
              <a:ext cx="35475" cy="65400"/>
            </a:xfrm>
            <a:custGeom>
              <a:rect b="b" l="l" r="r" t="t"/>
              <a:pathLst>
                <a:path extrusionOk="0" h="2616" w="1419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-49676775" y="3780975"/>
              <a:ext cx="123675" cy="34675"/>
            </a:xfrm>
            <a:custGeom>
              <a:rect b="b" l="l" r="r" t="t"/>
              <a:pathLst>
                <a:path extrusionOk="0" h="1387" w="4947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-49630300" y="3651800"/>
              <a:ext cx="29150" cy="31325"/>
            </a:xfrm>
            <a:custGeom>
              <a:rect b="b" l="l" r="r" t="t"/>
              <a:pathLst>
                <a:path extrusionOk="0" h="1253" w="1166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-49657875" y="3833750"/>
              <a:ext cx="85100" cy="18125"/>
            </a:xfrm>
            <a:custGeom>
              <a:rect b="b" l="l" r="r" t="t"/>
              <a:pathLst>
                <a:path extrusionOk="0" h="725" w="3404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16"/>
          <p:cNvSpPr/>
          <p:nvPr/>
        </p:nvSpPr>
        <p:spPr>
          <a:xfrm>
            <a:off x="1903269" y="4390428"/>
            <a:ext cx="322500" cy="322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" name="Google Shape;56;p16"/>
          <p:cNvSpPr/>
          <p:nvPr/>
        </p:nvSpPr>
        <p:spPr>
          <a:xfrm>
            <a:off x="1857519" y="3330824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96" name="Google Shape;96;p16"/>
          <p:cNvGrpSpPr/>
          <p:nvPr/>
        </p:nvGrpSpPr>
        <p:grpSpPr>
          <a:xfrm>
            <a:off x="1925363" y="3397385"/>
            <a:ext cx="278312" cy="280869"/>
            <a:chOff x="-45673275" y="3199325"/>
            <a:chExt cx="299325" cy="302075"/>
          </a:xfrm>
        </p:grpSpPr>
        <p:sp>
          <p:nvSpPr>
            <p:cNvPr id="97" name="Google Shape;97;p16"/>
            <p:cNvSpPr/>
            <p:nvPr/>
          </p:nvSpPr>
          <p:spPr>
            <a:xfrm>
              <a:off x="-45672500" y="3199325"/>
              <a:ext cx="298550" cy="194175"/>
            </a:xfrm>
            <a:custGeom>
              <a:rect b="b" l="l" r="r" t="t"/>
              <a:pathLst>
                <a:path extrusionOk="0" h="7767" w="11942">
                  <a:moveTo>
                    <a:pt x="5947" y="0"/>
                  </a:moveTo>
                  <a:cubicBezTo>
                    <a:pt x="5884" y="0"/>
                    <a:pt x="5829" y="16"/>
                    <a:pt x="5798" y="47"/>
                  </a:cubicBezTo>
                  <a:lnTo>
                    <a:pt x="158" y="3607"/>
                  </a:lnTo>
                  <a:cubicBezTo>
                    <a:pt x="32" y="3670"/>
                    <a:pt x="1" y="3765"/>
                    <a:pt x="1" y="3922"/>
                  </a:cubicBezTo>
                  <a:cubicBezTo>
                    <a:pt x="1" y="4017"/>
                    <a:pt x="64" y="4143"/>
                    <a:pt x="158" y="4237"/>
                  </a:cubicBezTo>
                  <a:lnTo>
                    <a:pt x="5735" y="7735"/>
                  </a:lnTo>
                  <a:cubicBezTo>
                    <a:pt x="5798" y="7766"/>
                    <a:pt x="5861" y="7766"/>
                    <a:pt x="5955" y="7766"/>
                  </a:cubicBezTo>
                  <a:cubicBezTo>
                    <a:pt x="6018" y="7766"/>
                    <a:pt x="6050" y="7766"/>
                    <a:pt x="6144" y="7735"/>
                  </a:cubicBezTo>
                  <a:lnTo>
                    <a:pt x="11784" y="4237"/>
                  </a:lnTo>
                  <a:cubicBezTo>
                    <a:pt x="11878" y="4143"/>
                    <a:pt x="11941" y="4080"/>
                    <a:pt x="11941" y="3922"/>
                  </a:cubicBezTo>
                  <a:cubicBezTo>
                    <a:pt x="11941" y="3796"/>
                    <a:pt x="11847" y="3670"/>
                    <a:pt x="11784" y="3607"/>
                  </a:cubicBezTo>
                  <a:lnTo>
                    <a:pt x="6144" y="47"/>
                  </a:lnTo>
                  <a:cubicBezTo>
                    <a:pt x="6081" y="16"/>
                    <a:pt x="6010" y="0"/>
                    <a:pt x="59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-45673275" y="3387150"/>
              <a:ext cx="299325" cy="114250"/>
            </a:xfrm>
            <a:custGeom>
              <a:rect b="b" l="l" r="r" t="t"/>
              <a:pathLst>
                <a:path extrusionOk="0" h="4570" w="11973">
                  <a:moveTo>
                    <a:pt x="693" y="1"/>
                  </a:moveTo>
                  <a:lnTo>
                    <a:pt x="158" y="348"/>
                  </a:lnTo>
                  <a:cubicBezTo>
                    <a:pt x="32" y="411"/>
                    <a:pt x="0" y="505"/>
                    <a:pt x="0" y="663"/>
                  </a:cubicBezTo>
                  <a:cubicBezTo>
                    <a:pt x="0" y="789"/>
                    <a:pt x="63" y="883"/>
                    <a:pt x="158" y="978"/>
                  </a:cubicBezTo>
                  <a:lnTo>
                    <a:pt x="5797" y="4506"/>
                  </a:lnTo>
                  <a:cubicBezTo>
                    <a:pt x="5829" y="4569"/>
                    <a:pt x="5892" y="4569"/>
                    <a:pt x="5986" y="4569"/>
                  </a:cubicBezTo>
                  <a:cubicBezTo>
                    <a:pt x="6049" y="4569"/>
                    <a:pt x="6112" y="4569"/>
                    <a:pt x="6175" y="4506"/>
                  </a:cubicBezTo>
                  <a:lnTo>
                    <a:pt x="11815" y="978"/>
                  </a:lnTo>
                  <a:cubicBezTo>
                    <a:pt x="11941" y="883"/>
                    <a:pt x="11972" y="820"/>
                    <a:pt x="11972" y="663"/>
                  </a:cubicBezTo>
                  <a:cubicBezTo>
                    <a:pt x="11972" y="537"/>
                    <a:pt x="11878" y="411"/>
                    <a:pt x="11815" y="348"/>
                  </a:cubicBezTo>
                  <a:lnTo>
                    <a:pt x="11248" y="1"/>
                  </a:lnTo>
                  <a:lnTo>
                    <a:pt x="6175" y="3151"/>
                  </a:lnTo>
                  <a:cubicBezTo>
                    <a:pt x="6144" y="3183"/>
                    <a:pt x="6049" y="3183"/>
                    <a:pt x="5986" y="3183"/>
                  </a:cubicBezTo>
                  <a:cubicBezTo>
                    <a:pt x="5892" y="3183"/>
                    <a:pt x="5860" y="3183"/>
                    <a:pt x="5797" y="3151"/>
                  </a:cubicBezTo>
                  <a:lnTo>
                    <a:pt x="6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-45673275" y="3334400"/>
              <a:ext cx="299325" cy="113425"/>
            </a:xfrm>
            <a:custGeom>
              <a:rect b="b" l="l" r="r" t="t"/>
              <a:pathLst>
                <a:path extrusionOk="0" h="4537" w="11973">
                  <a:moveTo>
                    <a:pt x="693" y="0"/>
                  </a:moveTo>
                  <a:lnTo>
                    <a:pt x="158" y="378"/>
                  </a:lnTo>
                  <a:cubicBezTo>
                    <a:pt x="32" y="441"/>
                    <a:pt x="0" y="536"/>
                    <a:pt x="0" y="693"/>
                  </a:cubicBezTo>
                  <a:cubicBezTo>
                    <a:pt x="0" y="851"/>
                    <a:pt x="63" y="914"/>
                    <a:pt x="158" y="1008"/>
                  </a:cubicBezTo>
                  <a:lnTo>
                    <a:pt x="5797" y="4505"/>
                  </a:lnTo>
                  <a:cubicBezTo>
                    <a:pt x="5829" y="4537"/>
                    <a:pt x="5892" y="4537"/>
                    <a:pt x="5986" y="4537"/>
                  </a:cubicBezTo>
                  <a:cubicBezTo>
                    <a:pt x="6049" y="4537"/>
                    <a:pt x="6112" y="4537"/>
                    <a:pt x="6175" y="4505"/>
                  </a:cubicBezTo>
                  <a:lnTo>
                    <a:pt x="11815" y="1008"/>
                  </a:lnTo>
                  <a:cubicBezTo>
                    <a:pt x="11941" y="914"/>
                    <a:pt x="11972" y="851"/>
                    <a:pt x="11972" y="693"/>
                  </a:cubicBezTo>
                  <a:cubicBezTo>
                    <a:pt x="11972" y="536"/>
                    <a:pt x="11878" y="441"/>
                    <a:pt x="11815" y="378"/>
                  </a:cubicBezTo>
                  <a:lnTo>
                    <a:pt x="11248" y="0"/>
                  </a:lnTo>
                  <a:lnTo>
                    <a:pt x="6175" y="3214"/>
                  </a:lnTo>
                  <a:cubicBezTo>
                    <a:pt x="6144" y="3245"/>
                    <a:pt x="6049" y="3245"/>
                    <a:pt x="5986" y="3245"/>
                  </a:cubicBezTo>
                  <a:cubicBezTo>
                    <a:pt x="5892" y="3245"/>
                    <a:pt x="5860" y="3245"/>
                    <a:pt x="5797" y="3214"/>
                  </a:cubicBezTo>
                  <a:lnTo>
                    <a:pt x="6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16"/>
          <p:cNvSpPr/>
          <p:nvPr/>
        </p:nvSpPr>
        <p:spPr>
          <a:xfrm>
            <a:off x="1093975" y="4390428"/>
            <a:ext cx="322500" cy="322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" name="Google Shape;53;p16"/>
          <p:cNvSpPr/>
          <p:nvPr/>
        </p:nvSpPr>
        <p:spPr>
          <a:xfrm>
            <a:off x="1048225" y="3330824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161079" y="3394664"/>
            <a:ext cx="188292" cy="286317"/>
          </a:xfrm>
          <a:custGeom>
            <a:rect b="b" l="l" r="r" t="t"/>
            <a:pathLst>
              <a:path extrusionOk="0" h="12697" w="8350">
                <a:moveTo>
                  <a:pt x="4222" y="1166"/>
                </a:moveTo>
                <a:cubicBezTo>
                  <a:pt x="4443" y="1166"/>
                  <a:pt x="4600" y="1386"/>
                  <a:pt x="4600" y="1607"/>
                </a:cubicBezTo>
                <a:lnTo>
                  <a:pt x="4600" y="1890"/>
                </a:lnTo>
                <a:cubicBezTo>
                  <a:pt x="5073" y="2048"/>
                  <a:pt x="5451" y="2520"/>
                  <a:pt x="5451" y="3088"/>
                </a:cubicBezTo>
                <a:cubicBezTo>
                  <a:pt x="5451" y="3308"/>
                  <a:pt x="5231" y="3497"/>
                  <a:pt x="5010" y="3497"/>
                </a:cubicBezTo>
                <a:cubicBezTo>
                  <a:pt x="4758" y="3497"/>
                  <a:pt x="4600" y="3308"/>
                  <a:pt x="4600" y="3088"/>
                </a:cubicBezTo>
                <a:cubicBezTo>
                  <a:pt x="4600" y="2835"/>
                  <a:pt x="4411" y="2678"/>
                  <a:pt x="4222" y="2678"/>
                </a:cubicBezTo>
                <a:cubicBezTo>
                  <a:pt x="3970" y="2678"/>
                  <a:pt x="3781" y="2867"/>
                  <a:pt x="3781" y="3088"/>
                </a:cubicBezTo>
                <a:cubicBezTo>
                  <a:pt x="3781" y="3308"/>
                  <a:pt x="4096" y="3529"/>
                  <a:pt x="4443" y="3781"/>
                </a:cubicBezTo>
                <a:cubicBezTo>
                  <a:pt x="4884" y="4096"/>
                  <a:pt x="5451" y="4505"/>
                  <a:pt x="5451" y="5167"/>
                </a:cubicBezTo>
                <a:cubicBezTo>
                  <a:pt x="5451" y="5702"/>
                  <a:pt x="5073" y="6143"/>
                  <a:pt x="4600" y="6333"/>
                </a:cubicBezTo>
                <a:lnTo>
                  <a:pt x="4600" y="6616"/>
                </a:lnTo>
                <a:cubicBezTo>
                  <a:pt x="4600" y="6868"/>
                  <a:pt x="4411" y="7026"/>
                  <a:pt x="4222" y="7026"/>
                </a:cubicBezTo>
                <a:cubicBezTo>
                  <a:pt x="3970" y="7026"/>
                  <a:pt x="3781" y="6805"/>
                  <a:pt x="3781" y="6616"/>
                </a:cubicBezTo>
                <a:lnTo>
                  <a:pt x="3781" y="6333"/>
                </a:lnTo>
                <a:cubicBezTo>
                  <a:pt x="3309" y="6143"/>
                  <a:pt x="2962" y="5702"/>
                  <a:pt x="2962" y="5167"/>
                </a:cubicBezTo>
                <a:cubicBezTo>
                  <a:pt x="2962" y="4915"/>
                  <a:pt x="3151" y="4757"/>
                  <a:pt x="3372" y="4757"/>
                </a:cubicBezTo>
                <a:cubicBezTo>
                  <a:pt x="3624" y="4757"/>
                  <a:pt x="3781" y="4978"/>
                  <a:pt x="3781" y="5167"/>
                </a:cubicBezTo>
                <a:cubicBezTo>
                  <a:pt x="3781" y="5387"/>
                  <a:pt x="3970" y="5608"/>
                  <a:pt x="4222" y="5608"/>
                </a:cubicBezTo>
                <a:cubicBezTo>
                  <a:pt x="4443" y="5608"/>
                  <a:pt x="4600" y="5387"/>
                  <a:pt x="4600" y="5167"/>
                </a:cubicBezTo>
                <a:cubicBezTo>
                  <a:pt x="4600" y="4915"/>
                  <a:pt x="4285" y="4694"/>
                  <a:pt x="3939" y="4442"/>
                </a:cubicBezTo>
                <a:cubicBezTo>
                  <a:pt x="3498" y="4127"/>
                  <a:pt x="2962" y="3749"/>
                  <a:pt x="2962" y="3088"/>
                </a:cubicBezTo>
                <a:cubicBezTo>
                  <a:pt x="2962" y="2520"/>
                  <a:pt x="3309" y="2079"/>
                  <a:pt x="3781" y="1890"/>
                </a:cubicBezTo>
                <a:lnTo>
                  <a:pt x="3781" y="1607"/>
                </a:lnTo>
                <a:cubicBezTo>
                  <a:pt x="3781" y="1386"/>
                  <a:pt x="3970" y="1166"/>
                  <a:pt x="4222" y="1166"/>
                </a:cubicBezTo>
                <a:close/>
                <a:moveTo>
                  <a:pt x="4222" y="0"/>
                </a:moveTo>
                <a:cubicBezTo>
                  <a:pt x="1923" y="0"/>
                  <a:pt x="64" y="1859"/>
                  <a:pt x="64" y="4127"/>
                </a:cubicBezTo>
                <a:cubicBezTo>
                  <a:pt x="64" y="6270"/>
                  <a:pt x="1733" y="8034"/>
                  <a:pt x="3781" y="8223"/>
                </a:cubicBezTo>
                <a:lnTo>
                  <a:pt x="3781" y="9767"/>
                </a:lnTo>
                <a:cubicBezTo>
                  <a:pt x="3655" y="9609"/>
                  <a:pt x="3529" y="9483"/>
                  <a:pt x="3372" y="9325"/>
                </a:cubicBezTo>
                <a:cubicBezTo>
                  <a:pt x="2647" y="8601"/>
                  <a:pt x="1576" y="8128"/>
                  <a:pt x="442" y="8128"/>
                </a:cubicBezTo>
                <a:cubicBezTo>
                  <a:pt x="190" y="8128"/>
                  <a:pt x="32" y="8317"/>
                  <a:pt x="32" y="8506"/>
                </a:cubicBezTo>
                <a:cubicBezTo>
                  <a:pt x="1" y="9609"/>
                  <a:pt x="442" y="10617"/>
                  <a:pt x="1261" y="11468"/>
                </a:cubicBezTo>
                <a:cubicBezTo>
                  <a:pt x="2049" y="12255"/>
                  <a:pt x="3057" y="12696"/>
                  <a:pt x="4096" y="12696"/>
                </a:cubicBezTo>
                <a:lnTo>
                  <a:pt x="4159" y="12696"/>
                </a:lnTo>
                <a:cubicBezTo>
                  <a:pt x="5231" y="12696"/>
                  <a:pt x="6302" y="12287"/>
                  <a:pt x="7089" y="11468"/>
                </a:cubicBezTo>
                <a:cubicBezTo>
                  <a:pt x="7877" y="10680"/>
                  <a:pt x="8318" y="9641"/>
                  <a:pt x="8318" y="8506"/>
                </a:cubicBezTo>
                <a:cubicBezTo>
                  <a:pt x="8350" y="8317"/>
                  <a:pt x="8160" y="8128"/>
                  <a:pt x="7940" y="8128"/>
                </a:cubicBezTo>
                <a:cubicBezTo>
                  <a:pt x="7871" y="8124"/>
                  <a:pt x="7801" y="8122"/>
                  <a:pt x="7733" y="8122"/>
                </a:cubicBezTo>
                <a:cubicBezTo>
                  <a:pt x="6711" y="8122"/>
                  <a:pt x="5778" y="8558"/>
                  <a:pt x="5010" y="9325"/>
                </a:cubicBezTo>
                <a:cubicBezTo>
                  <a:pt x="4852" y="9483"/>
                  <a:pt x="4726" y="9609"/>
                  <a:pt x="4600" y="9767"/>
                </a:cubicBezTo>
                <a:lnTo>
                  <a:pt x="4600" y="8223"/>
                </a:lnTo>
                <a:cubicBezTo>
                  <a:pt x="6680" y="8034"/>
                  <a:pt x="8350" y="6270"/>
                  <a:pt x="8350" y="4127"/>
                </a:cubicBezTo>
                <a:cubicBezTo>
                  <a:pt x="8350" y="1859"/>
                  <a:pt x="6491" y="0"/>
                  <a:pt x="422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3521857" y="4390428"/>
            <a:ext cx="322500" cy="322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3476107" y="3330824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01" name="Google Shape;101;p16"/>
          <p:cNvGrpSpPr/>
          <p:nvPr/>
        </p:nvGrpSpPr>
        <p:grpSpPr>
          <a:xfrm>
            <a:off x="3545967" y="3390964"/>
            <a:ext cx="274279" cy="275024"/>
            <a:chOff x="1674750" y="3254050"/>
            <a:chExt cx="294575" cy="295375"/>
          </a:xfrm>
        </p:grpSpPr>
        <p:sp>
          <p:nvSpPr>
            <p:cNvPr id="102" name="Google Shape;102;p16"/>
            <p:cNvSpPr/>
            <p:nvPr/>
          </p:nvSpPr>
          <p:spPr>
            <a:xfrm>
              <a:off x="1691275" y="3351700"/>
              <a:ext cx="278050" cy="197725"/>
            </a:xfrm>
            <a:custGeom>
              <a:rect b="b" l="l" r="r" t="t"/>
              <a:pathLst>
                <a:path extrusionOk="0" h="7909" w="11122">
                  <a:moveTo>
                    <a:pt x="10535" y="0"/>
                  </a:moveTo>
                  <a:cubicBezTo>
                    <a:pt x="10489" y="0"/>
                    <a:pt x="10442" y="10"/>
                    <a:pt x="10397" y="33"/>
                  </a:cubicBezTo>
                  <a:cubicBezTo>
                    <a:pt x="10208" y="64"/>
                    <a:pt x="10114" y="253"/>
                    <a:pt x="10177" y="474"/>
                  </a:cubicBezTo>
                  <a:cubicBezTo>
                    <a:pt x="10334" y="978"/>
                    <a:pt x="10429" y="1482"/>
                    <a:pt x="10429" y="1986"/>
                  </a:cubicBezTo>
                  <a:cubicBezTo>
                    <a:pt x="10429" y="4885"/>
                    <a:pt x="8066" y="7247"/>
                    <a:pt x="5199" y="7247"/>
                  </a:cubicBezTo>
                  <a:cubicBezTo>
                    <a:pt x="3561" y="7247"/>
                    <a:pt x="2017" y="6397"/>
                    <a:pt x="1072" y="5137"/>
                  </a:cubicBezTo>
                  <a:lnTo>
                    <a:pt x="1733" y="5137"/>
                  </a:lnTo>
                  <a:cubicBezTo>
                    <a:pt x="1922" y="5137"/>
                    <a:pt x="2080" y="4979"/>
                    <a:pt x="2080" y="4790"/>
                  </a:cubicBezTo>
                  <a:cubicBezTo>
                    <a:pt x="2080" y="4601"/>
                    <a:pt x="1922" y="4443"/>
                    <a:pt x="1733" y="4443"/>
                  </a:cubicBezTo>
                  <a:lnTo>
                    <a:pt x="347" y="4443"/>
                  </a:lnTo>
                  <a:cubicBezTo>
                    <a:pt x="158" y="4443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47" y="6523"/>
                  </a:cubicBezTo>
                  <a:cubicBezTo>
                    <a:pt x="536" y="6523"/>
                    <a:pt x="694" y="6365"/>
                    <a:pt x="694" y="6176"/>
                  </a:cubicBezTo>
                  <a:lnTo>
                    <a:pt x="694" y="5767"/>
                  </a:lnTo>
                  <a:cubicBezTo>
                    <a:pt x="1796" y="7090"/>
                    <a:pt x="3466" y="7909"/>
                    <a:pt x="5199" y="7909"/>
                  </a:cubicBezTo>
                  <a:cubicBezTo>
                    <a:pt x="8412" y="7909"/>
                    <a:pt x="11122" y="5231"/>
                    <a:pt x="11122" y="1986"/>
                  </a:cubicBezTo>
                  <a:cubicBezTo>
                    <a:pt x="11122" y="1419"/>
                    <a:pt x="10996" y="820"/>
                    <a:pt x="10838" y="222"/>
                  </a:cubicBezTo>
                  <a:cubicBezTo>
                    <a:pt x="10814" y="102"/>
                    <a:pt x="10681" y="0"/>
                    <a:pt x="10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1674750" y="3254050"/>
              <a:ext cx="277250" cy="197900"/>
            </a:xfrm>
            <a:custGeom>
              <a:rect b="b" l="l" r="r" t="t"/>
              <a:pathLst>
                <a:path extrusionOk="0" h="7916" w="1109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1727500" y="3306825"/>
              <a:ext cx="189075" cy="189050"/>
            </a:xfrm>
            <a:custGeom>
              <a:rect b="b" l="l" r="r" t="t"/>
              <a:pathLst>
                <a:path extrusionOk="0" h="7562" w="7563">
                  <a:moveTo>
                    <a:pt x="3750" y="2048"/>
                  </a:moveTo>
                  <a:cubicBezTo>
                    <a:pt x="3939" y="2048"/>
                    <a:pt x="4097" y="2206"/>
                    <a:pt x="4097" y="2426"/>
                  </a:cubicBezTo>
                  <a:lnTo>
                    <a:pt x="4097" y="3435"/>
                  </a:lnTo>
                  <a:lnTo>
                    <a:pt x="4475" y="3435"/>
                  </a:lnTo>
                  <a:cubicBezTo>
                    <a:pt x="4664" y="3435"/>
                    <a:pt x="4821" y="3592"/>
                    <a:pt x="4821" y="3781"/>
                  </a:cubicBezTo>
                  <a:cubicBezTo>
                    <a:pt x="4821" y="4002"/>
                    <a:pt x="4664" y="4159"/>
                    <a:pt x="4475" y="4159"/>
                  </a:cubicBezTo>
                  <a:lnTo>
                    <a:pt x="3750" y="4159"/>
                  </a:lnTo>
                  <a:cubicBezTo>
                    <a:pt x="3561" y="4159"/>
                    <a:pt x="3403" y="4002"/>
                    <a:pt x="3403" y="3781"/>
                  </a:cubicBezTo>
                  <a:lnTo>
                    <a:pt x="3403" y="2426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3435" y="0"/>
                  </a:moveTo>
                  <a:cubicBezTo>
                    <a:pt x="2647" y="95"/>
                    <a:pt x="1923" y="410"/>
                    <a:pt x="1356" y="883"/>
                  </a:cubicBezTo>
                  <a:lnTo>
                    <a:pt x="2049" y="1576"/>
                  </a:lnTo>
                  <a:cubicBezTo>
                    <a:pt x="2175" y="1702"/>
                    <a:pt x="2175" y="1954"/>
                    <a:pt x="2049" y="2048"/>
                  </a:cubicBezTo>
                  <a:cubicBezTo>
                    <a:pt x="1986" y="2111"/>
                    <a:pt x="1899" y="2143"/>
                    <a:pt x="1812" y="2143"/>
                  </a:cubicBezTo>
                  <a:cubicBezTo>
                    <a:pt x="1726" y="2143"/>
                    <a:pt x="1639" y="2111"/>
                    <a:pt x="1576" y="2048"/>
                  </a:cubicBezTo>
                  <a:lnTo>
                    <a:pt x="883" y="1355"/>
                  </a:lnTo>
                  <a:cubicBezTo>
                    <a:pt x="410" y="1922"/>
                    <a:pt x="95" y="2647"/>
                    <a:pt x="1" y="3435"/>
                  </a:cubicBezTo>
                  <a:lnTo>
                    <a:pt x="1041" y="3435"/>
                  </a:lnTo>
                  <a:cubicBezTo>
                    <a:pt x="1230" y="3435"/>
                    <a:pt x="1387" y="3592"/>
                    <a:pt x="1387" y="3781"/>
                  </a:cubicBezTo>
                  <a:cubicBezTo>
                    <a:pt x="1387" y="3970"/>
                    <a:pt x="1230" y="4128"/>
                    <a:pt x="1041" y="4128"/>
                  </a:cubicBezTo>
                  <a:lnTo>
                    <a:pt x="1" y="4128"/>
                  </a:lnTo>
                  <a:cubicBezTo>
                    <a:pt x="95" y="4915"/>
                    <a:pt x="410" y="5640"/>
                    <a:pt x="883" y="6238"/>
                  </a:cubicBezTo>
                  <a:lnTo>
                    <a:pt x="1576" y="5514"/>
                  </a:lnTo>
                  <a:cubicBezTo>
                    <a:pt x="1639" y="5451"/>
                    <a:pt x="1734" y="5419"/>
                    <a:pt x="1824" y="5419"/>
                  </a:cubicBezTo>
                  <a:cubicBezTo>
                    <a:pt x="1915" y="5419"/>
                    <a:pt x="2001" y="5451"/>
                    <a:pt x="2049" y="5514"/>
                  </a:cubicBezTo>
                  <a:cubicBezTo>
                    <a:pt x="2175" y="5640"/>
                    <a:pt x="2175" y="5860"/>
                    <a:pt x="2049" y="5986"/>
                  </a:cubicBezTo>
                  <a:lnTo>
                    <a:pt x="1356" y="6711"/>
                  </a:lnTo>
                  <a:cubicBezTo>
                    <a:pt x="1923" y="7184"/>
                    <a:pt x="2647" y="7499"/>
                    <a:pt x="3435" y="7562"/>
                  </a:cubicBezTo>
                  <a:lnTo>
                    <a:pt x="3435" y="6553"/>
                  </a:lnTo>
                  <a:cubicBezTo>
                    <a:pt x="3435" y="6333"/>
                    <a:pt x="3592" y="6175"/>
                    <a:pt x="3781" y="6175"/>
                  </a:cubicBezTo>
                  <a:cubicBezTo>
                    <a:pt x="4002" y="6175"/>
                    <a:pt x="4160" y="6333"/>
                    <a:pt x="4160" y="6553"/>
                  </a:cubicBezTo>
                  <a:lnTo>
                    <a:pt x="4160" y="7562"/>
                  </a:lnTo>
                  <a:cubicBezTo>
                    <a:pt x="4947" y="7499"/>
                    <a:pt x="5640" y="7184"/>
                    <a:pt x="6239" y="6711"/>
                  </a:cubicBezTo>
                  <a:lnTo>
                    <a:pt x="5514" y="5986"/>
                  </a:lnTo>
                  <a:cubicBezTo>
                    <a:pt x="5420" y="5860"/>
                    <a:pt x="5420" y="5640"/>
                    <a:pt x="5514" y="5514"/>
                  </a:cubicBezTo>
                  <a:cubicBezTo>
                    <a:pt x="5577" y="5451"/>
                    <a:pt x="5672" y="5419"/>
                    <a:pt x="5762" y="5419"/>
                  </a:cubicBezTo>
                  <a:cubicBezTo>
                    <a:pt x="5853" y="5419"/>
                    <a:pt x="5940" y="5451"/>
                    <a:pt x="5987" y="5514"/>
                  </a:cubicBezTo>
                  <a:lnTo>
                    <a:pt x="6711" y="6238"/>
                  </a:lnTo>
                  <a:cubicBezTo>
                    <a:pt x="7184" y="5640"/>
                    <a:pt x="7499" y="4915"/>
                    <a:pt x="7562" y="4128"/>
                  </a:cubicBezTo>
                  <a:lnTo>
                    <a:pt x="6554" y="4128"/>
                  </a:lnTo>
                  <a:cubicBezTo>
                    <a:pt x="6365" y="4128"/>
                    <a:pt x="6207" y="3970"/>
                    <a:pt x="6207" y="3781"/>
                  </a:cubicBezTo>
                  <a:cubicBezTo>
                    <a:pt x="6207" y="3592"/>
                    <a:pt x="6365" y="3435"/>
                    <a:pt x="6554" y="3435"/>
                  </a:cubicBezTo>
                  <a:lnTo>
                    <a:pt x="7562" y="3435"/>
                  </a:lnTo>
                  <a:cubicBezTo>
                    <a:pt x="7499" y="2647"/>
                    <a:pt x="7184" y="1922"/>
                    <a:pt x="6711" y="1355"/>
                  </a:cubicBezTo>
                  <a:lnTo>
                    <a:pt x="5987" y="2048"/>
                  </a:lnTo>
                  <a:cubicBezTo>
                    <a:pt x="5940" y="2111"/>
                    <a:pt x="5853" y="2143"/>
                    <a:pt x="5762" y="2143"/>
                  </a:cubicBezTo>
                  <a:cubicBezTo>
                    <a:pt x="5672" y="2143"/>
                    <a:pt x="5577" y="2111"/>
                    <a:pt x="5514" y="2048"/>
                  </a:cubicBezTo>
                  <a:cubicBezTo>
                    <a:pt x="5420" y="1922"/>
                    <a:pt x="5420" y="1702"/>
                    <a:pt x="5514" y="1576"/>
                  </a:cubicBezTo>
                  <a:lnTo>
                    <a:pt x="6239" y="883"/>
                  </a:lnTo>
                  <a:cubicBezTo>
                    <a:pt x="5640" y="410"/>
                    <a:pt x="4947" y="95"/>
                    <a:pt x="4160" y="0"/>
                  </a:cubicBezTo>
                  <a:lnTo>
                    <a:pt x="4160" y="1040"/>
                  </a:lnTo>
                  <a:cubicBezTo>
                    <a:pt x="4160" y="1229"/>
                    <a:pt x="4002" y="1387"/>
                    <a:pt x="3781" y="1387"/>
                  </a:cubicBezTo>
                  <a:cubicBezTo>
                    <a:pt x="3592" y="1387"/>
                    <a:pt x="3435" y="1229"/>
                    <a:pt x="3435" y="1040"/>
                  </a:cubicBezTo>
                  <a:lnTo>
                    <a:pt x="34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Horizontal funnel diagram infographics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7"/>
          <p:cNvSpPr/>
          <p:nvPr/>
        </p:nvSpPr>
        <p:spPr>
          <a:xfrm rot="5400000">
            <a:off x="963485" y="2392188"/>
            <a:ext cx="2983200" cy="1705500"/>
          </a:xfrm>
          <a:prstGeom prst="trapezoid">
            <a:avLst>
              <a:gd fmla="val 17515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2" name="Google Shape;112;p17"/>
          <p:cNvSpPr/>
          <p:nvPr/>
        </p:nvSpPr>
        <p:spPr>
          <a:xfrm rot="5400000">
            <a:off x="2816462" y="2544723"/>
            <a:ext cx="2383200" cy="1400700"/>
          </a:xfrm>
          <a:prstGeom prst="trapezoid">
            <a:avLst>
              <a:gd fmla="val 17123" name="adj"/>
            </a:avLst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" name="Google Shape;113;p17"/>
          <p:cNvSpPr/>
          <p:nvPr/>
        </p:nvSpPr>
        <p:spPr>
          <a:xfrm rot="5400000">
            <a:off x="4330637" y="2671533"/>
            <a:ext cx="1899900" cy="1144500"/>
          </a:xfrm>
          <a:prstGeom prst="trapezoid">
            <a:avLst>
              <a:gd fmla="val 16663" name="adj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4" name="Google Shape;114;p17"/>
          <p:cNvSpPr/>
          <p:nvPr/>
        </p:nvSpPr>
        <p:spPr>
          <a:xfrm rot="5400000">
            <a:off x="5565697" y="2774549"/>
            <a:ext cx="1515000" cy="940800"/>
          </a:xfrm>
          <a:prstGeom prst="trapezoid">
            <a:avLst>
              <a:gd fmla="val 17039" name="adj"/>
            </a:avLst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5" name="Google Shape;115;p17"/>
          <p:cNvSpPr/>
          <p:nvPr/>
        </p:nvSpPr>
        <p:spPr>
          <a:xfrm rot="5400000">
            <a:off x="6589285" y="2854680"/>
            <a:ext cx="1189200" cy="780600"/>
          </a:xfrm>
          <a:prstGeom prst="trapezoid">
            <a:avLst>
              <a:gd fmla="val 16621" name="adj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16" name="Google Shape;116;p17"/>
          <p:cNvCxnSpPr/>
          <p:nvPr/>
        </p:nvCxnSpPr>
        <p:spPr>
          <a:xfrm>
            <a:off x="3307835" y="1746800"/>
            <a:ext cx="0" cy="298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7"/>
          <p:cNvCxnSpPr/>
          <p:nvPr/>
        </p:nvCxnSpPr>
        <p:spPr>
          <a:xfrm>
            <a:off x="4708410" y="1746800"/>
            <a:ext cx="0" cy="298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7"/>
          <p:cNvCxnSpPr/>
          <p:nvPr/>
        </p:nvCxnSpPr>
        <p:spPr>
          <a:xfrm>
            <a:off x="5852835" y="1746800"/>
            <a:ext cx="0" cy="298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7"/>
          <p:cNvCxnSpPr/>
          <p:nvPr/>
        </p:nvCxnSpPr>
        <p:spPr>
          <a:xfrm>
            <a:off x="6793585" y="1746800"/>
            <a:ext cx="0" cy="298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0" name="Google Shape;120;p17"/>
          <p:cNvSpPr txBox="1"/>
          <p:nvPr/>
        </p:nvSpPr>
        <p:spPr>
          <a:xfrm>
            <a:off x="1602339" y="1040050"/>
            <a:ext cx="17055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Neptune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3307835" y="1040050"/>
            <a:ext cx="14007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4708335" y="1040050"/>
            <a:ext cx="11445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Saturn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5852835" y="1040050"/>
            <a:ext cx="940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4" name="Google Shape;124;p17"/>
          <p:cNvSpPr/>
          <p:nvPr/>
        </p:nvSpPr>
        <p:spPr>
          <a:xfrm flipH="1">
            <a:off x="468863" y="2053475"/>
            <a:ext cx="940800" cy="565200"/>
          </a:xfrm>
          <a:prstGeom prst="rightArrow">
            <a:avLst>
              <a:gd fmla="val 57141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5" name="Google Shape;125;p17"/>
          <p:cNvSpPr/>
          <p:nvPr/>
        </p:nvSpPr>
        <p:spPr>
          <a:xfrm flipH="1">
            <a:off x="468863" y="2962475"/>
            <a:ext cx="940800" cy="565200"/>
          </a:xfrm>
          <a:prstGeom prst="rightArrow">
            <a:avLst>
              <a:gd fmla="val 57141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6" name="Google Shape;126;p17"/>
          <p:cNvSpPr/>
          <p:nvPr/>
        </p:nvSpPr>
        <p:spPr>
          <a:xfrm flipH="1">
            <a:off x="468863" y="3871475"/>
            <a:ext cx="940800" cy="565200"/>
          </a:xfrm>
          <a:prstGeom prst="rightArrow">
            <a:avLst>
              <a:gd fmla="val 57141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6793635" y="1040050"/>
            <a:ext cx="7806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8" name="Google Shape;128;p17"/>
          <p:cNvSpPr/>
          <p:nvPr/>
        </p:nvSpPr>
        <p:spPr>
          <a:xfrm flipH="1">
            <a:off x="7734338" y="2959100"/>
            <a:ext cx="940800" cy="565200"/>
          </a:xfrm>
          <a:prstGeom prst="rightArrow">
            <a:avLst>
              <a:gd fmla="val 57141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 flipH="1">
            <a:off x="2016150" y="1416327"/>
            <a:ext cx="94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 flipH="1">
            <a:off x="6793575" y="1416327"/>
            <a:ext cx="78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 flipH="1">
            <a:off x="5932900" y="1416327"/>
            <a:ext cx="78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 flipH="1">
            <a:off x="4890312" y="1416327"/>
            <a:ext cx="78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 flipH="1">
            <a:off x="3617825" y="1416327"/>
            <a:ext cx="78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2209225" y="2129074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2209225" y="3038074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2209225" y="3947074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3801075" y="3038074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5073600" y="3038074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6116200" y="3038074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6976875" y="3038074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1" name="Google Shape;141;p17"/>
          <p:cNvGrpSpPr/>
          <p:nvPr/>
        </p:nvGrpSpPr>
        <p:grpSpPr>
          <a:xfrm>
            <a:off x="2300007" y="2196468"/>
            <a:ext cx="232435" cy="279209"/>
            <a:chOff x="-35814600" y="3202075"/>
            <a:chExt cx="242625" cy="291450"/>
          </a:xfrm>
        </p:grpSpPr>
        <p:sp>
          <p:nvSpPr>
            <p:cNvPr id="142" name="Google Shape;142;p17"/>
            <p:cNvSpPr/>
            <p:nvPr/>
          </p:nvSpPr>
          <p:spPr>
            <a:xfrm>
              <a:off x="-35814600" y="3202075"/>
              <a:ext cx="51225" cy="202450"/>
            </a:xfrm>
            <a:custGeom>
              <a:rect b="b" l="l" r="r" t="t"/>
              <a:pathLst>
                <a:path extrusionOk="0" h="8098" w="2049">
                  <a:moveTo>
                    <a:pt x="1702" y="0"/>
                  </a:moveTo>
                  <a:cubicBezTo>
                    <a:pt x="757" y="0"/>
                    <a:pt x="1" y="788"/>
                    <a:pt x="1" y="1733"/>
                  </a:cubicBezTo>
                  <a:lnTo>
                    <a:pt x="1" y="8097"/>
                  </a:lnTo>
                  <a:cubicBezTo>
                    <a:pt x="348" y="7782"/>
                    <a:pt x="820" y="7562"/>
                    <a:pt x="1387" y="7562"/>
                  </a:cubicBezTo>
                  <a:lnTo>
                    <a:pt x="2049" y="7562"/>
                  </a:lnTo>
                  <a:lnTo>
                    <a:pt x="20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-35814600" y="3407650"/>
              <a:ext cx="242625" cy="68550"/>
            </a:xfrm>
            <a:custGeom>
              <a:rect b="b" l="l" r="r" t="t"/>
              <a:pathLst>
                <a:path extrusionOk="0" h="2742" w="9705">
                  <a:moveTo>
                    <a:pt x="1387" y="0"/>
                  </a:moveTo>
                  <a:cubicBezTo>
                    <a:pt x="631" y="0"/>
                    <a:pt x="1" y="630"/>
                    <a:pt x="1" y="1386"/>
                  </a:cubicBezTo>
                  <a:cubicBezTo>
                    <a:pt x="1" y="2111"/>
                    <a:pt x="600" y="2741"/>
                    <a:pt x="1356" y="2741"/>
                  </a:cubicBezTo>
                  <a:lnTo>
                    <a:pt x="4758" y="2741"/>
                  </a:lnTo>
                  <a:lnTo>
                    <a:pt x="4758" y="1733"/>
                  </a:lnTo>
                  <a:lnTo>
                    <a:pt x="1702" y="1733"/>
                  </a:lnTo>
                  <a:cubicBezTo>
                    <a:pt x="1513" y="1733"/>
                    <a:pt x="1356" y="1575"/>
                    <a:pt x="1356" y="1355"/>
                  </a:cubicBezTo>
                  <a:cubicBezTo>
                    <a:pt x="1356" y="1166"/>
                    <a:pt x="1513" y="1008"/>
                    <a:pt x="1702" y="1008"/>
                  </a:cubicBezTo>
                  <a:lnTo>
                    <a:pt x="9232" y="1008"/>
                  </a:lnTo>
                  <a:cubicBezTo>
                    <a:pt x="9263" y="851"/>
                    <a:pt x="9326" y="662"/>
                    <a:pt x="9452" y="536"/>
                  </a:cubicBezTo>
                  <a:cubicBezTo>
                    <a:pt x="9704" y="221"/>
                    <a:pt x="9484" y="0"/>
                    <a:pt x="9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-35627125" y="3450950"/>
              <a:ext cx="55150" cy="25250"/>
            </a:xfrm>
            <a:custGeom>
              <a:rect b="b" l="l" r="r" t="t"/>
              <a:pathLst>
                <a:path extrusionOk="0" h="1010" w="2206">
                  <a:moveTo>
                    <a:pt x="0" y="1"/>
                  </a:moveTo>
                  <a:lnTo>
                    <a:pt x="0" y="1009"/>
                  </a:lnTo>
                  <a:lnTo>
                    <a:pt x="1670" y="1009"/>
                  </a:lnTo>
                  <a:cubicBezTo>
                    <a:pt x="1953" y="1009"/>
                    <a:pt x="2205" y="788"/>
                    <a:pt x="1953" y="505"/>
                  </a:cubicBezTo>
                  <a:cubicBezTo>
                    <a:pt x="1827" y="347"/>
                    <a:pt x="1764" y="190"/>
                    <a:pt x="1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-35703525" y="3305250"/>
              <a:ext cx="84300" cy="34675"/>
            </a:xfrm>
            <a:custGeom>
              <a:rect b="b" l="l" r="r" t="t"/>
              <a:pathLst>
                <a:path extrusionOk="0" h="1387" w="3372">
                  <a:moveTo>
                    <a:pt x="1701" y="0"/>
                  </a:moveTo>
                  <a:cubicBezTo>
                    <a:pt x="882" y="0"/>
                    <a:pt x="221" y="599"/>
                    <a:pt x="0" y="1387"/>
                  </a:cubicBezTo>
                  <a:lnTo>
                    <a:pt x="3371" y="1387"/>
                  </a:lnTo>
                  <a:cubicBezTo>
                    <a:pt x="3214" y="599"/>
                    <a:pt x="2521" y="0"/>
                    <a:pt x="1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-35677550" y="3254050"/>
              <a:ext cx="33100" cy="33100"/>
            </a:xfrm>
            <a:custGeom>
              <a:rect b="b" l="l" r="r" t="t"/>
              <a:pathLst>
                <a:path extrusionOk="0" h="1324" w="1324">
                  <a:moveTo>
                    <a:pt x="662" y="1"/>
                  </a:moveTo>
                  <a:cubicBezTo>
                    <a:pt x="316" y="1"/>
                    <a:pt x="1" y="284"/>
                    <a:pt x="1" y="662"/>
                  </a:cubicBezTo>
                  <a:cubicBezTo>
                    <a:pt x="1" y="1040"/>
                    <a:pt x="316" y="1324"/>
                    <a:pt x="662" y="1324"/>
                  </a:cubicBezTo>
                  <a:cubicBezTo>
                    <a:pt x="1040" y="1324"/>
                    <a:pt x="1324" y="1040"/>
                    <a:pt x="1324" y="662"/>
                  </a:cubicBezTo>
                  <a:cubicBezTo>
                    <a:pt x="1324" y="284"/>
                    <a:pt x="1040" y="1"/>
                    <a:pt x="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-35746850" y="3202075"/>
              <a:ext cx="171725" cy="189050"/>
            </a:xfrm>
            <a:custGeom>
              <a:rect b="b" l="l" r="r" t="t"/>
              <a:pathLst>
                <a:path extrusionOk="0" h="7562" w="6869">
                  <a:moveTo>
                    <a:pt x="3434" y="1355"/>
                  </a:moveTo>
                  <a:cubicBezTo>
                    <a:pt x="4191" y="1355"/>
                    <a:pt x="4821" y="1985"/>
                    <a:pt x="4821" y="2741"/>
                  </a:cubicBezTo>
                  <a:cubicBezTo>
                    <a:pt x="4821" y="3088"/>
                    <a:pt x="4663" y="3403"/>
                    <a:pt x="4474" y="3655"/>
                  </a:cubicBezTo>
                  <a:cubicBezTo>
                    <a:pt x="5293" y="4033"/>
                    <a:pt x="5829" y="4852"/>
                    <a:pt x="5829" y="5829"/>
                  </a:cubicBezTo>
                  <a:cubicBezTo>
                    <a:pt x="5829" y="6018"/>
                    <a:pt x="5671" y="6175"/>
                    <a:pt x="5482" y="6175"/>
                  </a:cubicBezTo>
                  <a:lnTo>
                    <a:pt x="1387" y="6175"/>
                  </a:lnTo>
                  <a:cubicBezTo>
                    <a:pt x="1198" y="6175"/>
                    <a:pt x="1040" y="6018"/>
                    <a:pt x="1040" y="5829"/>
                  </a:cubicBezTo>
                  <a:cubicBezTo>
                    <a:pt x="1040" y="4852"/>
                    <a:pt x="1576" y="4033"/>
                    <a:pt x="2426" y="3655"/>
                  </a:cubicBezTo>
                  <a:cubicBezTo>
                    <a:pt x="2174" y="3403"/>
                    <a:pt x="2048" y="3088"/>
                    <a:pt x="2048" y="2741"/>
                  </a:cubicBezTo>
                  <a:cubicBezTo>
                    <a:pt x="2048" y="1985"/>
                    <a:pt x="2678" y="1355"/>
                    <a:pt x="3434" y="1355"/>
                  </a:cubicBezTo>
                  <a:close/>
                  <a:moveTo>
                    <a:pt x="0" y="0"/>
                  </a:moveTo>
                  <a:lnTo>
                    <a:pt x="0" y="7562"/>
                  </a:lnTo>
                  <a:lnTo>
                    <a:pt x="6868" y="7562"/>
                  </a:lnTo>
                  <a:lnTo>
                    <a:pt x="6868" y="1009"/>
                  </a:lnTo>
                  <a:cubicBezTo>
                    <a:pt x="6868" y="473"/>
                    <a:pt x="6396" y="0"/>
                    <a:pt x="5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-35677550" y="3450950"/>
              <a:ext cx="34675" cy="42575"/>
            </a:xfrm>
            <a:custGeom>
              <a:rect b="b" l="l" r="r" t="t"/>
              <a:pathLst>
                <a:path extrusionOk="0" h="1703" w="1387">
                  <a:moveTo>
                    <a:pt x="1" y="1"/>
                  </a:moveTo>
                  <a:lnTo>
                    <a:pt x="1" y="1702"/>
                  </a:lnTo>
                  <a:lnTo>
                    <a:pt x="505" y="1387"/>
                  </a:lnTo>
                  <a:cubicBezTo>
                    <a:pt x="536" y="1324"/>
                    <a:pt x="631" y="1324"/>
                    <a:pt x="694" y="1324"/>
                  </a:cubicBezTo>
                  <a:cubicBezTo>
                    <a:pt x="711" y="1316"/>
                    <a:pt x="725" y="1312"/>
                    <a:pt x="739" y="1312"/>
                  </a:cubicBezTo>
                  <a:cubicBezTo>
                    <a:pt x="776" y="1312"/>
                    <a:pt x="805" y="1341"/>
                    <a:pt x="851" y="1387"/>
                  </a:cubicBezTo>
                  <a:lnTo>
                    <a:pt x="1387" y="1702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2274740" y="3104708"/>
            <a:ext cx="282969" cy="280718"/>
            <a:chOff x="-32174975" y="3192625"/>
            <a:chExt cx="295375" cy="293025"/>
          </a:xfrm>
        </p:grpSpPr>
        <p:sp>
          <p:nvSpPr>
            <p:cNvPr id="150" name="Google Shape;150;p17"/>
            <p:cNvSpPr/>
            <p:nvPr/>
          </p:nvSpPr>
          <p:spPr>
            <a:xfrm>
              <a:off x="-32171050" y="3279250"/>
              <a:ext cx="291450" cy="153625"/>
            </a:xfrm>
            <a:custGeom>
              <a:rect b="b" l="l" r="r" t="t"/>
              <a:pathLst>
                <a:path extrusionOk="0" h="6145" w="11658">
                  <a:moveTo>
                    <a:pt x="5829" y="694"/>
                  </a:moveTo>
                  <a:cubicBezTo>
                    <a:pt x="7184" y="694"/>
                    <a:pt x="8255" y="1734"/>
                    <a:pt x="8255" y="3088"/>
                  </a:cubicBezTo>
                  <a:cubicBezTo>
                    <a:pt x="8255" y="4412"/>
                    <a:pt x="7153" y="5483"/>
                    <a:pt x="5829" y="5483"/>
                  </a:cubicBezTo>
                  <a:cubicBezTo>
                    <a:pt x="4506" y="5483"/>
                    <a:pt x="3435" y="4412"/>
                    <a:pt x="3435" y="3088"/>
                  </a:cubicBezTo>
                  <a:cubicBezTo>
                    <a:pt x="3435" y="1734"/>
                    <a:pt x="4506" y="694"/>
                    <a:pt x="5829" y="694"/>
                  </a:cubicBezTo>
                  <a:close/>
                  <a:moveTo>
                    <a:pt x="1" y="1"/>
                  </a:moveTo>
                  <a:lnTo>
                    <a:pt x="1" y="6144"/>
                  </a:lnTo>
                  <a:lnTo>
                    <a:pt x="11658" y="6144"/>
                  </a:lnTo>
                  <a:lnTo>
                    <a:pt x="116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-32067075" y="3313925"/>
              <a:ext cx="84300" cy="85075"/>
            </a:xfrm>
            <a:custGeom>
              <a:rect b="b" l="l" r="r" t="t"/>
              <a:pathLst>
                <a:path extrusionOk="0" h="3403" w="3372">
                  <a:moveTo>
                    <a:pt x="1670" y="662"/>
                  </a:moveTo>
                  <a:cubicBezTo>
                    <a:pt x="1891" y="662"/>
                    <a:pt x="2048" y="819"/>
                    <a:pt x="2048" y="1040"/>
                  </a:cubicBezTo>
                  <a:lnTo>
                    <a:pt x="2048" y="1386"/>
                  </a:lnTo>
                  <a:lnTo>
                    <a:pt x="2395" y="1386"/>
                  </a:lnTo>
                  <a:cubicBezTo>
                    <a:pt x="2584" y="1386"/>
                    <a:pt x="2741" y="1544"/>
                    <a:pt x="2741" y="1733"/>
                  </a:cubicBezTo>
                  <a:cubicBezTo>
                    <a:pt x="2710" y="1890"/>
                    <a:pt x="2552" y="2048"/>
                    <a:pt x="2363" y="2048"/>
                  </a:cubicBezTo>
                  <a:lnTo>
                    <a:pt x="1670" y="2048"/>
                  </a:lnTo>
                  <a:cubicBezTo>
                    <a:pt x="1481" y="2048"/>
                    <a:pt x="1324" y="1890"/>
                    <a:pt x="1324" y="1701"/>
                  </a:cubicBezTo>
                  <a:lnTo>
                    <a:pt x="1324" y="1040"/>
                  </a:lnTo>
                  <a:cubicBezTo>
                    <a:pt x="1324" y="819"/>
                    <a:pt x="1481" y="662"/>
                    <a:pt x="1670" y="662"/>
                  </a:cubicBezTo>
                  <a:close/>
                  <a:moveTo>
                    <a:pt x="1670" y="0"/>
                  </a:moveTo>
                  <a:cubicBezTo>
                    <a:pt x="725" y="0"/>
                    <a:pt x="1" y="756"/>
                    <a:pt x="1" y="1701"/>
                  </a:cubicBezTo>
                  <a:cubicBezTo>
                    <a:pt x="1" y="2646"/>
                    <a:pt x="725" y="3403"/>
                    <a:pt x="1670" y="3403"/>
                  </a:cubicBezTo>
                  <a:cubicBezTo>
                    <a:pt x="2615" y="3403"/>
                    <a:pt x="3372" y="2646"/>
                    <a:pt x="3372" y="1701"/>
                  </a:cubicBezTo>
                  <a:cubicBezTo>
                    <a:pt x="3372" y="756"/>
                    <a:pt x="2615" y="0"/>
                    <a:pt x="1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-32171050" y="3450950"/>
              <a:ext cx="291450" cy="34700"/>
            </a:xfrm>
            <a:custGeom>
              <a:rect b="b" l="l" r="r" t="t"/>
              <a:pathLst>
                <a:path extrusionOk="0" h="1388" w="11658">
                  <a:moveTo>
                    <a:pt x="1" y="1"/>
                  </a:moveTo>
                  <a:lnTo>
                    <a:pt x="1" y="347"/>
                  </a:lnTo>
                  <a:cubicBezTo>
                    <a:pt x="1" y="915"/>
                    <a:pt x="442" y="1387"/>
                    <a:pt x="1041" y="1387"/>
                  </a:cubicBezTo>
                  <a:lnTo>
                    <a:pt x="10650" y="1387"/>
                  </a:lnTo>
                  <a:cubicBezTo>
                    <a:pt x="11217" y="1387"/>
                    <a:pt x="11658" y="915"/>
                    <a:pt x="11658" y="347"/>
                  </a:cubicBezTo>
                  <a:lnTo>
                    <a:pt x="116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-32174975" y="3192625"/>
              <a:ext cx="295375" cy="70125"/>
            </a:xfrm>
            <a:custGeom>
              <a:rect b="b" l="l" r="r" t="t"/>
              <a:pathLst>
                <a:path extrusionOk="0" h="2805" w="11815">
                  <a:moveTo>
                    <a:pt x="1733" y="0"/>
                  </a:moveTo>
                  <a:cubicBezTo>
                    <a:pt x="1544" y="0"/>
                    <a:pt x="1387" y="158"/>
                    <a:pt x="1387" y="378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73" y="725"/>
                    <a:pt x="0" y="1197"/>
                    <a:pt x="0" y="1733"/>
                  </a:cubicBezTo>
                  <a:lnTo>
                    <a:pt x="0" y="2804"/>
                  </a:lnTo>
                  <a:lnTo>
                    <a:pt x="11657" y="2804"/>
                  </a:lnTo>
                  <a:lnTo>
                    <a:pt x="11657" y="1733"/>
                  </a:lnTo>
                  <a:lnTo>
                    <a:pt x="11815" y="1733"/>
                  </a:lnTo>
                  <a:cubicBezTo>
                    <a:pt x="11815" y="1197"/>
                    <a:pt x="11374" y="725"/>
                    <a:pt x="10807" y="725"/>
                  </a:cubicBezTo>
                  <a:lnTo>
                    <a:pt x="10460" y="725"/>
                  </a:lnTo>
                  <a:lnTo>
                    <a:pt x="10460" y="378"/>
                  </a:lnTo>
                  <a:cubicBezTo>
                    <a:pt x="10460" y="158"/>
                    <a:pt x="10303" y="0"/>
                    <a:pt x="10082" y="0"/>
                  </a:cubicBezTo>
                  <a:cubicBezTo>
                    <a:pt x="9893" y="0"/>
                    <a:pt x="9735" y="158"/>
                    <a:pt x="9735" y="378"/>
                  </a:cubicBezTo>
                  <a:lnTo>
                    <a:pt x="9735" y="725"/>
                  </a:lnTo>
                  <a:lnTo>
                    <a:pt x="8349" y="725"/>
                  </a:lnTo>
                  <a:lnTo>
                    <a:pt x="8349" y="378"/>
                  </a:lnTo>
                  <a:cubicBezTo>
                    <a:pt x="8349" y="158"/>
                    <a:pt x="8192" y="0"/>
                    <a:pt x="8003" y="0"/>
                  </a:cubicBezTo>
                  <a:cubicBezTo>
                    <a:pt x="7814" y="0"/>
                    <a:pt x="7656" y="158"/>
                    <a:pt x="7656" y="378"/>
                  </a:cubicBezTo>
                  <a:lnTo>
                    <a:pt x="7656" y="725"/>
                  </a:lnTo>
                  <a:lnTo>
                    <a:pt x="6270" y="725"/>
                  </a:lnTo>
                  <a:lnTo>
                    <a:pt x="6270" y="378"/>
                  </a:lnTo>
                  <a:cubicBezTo>
                    <a:pt x="6270" y="158"/>
                    <a:pt x="6112" y="0"/>
                    <a:pt x="5923" y="0"/>
                  </a:cubicBezTo>
                  <a:cubicBezTo>
                    <a:pt x="5734" y="0"/>
                    <a:pt x="5577" y="158"/>
                    <a:pt x="5577" y="378"/>
                  </a:cubicBezTo>
                  <a:lnTo>
                    <a:pt x="5577" y="725"/>
                  </a:lnTo>
                  <a:lnTo>
                    <a:pt x="4191" y="725"/>
                  </a:lnTo>
                  <a:lnTo>
                    <a:pt x="4191" y="378"/>
                  </a:lnTo>
                  <a:cubicBezTo>
                    <a:pt x="4191" y="158"/>
                    <a:pt x="4033" y="0"/>
                    <a:pt x="3844" y="0"/>
                  </a:cubicBezTo>
                  <a:cubicBezTo>
                    <a:pt x="3623" y="0"/>
                    <a:pt x="3466" y="158"/>
                    <a:pt x="3466" y="378"/>
                  </a:cubicBezTo>
                  <a:lnTo>
                    <a:pt x="3466" y="725"/>
                  </a:lnTo>
                  <a:lnTo>
                    <a:pt x="2111" y="725"/>
                  </a:lnTo>
                  <a:lnTo>
                    <a:pt x="2111" y="378"/>
                  </a:lnTo>
                  <a:cubicBezTo>
                    <a:pt x="2111" y="158"/>
                    <a:pt x="1954" y="0"/>
                    <a:pt x="1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17"/>
          <p:cNvSpPr/>
          <p:nvPr/>
        </p:nvSpPr>
        <p:spPr>
          <a:xfrm>
            <a:off x="7056943" y="3101610"/>
            <a:ext cx="286753" cy="280167"/>
          </a:xfrm>
          <a:custGeom>
            <a:rect b="b" l="l" r="r" t="t"/>
            <a:pathLst>
              <a:path extrusionOk="0" h="11698" w="11973">
                <a:moveTo>
                  <a:pt x="8928" y="1750"/>
                </a:moveTo>
                <a:cubicBezTo>
                  <a:pt x="9192" y="1750"/>
                  <a:pt x="9452" y="1852"/>
                  <a:pt x="9641" y="2057"/>
                </a:cubicBezTo>
                <a:cubicBezTo>
                  <a:pt x="10050" y="2435"/>
                  <a:pt x="10050" y="3096"/>
                  <a:pt x="9641" y="3506"/>
                </a:cubicBezTo>
                <a:cubicBezTo>
                  <a:pt x="9452" y="3695"/>
                  <a:pt x="9192" y="3790"/>
                  <a:pt x="8928" y="3790"/>
                </a:cubicBezTo>
                <a:cubicBezTo>
                  <a:pt x="8664" y="3790"/>
                  <a:pt x="8396" y="3695"/>
                  <a:pt x="8192" y="3506"/>
                </a:cubicBezTo>
                <a:cubicBezTo>
                  <a:pt x="7814" y="3096"/>
                  <a:pt x="7814" y="2435"/>
                  <a:pt x="8192" y="2057"/>
                </a:cubicBezTo>
                <a:cubicBezTo>
                  <a:pt x="8396" y="1852"/>
                  <a:pt x="8664" y="1750"/>
                  <a:pt x="8928" y="1750"/>
                </a:cubicBezTo>
                <a:close/>
                <a:moveTo>
                  <a:pt x="7901" y="1"/>
                </a:moveTo>
                <a:cubicBezTo>
                  <a:pt x="6958" y="1"/>
                  <a:pt x="6010" y="363"/>
                  <a:pt x="5293" y="1080"/>
                </a:cubicBezTo>
                <a:cubicBezTo>
                  <a:pt x="4285" y="2088"/>
                  <a:pt x="3939" y="3569"/>
                  <a:pt x="4380" y="4924"/>
                </a:cubicBezTo>
                <a:lnTo>
                  <a:pt x="126" y="9177"/>
                </a:lnTo>
                <a:cubicBezTo>
                  <a:pt x="32" y="9240"/>
                  <a:pt x="0" y="9334"/>
                  <a:pt x="0" y="9397"/>
                </a:cubicBezTo>
                <a:lnTo>
                  <a:pt x="0" y="11319"/>
                </a:lnTo>
                <a:cubicBezTo>
                  <a:pt x="0" y="11540"/>
                  <a:pt x="158" y="11697"/>
                  <a:pt x="347" y="11697"/>
                </a:cubicBezTo>
                <a:lnTo>
                  <a:pt x="2300" y="11697"/>
                </a:lnTo>
                <a:cubicBezTo>
                  <a:pt x="2363" y="11697"/>
                  <a:pt x="2489" y="11634"/>
                  <a:pt x="2521" y="11571"/>
                </a:cubicBezTo>
                <a:lnTo>
                  <a:pt x="2993" y="11099"/>
                </a:lnTo>
                <a:cubicBezTo>
                  <a:pt x="3088" y="11004"/>
                  <a:pt x="3119" y="10910"/>
                  <a:pt x="3088" y="10815"/>
                </a:cubicBezTo>
                <a:lnTo>
                  <a:pt x="2993" y="10311"/>
                </a:lnTo>
                <a:lnTo>
                  <a:pt x="3718" y="10217"/>
                </a:lnTo>
                <a:cubicBezTo>
                  <a:pt x="3876" y="10217"/>
                  <a:pt x="3970" y="10091"/>
                  <a:pt x="4033" y="9902"/>
                </a:cubicBezTo>
                <a:lnTo>
                  <a:pt x="4096" y="9208"/>
                </a:lnTo>
                <a:lnTo>
                  <a:pt x="4600" y="9271"/>
                </a:lnTo>
                <a:cubicBezTo>
                  <a:pt x="4695" y="9271"/>
                  <a:pt x="4821" y="9271"/>
                  <a:pt x="4884" y="9208"/>
                </a:cubicBezTo>
                <a:cubicBezTo>
                  <a:pt x="4978" y="9114"/>
                  <a:pt x="5010" y="9051"/>
                  <a:pt x="5010" y="8956"/>
                </a:cubicBezTo>
                <a:lnTo>
                  <a:pt x="5010" y="8326"/>
                </a:lnTo>
                <a:lnTo>
                  <a:pt x="5640" y="8326"/>
                </a:lnTo>
                <a:cubicBezTo>
                  <a:pt x="5703" y="8326"/>
                  <a:pt x="5829" y="8295"/>
                  <a:pt x="5860" y="8232"/>
                </a:cubicBezTo>
                <a:lnTo>
                  <a:pt x="6742" y="7350"/>
                </a:lnTo>
                <a:cubicBezTo>
                  <a:pt x="7131" y="7479"/>
                  <a:pt x="7533" y="7543"/>
                  <a:pt x="7931" y="7543"/>
                </a:cubicBezTo>
                <a:cubicBezTo>
                  <a:pt x="8891" y="7543"/>
                  <a:pt x="9833" y="7171"/>
                  <a:pt x="10523" y="6436"/>
                </a:cubicBezTo>
                <a:cubicBezTo>
                  <a:pt x="11972" y="4987"/>
                  <a:pt x="11972" y="2592"/>
                  <a:pt x="10523" y="1143"/>
                </a:cubicBezTo>
                <a:cubicBezTo>
                  <a:pt x="9823" y="379"/>
                  <a:pt x="8865" y="1"/>
                  <a:pt x="790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17"/>
          <p:cNvGrpSpPr/>
          <p:nvPr/>
        </p:nvGrpSpPr>
        <p:grpSpPr>
          <a:xfrm>
            <a:off x="2276253" y="4014469"/>
            <a:ext cx="279952" cy="280718"/>
            <a:chOff x="-33645475" y="3944800"/>
            <a:chExt cx="292225" cy="293025"/>
          </a:xfrm>
        </p:grpSpPr>
        <p:sp>
          <p:nvSpPr>
            <p:cNvPr id="156" name="Google Shape;156;p17"/>
            <p:cNvSpPr/>
            <p:nvPr/>
          </p:nvSpPr>
          <p:spPr>
            <a:xfrm>
              <a:off x="-33549375" y="3944800"/>
              <a:ext cx="98475" cy="70900"/>
            </a:xfrm>
            <a:custGeom>
              <a:rect b="b" l="l" r="r" t="t"/>
              <a:pathLst>
                <a:path extrusionOk="0" h="2836" w="3939">
                  <a:moveTo>
                    <a:pt x="1985" y="0"/>
                  </a:moveTo>
                  <a:cubicBezTo>
                    <a:pt x="1260" y="0"/>
                    <a:pt x="473" y="946"/>
                    <a:pt x="0" y="2521"/>
                  </a:cubicBezTo>
                  <a:cubicBezTo>
                    <a:pt x="158" y="2615"/>
                    <a:pt x="284" y="2710"/>
                    <a:pt x="410" y="2836"/>
                  </a:cubicBezTo>
                  <a:cubicBezTo>
                    <a:pt x="914" y="2773"/>
                    <a:pt x="1481" y="2773"/>
                    <a:pt x="1985" y="2773"/>
                  </a:cubicBezTo>
                  <a:cubicBezTo>
                    <a:pt x="2489" y="2773"/>
                    <a:pt x="3056" y="2804"/>
                    <a:pt x="3560" y="2836"/>
                  </a:cubicBezTo>
                  <a:cubicBezTo>
                    <a:pt x="3623" y="2678"/>
                    <a:pt x="3781" y="2584"/>
                    <a:pt x="3938" y="2521"/>
                  </a:cubicBezTo>
                  <a:cubicBezTo>
                    <a:pt x="3529" y="946"/>
                    <a:pt x="2741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-33645475" y="4041675"/>
              <a:ext cx="70900" cy="98475"/>
            </a:xfrm>
            <a:custGeom>
              <a:rect b="b" l="l" r="r" t="t"/>
              <a:pathLst>
                <a:path extrusionOk="0" h="3939" w="2836">
                  <a:moveTo>
                    <a:pt x="2521" y="0"/>
                  </a:moveTo>
                  <a:cubicBezTo>
                    <a:pt x="946" y="473"/>
                    <a:pt x="32" y="1229"/>
                    <a:pt x="32" y="1954"/>
                  </a:cubicBezTo>
                  <a:cubicBezTo>
                    <a:pt x="1" y="2710"/>
                    <a:pt x="946" y="3466"/>
                    <a:pt x="2521" y="3939"/>
                  </a:cubicBezTo>
                  <a:cubicBezTo>
                    <a:pt x="2584" y="3781"/>
                    <a:pt x="2710" y="3655"/>
                    <a:pt x="2836" y="3529"/>
                  </a:cubicBezTo>
                  <a:cubicBezTo>
                    <a:pt x="2773" y="3025"/>
                    <a:pt x="2773" y="2521"/>
                    <a:pt x="2773" y="1954"/>
                  </a:cubicBezTo>
                  <a:cubicBezTo>
                    <a:pt x="2773" y="1418"/>
                    <a:pt x="2805" y="914"/>
                    <a:pt x="2836" y="379"/>
                  </a:cubicBezTo>
                  <a:cubicBezTo>
                    <a:pt x="2679" y="316"/>
                    <a:pt x="2553" y="158"/>
                    <a:pt x="2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-33424150" y="4042450"/>
              <a:ext cx="70900" cy="52025"/>
            </a:xfrm>
            <a:custGeom>
              <a:rect b="b" l="l" r="r" t="t"/>
              <a:pathLst>
                <a:path extrusionOk="0" h="2081" w="2836">
                  <a:moveTo>
                    <a:pt x="316" y="1"/>
                  </a:moveTo>
                  <a:cubicBezTo>
                    <a:pt x="253" y="159"/>
                    <a:pt x="127" y="285"/>
                    <a:pt x="1" y="379"/>
                  </a:cubicBezTo>
                  <a:cubicBezTo>
                    <a:pt x="32" y="600"/>
                    <a:pt x="32" y="789"/>
                    <a:pt x="32" y="978"/>
                  </a:cubicBezTo>
                  <a:cubicBezTo>
                    <a:pt x="158" y="978"/>
                    <a:pt x="284" y="946"/>
                    <a:pt x="442" y="946"/>
                  </a:cubicBezTo>
                  <a:cubicBezTo>
                    <a:pt x="1387" y="946"/>
                    <a:pt x="2237" y="1387"/>
                    <a:pt x="2804" y="2080"/>
                  </a:cubicBezTo>
                  <a:lnTo>
                    <a:pt x="2804" y="1954"/>
                  </a:lnTo>
                  <a:cubicBezTo>
                    <a:pt x="2836" y="1230"/>
                    <a:pt x="1891" y="474"/>
                    <a:pt x="3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-33549375" y="4165325"/>
              <a:ext cx="86650" cy="70925"/>
            </a:xfrm>
            <a:custGeom>
              <a:rect b="b" l="l" r="r" t="t"/>
              <a:pathLst>
                <a:path extrusionOk="0" h="2837" w="3466">
                  <a:moveTo>
                    <a:pt x="410" y="1"/>
                  </a:moveTo>
                  <a:cubicBezTo>
                    <a:pt x="315" y="158"/>
                    <a:pt x="158" y="284"/>
                    <a:pt x="0" y="316"/>
                  </a:cubicBezTo>
                  <a:cubicBezTo>
                    <a:pt x="473" y="1891"/>
                    <a:pt x="1260" y="2836"/>
                    <a:pt x="1985" y="2836"/>
                  </a:cubicBezTo>
                  <a:cubicBezTo>
                    <a:pt x="2489" y="2836"/>
                    <a:pt x="3056" y="2364"/>
                    <a:pt x="3466" y="1544"/>
                  </a:cubicBezTo>
                  <a:lnTo>
                    <a:pt x="3119" y="1072"/>
                  </a:lnTo>
                  <a:cubicBezTo>
                    <a:pt x="2836" y="851"/>
                    <a:pt x="2678" y="473"/>
                    <a:pt x="2521" y="95"/>
                  </a:cubicBezTo>
                  <a:lnTo>
                    <a:pt x="1985" y="95"/>
                  </a:lnTo>
                  <a:cubicBezTo>
                    <a:pt x="1418" y="95"/>
                    <a:pt x="882" y="64"/>
                    <a:pt x="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-33558825" y="4030650"/>
              <a:ext cx="118950" cy="120525"/>
            </a:xfrm>
            <a:custGeom>
              <a:rect b="b" l="l" r="r" t="t"/>
              <a:pathLst>
                <a:path extrusionOk="0" h="4821" w="4758">
                  <a:moveTo>
                    <a:pt x="2395" y="0"/>
                  </a:moveTo>
                  <a:cubicBezTo>
                    <a:pt x="1922" y="0"/>
                    <a:pt x="1418" y="32"/>
                    <a:pt x="1008" y="95"/>
                  </a:cubicBezTo>
                  <a:cubicBezTo>
                    <a:pt x="977" y="599"/>
                    <a:pt x="599" y="977"/>
                    <a:pt x="63" y="1040"/>
                  </a:cubicBezTo>
                  <a:cubicBezTo>
                    <a:pt x="32" y="1450"/>
                    <a:pt x="0" y="1922"/>
                    <a:pt x="0" y="2395"/>
                  </a:cubicBezTo>
                  <a:cubicBezTo>
                    <a:pt x="0" y="2867"/>
                    <a:pt x="32" y="3340"/>
                    <a:pt x="63" y="3781"/>
                  </a:cubicBezTo>
                  <a:cubicBezTo>
                    <a:pt x="599" y="3812"/>
                    <a:pt x="977" y="4222"/>
                    <a:pt x="1008" y="4726"/>
                  </a:cubicBezTo>
                  <a:cubicBezTo>
                    <a:pt x="1449" y="4758"/>
                    <a:pt x="1922" y="4821"/>
                    <a:pt x="2395" y="4821"/>
                  </a:cubicBezTo>
                  <a:lnTo>
                    <a:pt x="2804" y="4821"/>
                  </a:lnTo>
                  <a:cubicBezTo>
                    <a:pt x="2804" y="4695"/>
                    <a:pt x="2741" y="4569"/>
                    <a:pt x="2741" y="4506"/>
                  </a:cubicBezTo>
                  <a:cubicBezTo>
                    <a:pt x="2741" y="3151"/>
                    <a:pt x="3592" y="2017"/>
                    <a:pt x="4757" y="1576"/>
                  </a:cubicBezTo>
                  <a:cubicBezTo>
                    <a:pt x="4757" y="1387"/>
                    <a:pt x="4726" y="1229"/>
                    <a:pt x="4726" y="1040"/>
                  </a:cubicBezTo>
                  <a:cubicBezTo>
                    <a:pt x="4222" y="977"/>
                    <a:pt x="3812" y="599"/>
                    <a:pt x="3781" y="95"/>
                  </a:cubicBezTo>
                  <a:cubicBezTo>
                    <a:pt x="3340" y="32"/>
                    <a:pt x="2867" y="0"/>
                    <a:pt x="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-33639950" y="4129900"/>
              <a:ext cx="100825" cy="100825"/>
            </a:xfrm>
            <a:custGeom>
              <a:rect b="b" l="l" r="r" t="t"/>
              <a:pathLst>
                <a:path extrusionOk="0" h="4033" w="4033">
                  <a:moveTo>
                    <a:pt x="0" y="0"/>
                  </a:moveTo>
                  <a:lnTo>
                    <a:pt x="0" y="0"/>
                  </a:lnTo>
                  <a:cubicBezTo>
                    <a:pt x="567" y="1953"/>
                    <a:pt x="2111" y="3466"/>
                    <a:pt x="4033" y="4033"/>
                  </a:cubicBezTo>
                  <a:cubicBezTo>
                    <a:pt x="3592" y="3466"/>
                    <a:pt x="3245" y="2741"/>
                    <a:pt x="2962" y="1827"/>
                  </a:cubicBezTo>
                  <a:cubicBezTo>
                    <a:pt x="2584" y="1733"/>
                    <a:pt x="2300" y="1481"/>
                    <a:pt x="2206" y="1071"/>
                  </a:cubicBezTo>
                  <a:cubicBezTo>
                    <a:pt x="1323" y="851"/>
                    <a:pt x="567" y="441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-33459600" y="3951875"/>
              <a:ext cx="100850" cy="100075"/>
            </a:xfrm>
            <a:custGeom>
              <a:rect b="b" l="l" r="r" t="t"/>
              <a:pathLst>
                <a:path extrusionOk="0" h="4003" w="4034">
                  <a:moveTo>
                    <a:pt x="1" y="1"/>
                  </a:moveTo>
                  <a:lnTo>
                    <a:pt x="1" y="1"/>
                  </a:lnTo>
                  <a:cubicBezTo>
                    <a:pt x="442" y="537"/>
                    <a:pt x="788" y="1293"/>
                    <a:pt x="1072" y="2206"/>
                  </a:cubicBezTo>
                  <a:cubicBezTo>
                    <a:pt x="1419" y="2238"/>
                    <a:pt x="1734" y="2553"/>
                    <a:pt x="1828" y="2962"/>
                  </a:cubicBezTo>
                  <a:cubicBezTo>
                    <a:pt x="2710" y="3183"/>
                    <a:pt x="3466" y="3592"/>
                    <a:pt x="4033" y="4002"/>
                  </a:cubicBezTo>
                  <a:cubicBezTo>
                    <a:pt x="3466" y="2080"/>
                    <a:pt x="1923" y="53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-33639950" y="3951100"/>
              <a:ext cx="100825" cy="100050"/>
            </a:xfrm>
            <a:custGeom>
              <a:rect b="b" l="l" r="r" t="t"/>
              <a:pathLst>
                <a:path extrusionOk="0" h="4002" w="4033">
                  <a:moveTo>
                    <a:pt x="4033" y="0"/>
                  </a:moveTo>
                  <a:lnTo>
                    <a:pt x="4033" y="0"/>
                  </a:lnTo>
                  <a:cubicBezTo>
                    <a:pt x="2111" y="536"/>
                    <a:pt x="567" y="2080"/>
                    <a:pt x="0" y="4002"/>
                  </a:cubicBezTo>
                  <a:cubicBezTo>
                    <a:pt x="567" y="3592"/>
                    <a:pt x="1323" y="3214"/>
                    <a:pt x="2206" y="2962"/>
                  </a:cubicBezTo>
                  <a:cubicBezTo>
                    <a:pt x="2300" y="2552"/>
                    <a:pt x="2615" y="2269"/>
                    <a:pt x="2962" y="2206"/>
                  </a:cubicBezTo>
                  <a:cubicBezTo>
                    <a:pt x="3214" y="1292"/>
                    <a:pt x="3592" y="505"/>
                    <a:pt x="40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-33472975" y="4082625"/>
              <a:ext cx="119725" cy="155200"/>
            </a:xfrm>
            <a:custGeom>
              <a:rect b="b" l="l" r="r" t="t"/>
              <a:pathLst>
                <a:path extrusionOk="0" h="6208" w="4789">
                  <a:moveTo>
                    <a:pt x="2395" y="1355"/>
                  </a:moveTo>
                  <a:cubicBezTo>
                    <a:pt x="2930" y="1355"/>
                    <a:pt x="3403" y="1828"/>
                    <a:pt x="3403" y="2364"/>
                  </a:cubicBezTo>
                  <a:cubicBezTo>
                    <a:pt x="3403" y="2962"/>
                    <a:pt x="2930" y="3403"/>
                    <a:pt x="2395" y="3403"/>
                  </a:cubicBezTo>
                  <a:cubicBezTo>
                    <a:pt x="1827" y="3403"/>
                    <a:pt x="1355" y="2931"/>
                    <a:pt x="1355" y="2364"/>
                  </a:cubicBezTo>
                  <a:cubicBezTo>
                    <a:pt x="1355" y="1828"/>
                    <a:pt x="1827" y="1355"/>
                    <a:pt x="2395" y="1355"/>
                  </a:cubicBezTo>
                  <a:close/>
                  <a:moveTo>
                    <a:pt x="2395" y="1"/>
                  </a:moveTo>
                  <a:cubicBezTo>
                    <a:pt x="1040" y="1"/>
                    <a:pt x="0" y="1072"/>
                    <a:pt x="0" y="2427"/>
                  </a:cubicBezTo>
                  <a:cubicBezTo>
                    <a:pt x="0" y="2994"/>
                    <a:pt x="221" y="3592"/>
                    <a:pt x="630" y="4002"/>
                  </a:cubicBezTo>
                  <a:lnTo>
                    <a:pt x="2111" y="6050"/>
                  </a:lnTo>
                  <a:cubicBezTo>
                    <a:pt x="2206" y="6113"/>
                    <a:pt x="2269" y="6207"/>
                    <a:pt x="2395" y="6207"/>
                  </a:cubicBezTo>
                  <a:cubicBezTo>
                    <a:pt x="2521" y="6207"/>
                    <a:pt x="2584" y="6144"/>
                    <a:pt x="2678" y="6050"/>
                  </a:cubicBezTo>
                  <a:lnTo>
                    <a:pt x="4442" y="3592"/>
                  </a:lnTo>
                  <a:cubicBezTo>
                    <a:pt x="4663" y="3246"/>
                    <a:pt x="4757" y="2805"/>
                    <a:pt x="4757" y="2364"/>
                  </a:cubicBezTo>
                  <a:cubicBezTo>
                    <a:pt x="4789" y="1072"/>
                    <a:pt x="3686" y="1"/>
                    <a:pt x="2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-33421775" y="4133825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5141003" y="3102097"/>
            <a:ext cx="279209" cy="279209"/>
            <a:chOff x="-33286325" y="3586425"/>
            <a:chExt cx="291450" cy="291450"/>
          </a:xfrm>
        </p:grpSpPr>
        <p:sp>
          <p:nvSpPr>
            <p:cNvPr id="167" name="Google Shape;167;p17"/>
            <p:cNvSpPr/>
            <p:nvPr/>
          </p:nvSpPr>
          <p:spPr>
            <a:xfrm>
              <a:off x="-33114625" y="3586425"/>
              <a:ext cx="119750" cy="120525"/>
            </a:xfrm>
            <a:custGeom>
              <a:rect b="b" l="l" r="r" t="t"/>
              <a:pathLst>
                <a:path extrusionOk="0" h="4821" w="4790">
                  <a:moveTo>
                    <a:pt x="2395" y="631"/>
                  </a:moveTo>
                  <a:cubicBezTo>
                    <a:pt x="2584" y="631"/>
                    <a:pt x="2742" y="788"/>
                    <a:pt x="2742" y="1009"/>
                  </a:cubicBezTo>
                  <a:lnTo>
                    <a:pt x="2742" y="2017"/>
                  </a:lnTo>
                  <a:lnTo>
                    <a:pt x="3782" y="2017"/>
                  </a:lnTo>
                  <a:cubicBezTo>
                    <a:pt x="3971" y="2017"/>
                    <a:pt x="4128" y="2175"/>
                    <a:pt x="4128" y="2364"/>
                  </a:cubicBezTo>
                  <a:cubicBezTo>
                    <a:pt x="4128" y="2584"/>
                    <a:pt x="3971" y="2742"/>
                    <a:pt x="3782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64"/>
                  </a:cubicBezTo>
                  <a:lnTo>
                    <a:pt x="2049" y="1009"/>
                  </a:lnTo>
                  <a:cubicBezTo>
                    <a:pt x="2049" y="788"/>
                    <a:pt x="2206" y="631"/>
                    <a:pt x="2395" y="631"/>
                  </a:cubicBezTo>
                  <a:close/>
                  <a:moveTo>
                    <a:pt x="2395" y="1"/>
                  </a:moveTo>
                  <a:cubicBezTo>
                    <a:pt x="1041" y="1"/>
                    <a:pt x="1" y="1072"/>
                    <a:pt x="1" y="2427"/>
                  </a:cubicBezTo>
                  <a:cubicBezTo>
                    <a:pt x="1" y="3750"/>
                    <a:pt x="1041" y="4821"/>
                    <a:pt x="2395" y="4821"/>
                  </a:cubicBezTo>
                  <a:cubicBezTo>
                    <a:pt x="3719" y="4821"/>
                    <a:pt x="4790" y="3750"/>
                    <a:pt x="4790" y="2427"/>
                  </a:cubicBezTo>
                  <a:cubicBezTo>
                    <a:pt x="4790" y="1072"/>
                    <a:pt x="3719" y="1"/>
                    <a:pt x="2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-33286325" y="3825875"/>
              <a:ext cx="241050" cy="52000"/>
            </a:xfrm>
            <a:custGeom>
              <a:rect b="b" l="l" r="r" t="t"/>
              <a:pathLst>
                <a:path extrusionOk="0" h="2080" w="9642">
                  <a:moveTo>
                    <a:pt x="32" y="0"/>
                  </a:moveTo>
                  <a:lnTo>
                    <a:pt x="32" y="1764"/>
                  </a:lnTo>
                  <a:cubicBezTo>
                    <a:pt x="1" y="1922"/>
                    <a:pt x="158" y="2079"/>
                    <a:pt x="347" y="2079"/>
                  </a:cubicBezTo>
                  <a:lnTo>
                    <a:pt x="9295" y="2079"/>
                  </a:lnTo>
                  <a:cubicBezTo>
                    <a:pt x="9484" y="2079"/>
                    <a:pt x="9641" y="1922"/>
                    <a:pt x="9641" y="1733"/>
                  </a:cubicBezTo>
                  <a:lnTo>
                    <a:pt x="9641" y="1040"/>
                  </a:lnTo>
                  <a:cubicBezTo>
                    <a:pt x="9641" y="473"/>
                    <a:pt x="9169" y="0"/>
                    <a:pt x="86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-33183925" y="3756550"/>
              <a:ext cx="103200" cy="52025"/>
            </a:xfrm>
            <a:custGeom>
              <a:rect b="b" l="l" r="r" t="t"/>
              <a:pathLst>
                <a:path extrusionOk="0" h="2081" w="4128">
                  <a:moveTo>
                    <a:pt x="1040" y="1"/>
                  </a:moveTo>
                  <a:cubicBezTo>
                    <a:pt x="473" y="1"/>
                    <a:pt x="1" y="505"/>
                    <a:pt x="1" y="1040"/>
                  </a:cubicBezTo>
                  <a:lnTo>
                    <a:pt x="1" y="2080"/>
                  </a:lnTo>
                  <a:lnTo>
                    <a:pt x="4128" y="2080"/>
                  </a:lnTo>
                  <a:lnTo>
                    <a:pt x="4128" y="1040"/>
                  </a:lnTo>
                  <a:cubicBezTo>
                    <a:pt x="4128" y="505"/>
                    <a:pt x="3687" y="1"/>
                    <a:pt x="3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-33252450" y="3636850"/>
              <a:ext cx="68550" cy="69325"/>
            </a:xfrm>
            <a:custGeom>
              <a:rect b="b" l="l" r="r" t="t"/>
              <a:pathLst>
                <a:path extrusionOk="0" h="2773" w="2742">
                  <a:moveTo>
                    <a:pt x="1387" y="0"/>
                  </a:moveTo>
                  <a:cubicBezTo>
                    <a:pt x="599" y="0"/>
                    <a:pt x="1" y="630"/>
                    <a:pt x="1" y="1386"/>
                  </a:cubicBezTo>
                  <a:cubicBezTo>
                    <a:pt x="1" y="2142"/>
                    <a:pt x="599" y="2772"/>
                    <a:pt x="1387" y="2772"/>
                  </a:cubicBezTo>
                  <a:cubicBezTo>
                    <a:pt x="2143" y="2772"/>
                    <a:pt x="2742" y="2142"/>
                    <a:pt x="2742" y="1386"/>
                  </a:cubicBezTo>
                  <a:cubicBezTo>
                    <a:pt x="2742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-33286325" y="3723050"/>
              <a:ext cx="116600" cy="85525"/>
            </a:xfrm>
            <a:custGeom>
              <a:rect b="b" l="l" r="r" t="t"/>
              <a:pathLst>
                <a:path extrusionOk="0" h="3421" w="4664">
                  <a:moveTo>
                    <a:pt x="2788" y="1"/>
                  </a:moveTo>
                  <a:cubicBezTo>
                    <a:pt x="2690" y="1"/>
                    <a:pt x="2591" y="6"/>
                    <a:pt x="2490" y="18"/>
                  </a:cubicBezTo>
                  <a:cubicBezTo>
                    <a:pt x="1072" y="144"/>
                    <a:pt x="1" y="1435"/>
                    <a:pt x="1" y="2853"/>
                  </a:cubicBezTo>
                  <a:lnTo>
                    <a:pt x="1" y="3105"/>
                  </a:lnTo>
                  <a:cubicBezTo>
                    <a:pt x="1" y="3263"/>
                    <a:pt x="158" y="3420"/>
                    <a:pt x="347" y="3420"/>
                  </a:cubicBezTo>
                  <a:lnTo>
                    <a:pt x="3435" y="3420"/>
                  </a:lnTo>
                  <a:lnTo>
                    <a:pt x="3435" y="2380"/>
                  </a:lnTo>
                  <a:cubicBezTo>
                    <a:pt x="3435" y="1624"/>
                    <a:pt x="3939" y="963"/>
                    <a:pt x="4664" y="774"/>
                  </a:cubicBezTo>
                  <a:cubicBezTo>
                    <a:pt x="4164" y="302"/>
                    <a:pt x="3517" y="1"/>
                    <a:pt x="27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" name="Google Shape;172;p17"/>
          <p:cNvGrpSpPr/>
          <p:nvPr/>
        </p:nvGrpSpPr>
        <p:grpSpPr>
          <a:xfrm>
            <a:off x="3868474" y="3105108"/>
            <a:ext cx="279209" cy="279952"/>
            <a:chOff x="-30345325" y="3918800"/>
            <a:chExt cx="291450" cy="292225"/>
          </a:xfrm>
        </p:grpSpPr>
        <p:sp>
          <p:nvSpPr>
            <p:cNvPr id="173" name="Google Shape;173;p17"/>
            <p:cNvSpPr/>
            <p:nvPr/>
          </p:nvSpPr>
          <p:spPr>
            <a:xfrm>
              <a:off x="-30174425" y="3988125"/>
              <a:ext cx="120550" cy="120175"/>
            </a:xfrm>
            <a:custGeom>
              <a:rect b="b" l="l" r="r" t="t"/>
              <a:pathLst>
                <a:path extrusionOk="0" h="4807" w="4822"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426"/>
                  </a:lnTo>
                  <a:cubicBezTo>
                    <a:pt x="1" y="2962"/>
                    <a:pt x="474" y="3434"/>
                    <a:pt x="1041" y="3434"/>
                  </a:cubicBezTo>
                  <a:lnTo>
                    <a:pt x="1387" y="3434"/>
                  </a:lnTo>
                  <a:lnTo>
                    <a:pt x="1387" y="4474"/>
                  </a:lnTo>
                  <a:cubicBezTo>
                    <a:pt x="1387" y="4631"/>
                    <a:pt x="1482" y="4726"/>
                    <a:pt x="1576" y="4789"/>
                  </a:cubicBezTo>
                  <a:cubicBezTo>
                    <a:pt x="1618" y="4799"/>
                    <a:pt x="1664" y="4806"/>
                    <a:pt x="1709" y="4806"/>
                  </a:cubicBezTo>
                  <a:cubicBezTo>
                    <a:pt x="1800" y="4806"/>
                    <a:pt x="1891" y="4778"/>
                    <a:pt x="1954" y="4694"/>
                  </a:cubicBezTo>
                  <a:lnTo>
                    <a:pt x="3214" y="3434"/>
                  </a:lnTo>
                  <a:lnTo>
                    <a:pt x="3750" y="3434"/>
                  </a:lnTo>
                  <a:cubicBezTo>
                    <a:pt x="4317" y="3434"/>
                    <a:pt x="4790" y="2962"/>
                    <a:pt x="4790" y="2426"/>
                  </a:cubicBezTo>
                  <a:lnTo>
                    <a:pt x="4790" y="1040"/>
                  </a:lnTo>
                  <a:cubicBezTo>
                    <a:pt x="4821" y="473"/>
                    <a:pt x="4380" y="0"/>
                    <a:pt x="3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-30345325" y="3988125"/>
              <a:ext cx="119750" cy="120175"/>
            </a:xfrm>
            <a:custGeom>
              <a:rect b="b" l="l" r="r" t="t"/>
              <a:pathLst>
                <a:path extrusionOk="0" h="4807" w="4790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2395"/>
                  </a:lnTo>
                  <a:cubicBezTo>
                    <a:pt x="0" y="2962"/>
                    <a:pt x="473" y="3434"/>
                    <a:pt x="1009" y="3434"/>
                  </a:cubicBezTo>
                  <a:lnTo>
                    <a:pt x="1576" y="3434"/>
                  </a:lnTo>
                  <a:lnTo>
                    <a:pt x="2836" y="4694"/>
                  </a:lnTo>
                  <a:cubicBezTo>
                    <a:pt x="2920" y="4778"/>
                    <a:pt x="3018" y="4806"/>
                    <a:pt x="3102" y="4806"/>
                  </a:cubicBezTo>
                  <a:cubicBezTo>
                    <a:pt x="3144" y="4806"/>
                    <a:pt x="3182" y="4799"/>
                    <a:pt x="3214" y="4789"/>
                  </a:cubicBezTo>
                  <a:cubicBezTo>
                    <a:pt x="3340" y="4726"/>
                    <a:pt x="3434" y="4568"/>
                    <a:pt x="3434" y="4474"/>
                  </a:cubicBezTo>
                  <a:lnTo>
                    <a:pt x="3434" y="3434"/>
                  </a:lnTo>
                  <a:lnTo>
                    <a:pt x="3781" y="3434"/>
                  </a:lnTo>
                  <a:cubicBezTo>
                    <a:pt x="4348" y="3434"/>
                    <a:pt x="4789" y="2962"/>
                    <a:pt x="4789" y="2395"/>
                  </a:cubicBezTo>
                  <a:lnTo>
                    <a:pt x="4789" y="1040"/>
                  </a:lnTo>
                  <a:cubicBezTo>
                    <a:pt x="4789" y="473"/>
                    <a:pt x="4348" y="0"/>
                    <a:pt x="3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-30293350" y="4159025"/>
              <a:ext cx="188275" cy="52000"/>
            </a:xfrm>
            <a:custGeom>
              <a:rect b="b" l="l" r="r" t="t"/>
              <a:pathLst>
                <a:path extrusionOk="0" h="2080" w="7531">
                  <a:moveTo>
                    <a:pt x="1" y="1"/>
                  </a:moveTo>
                  <a:lnTo>
                    <a:pt x="1" y="1040"/>
                  </a:lnTo>
                  <a:cubicBezTo>
                    <a:pt x="1" y="1607"/>
                    <a:pt x="473" y="2080"/>
                    <a:pt x="1040" y="2080"/>
                  </a:cubicBezTo>
                  <a:lnTo>
                    <a:pt x="6491" y="2080"/>
                  </a:lnTo>
                  <a:cubicBezTo>
                    <a:pt x="7058" y="2080"/>
                    <a:pt x="7530" y="1607"/>
                    <a:pt x="7530" y="1040"/>
                  </a:cubicBezTo>
                  <a:lnTo>
                    <a:pt x="75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-30293350" y="3918800"/>
              <a:ext cx="188275" cy="34675"/>
            </a:xfrm>
            <a:custGeom>
              <a:rect b="b" l="l" r="r" t="t"/>
              <a:pathLst>
                <a:path extrusionOk="0" h="1387" w="7531">
                  <a:moveTo>
                    <a:pt x="1040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387"/>
                  </a:lnTo>
                  <a:lnTo>
                    <a:pt x="7530" y="1387"/>
                  </a:lnTo>
                  <a:lnTo>
                    <a:pt x="7530" y="1040"/>
                  </a:lnTo>
                  <a:cubicBezTo>
                    <a:pt x="7530" y="505"/>
                    <a:pt x="7058" y="1"/>
                    <a:pt x="64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-30294125" y="3970800"/>
              <a:ext cx="188250" cy="170925"/>
            </a:xfrm>
            <a:custGeom>
              <a:rect b="b" l="l" r="r" t="t"/>
              <a:pathLst>
                <a:path extrusionOk="0" h="6837" w="7530">
                  <a:moveTo>
                    <a:pt x="1733" y="0"/>
                  </a:moveTo>
                  <a:cubicBezTo>
                    <a:pt x="2678" y="0"/>
                    <a:pt x="3434" y="756"/>
                    <a:pt x="3434" y="1701"/>
                  </a:cubicBezTo>
                  <a:lnTo>
                    <a:pt x="3434" y="3056"/>
                  </a:lnTo>
                  <a:cubicBezTo>
                    <a:pt x="3434" y="3907"/>
                    <a:pt x="2836" y="4568"/>
                    <a:pt x="2048" y="4757"/>
                  </a:cubicBezTo>
                  <a:lnTo>
                    <a:pt x="2048" y="5167"/>
                  </a:lnTo>
                  <a:cubicBezTo>
                    <a:pt x="2048" y="5576"/>
                    <a:pt x="1828" y="5954"/>
                    <a:pt x="1418" y="6112"/>
                  </a:cubicBezTo>
                  <a:cubicBezTo>
                    <a:pt x="1307" y="6162"/>
                    <a:pt x="1184" y="6187"/>
                    <a:pt x="1058" y="6187"/>
                  </a:cubicBezTo>
                  <a:cubicBezTo>
                    <a:pt x="789" y="6187"/>
                    <a:pt x="508" y="6075"/>
                    <a:pt x="315" y="5860"/>
                  </a:cubicBezTo>
                  <a:lnTo>
                    <a:pt x="0" y="5545"/>
                  </a:lnTo>
                  <a:lnTo>
                    <a:pt x="0" y="6837"/>
                  </a:lnTo>
                  <a:lnTo>
                    <a:pt x="7530" y="6837"/>
                  </a:lnTo>
                  <a:lnTo>
                    <a:pt x="7530" y="5545"/>
                  </a:lnTo>
                  <a:lnTo>
                    <a:pt x="7215" y="5860"/>
                  </a:lnTo>
                  <a:cubicBezTo>
                    <a:pt x="7022" y="6075"/>
                    <a:pt x="6756" y="6187"/>
                    <a:pt x="6496" y="6187"/>
                  </a:cubicBezTo>
                  <a:cubicBezTo>
                    <a:pt x="6374" y="6187"/>
                    <a:pt x="6254" y="6162"/>
                    <a:pt x="6144" y="6112"/>
                  </a:cubicBezTo>
                  <a:cubicBezTo>
                    <a:pt x="5734" y="5954"/>
                    <a:pt x="5514" y="5576"/>
                    <a:pt x="5514" y="5167"/>
                  </a:cubicBezTo>
                  <a:lnTo>
                    <a:pt x="5514" y="4757"/>
                  </a:lnTo>
                  <a:cubicBezTo>
                    <a:pt x="4726" y="4600"/>
                    <a:pt x="4127" y="3907"/>
                    <a:pt x="4127" y="3056"/>
                  </a:cubicBezTo>
                  <a:lnTo>
                    <a:pt x="4127" y="1701"/>
                  </a:lnTo>
                  <a:cubicBezTo>
                    <a:pt x="4127" y="756"/>
                    <a:pt x="4884" y="0"/>
                    <a:pt x="5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6183236" y="3102084"/>
            <a:ext cx="279952" cy="279209"/>
            <a:chOff x="-32569575" y="3586425"/>
            <a:chExt cx="292225" cy="291450"/>
          </a:xfrm>
        </p:grpSpPr>
        <p:sp>
          <p:nvSpPr>
            <p:cNvPr id="179" name="Google Shape;179;p17"/>
            <p:cNvSpPr/>
            <p:nvPr/>
          </p:nvSpPr>
          <p:spPr>
            <a:xfrm>
              <a:off x="-32569575" y="3672275"/>
              <a:ext cx="292225" cy="205600"/>
            </a:xfrm>
            <a:custGeom>
              <a:rect b="b" l="l" r="r" t="t"/>
              <a:pathLst>
                <a:path extrusionOk="0" h="8224" w="11689">
                  <a:moveTo>
                    <a:pt x="5860" y="1"/>
                  </a:moveTo>
                  <a:cubicBezTo>
                    <a:pt x="4506" y="1"/>
                    <a:pt x="3340" y="1040"/>
                    <a:pt x="3151" y="2332"/>
                  </a:cubicBezTo>
                  <a:cubicBezTo>
                    <a:pt x="3119" y="2521"/>
                    <a:pt x="3277" y="2710"/>
                    <a:pt x="3497" y="2710"/>
                  </a:cubicBezTo>
                  <a:lnTo>
                    <a:pt x="5514" y="2710"/>
                  </a:lnTo>
                  <a:lnTo>
                    <a:pt x="5514" y="3435"/>
                  </a:lnTo>
                  <a:lnTo>
                    <a:pt x="2395" y="3435"/>
                  </a:lnTo>
                  <a:cubicBezTo>
                    <a:pt x="1859" y="3435"/>
                    <a:pt x="1387" y="3907"/>
                    <a:pt x="1387" y="4443"/>
                  </a:cubicBezTo>
                  <a:lnTo>
                    <a:pt x="1387" y="4852"/>
                  </a:lnTo>
                  <a:cubicBezTo>
                    <a:pt x="599" y="5010"/>
                    <a:pt x="0" y="5703"/>
                    <a:pt x="0" y="6554"/>
                  </a:cubicBezTo>
                  <a:cubicBezTo>
                    <a:pt x="0" y="7499"/>
                    <a:pt x="757" y="8223"/>
                    <a:pt x="1702" y="8223"/>
                  </a:cubicBezTo>
                  <a:cubicBezTo>
                    <a:pt x="2647" y="8223"/>
                    <a:pt x="3403" y="7499"/>
                    <a:pt x="3403" y="6554"/>
                  </a:cubicBezTo>
                  <a:cubicBezTo>
                    <a:pt x="3403" y="5703"/>
                    <a:pt x="2804" y="5041"/>
                    <a:pt x="2017" y="4852"/>
                  </a:cubicBezTo>
                  <a:lnTo>
                    <a:pt x="2017" y="4443"/>
                  </a:lnTo>
                  <a:cubicBezTo>
                    <a:pt x="2017" y="4254"/>
                    <a:pt x="2174" y="4096"/>
                    <a:pt x="2363" y="4096"/>
                  </a:cubicBezTo>
                  <a:lnTo>
                    <a:pt x="5482" y="4096"/>
                  </a:lnTo>
                  <a:lnTo>
                    <a:pt x="5482" y="4821"/>
                  </a:lnTo>
                  <a:cubicBezTo>
                    <a:pt x="4695" y="4978"/>
                    <a:pt x="4096" y="5672"/>
                    <a:pt x="4096" y="6491"/>
                  </a:cubicBezTo>
                  <a:cubicBezTo>
                    <a:pt x="4096" y="7436"/>
                    <a:pt x="4852" y="8192"/>
                    <a:pt x="5797" y="8192"/>
                  </a:cubicBezTo>
                  <a:cubicBezTo>
                    <a:pt x="6742" y="8192"/>
                    <a:pt x="7499" y="7436"/>
                    <a:pt x="7499" y="6491"/>
                  </a:cubicBezTo>
                  <a:cubicBezTo>
                    <a:pt x="7499" y="5672"/>
                    <a:pt x="6900" y="5010"/>
                    <a:pt x="6112" y="4821"/>
                  </a:cubicBezTo>
                  <a:lnTo>
                    <a:pt x="6112" y="4096"/>
                  </a:lnTo>
                  <a:lnTo>
                    <a:pt x="9231" y="4096"/>
                  </a:lnTo>
                  <a:cubicBezTo>
                    <a:pt x="9420" y="4096"/>
                    <a:pt x="9578" y="4254"/>
                    <a:pt x="9578" y="4443"/>
                  </a:cubicBezTo>
                  <a:lnTo>
                    <a:pt x="9578" y="4852"/>
                  </a:lnTo>
                  <a:cubicBezTo>
                    <a:pt x="8790" y="5010"/>
                    <a:pt x="8192" y="5703"/>
                    <a:pt x="8192" y="6554"/>
                  </a:cubicBezTo>
                  <a:cubicBezTo>
                    <a:pt x="8192" y="7499"/>
                    <a:pt x="8948" y="8223"/>
                    <a:pt x="9893" y="8223"/>
                  </a:cubicBezTo>
                  <a:cubicBezTo>
                    <a:pt x="10838" y="8223"/>
                    <a:pt x="11594" y="7499"/>
                    <a:pt x="11594" y="6554"/>
                  </a:cubicBezTo>
                  <a:cubicBezTo>
                    <a:pt x="11689" y="5703"/>
                    <a:pt x="11153" y="5010"/>
                    <a:pt x="10366" y="4852"/>
                  </a:cubicBezTo>
                  <a:lnTo>
                    <a:pt x="10366" y="4443"/>
                  </a:lnTo>
                  <a:cubicBezTo>
                    <a:pt x="10366" y="3907"/>
                    <a:pt x="9893" y="3435"/>
                    <a:pt x="9326" y="3435"/>
                  </a:cubicBezTo>
                  <a:lnTo>
                    <a:pt x="6238" y="3435"/>
                  </a:lnTo>
                  <a:lnTo>
                    <a:pt x="6238" y="2710"/>
                  </a:lnTo>
                  <a:lnTo>
                    <a:pt x="8223" y="2710"/>
                  </a:lnTo>
                  <a:cubicBezTo>
                    <a:pt x="8444" y="2710"/>
                    <a:pt x="8601" y="2521"/>
                    <a:pt x="8601" y="2332"/>
                  </a:cubicBezTo>
                  <a:cubicBezTo>
                    <a:pt x="8381" y="977"/>
                    <a:pt x="7247" y="1"/>
                    <a:pt x="58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-32456950" y="3586425"/>
              <a:ext cx="68550" cy="69350"/>
            </a:xfrm>
            <a:custGeom>
              <a:rect b="b" l="l" r="r" t="t"/>
              <a:pathLst>
                <a:path extrusionOk="0" h="2774" w="2742">
                  <a:moveTo>
                    <a:pt x="1355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55" y="2773"/>
                  </a:cubicBezTo>
                  <a:cubicBezTo>
                    <a:pt x="2111" y="2773"/>
                    <a:pt x="2742" y="2143"/>
                    <a:pt x="2742" y="1387"/>
                  </a:cubicBezTo>
                  <a:cubicBezTo>
                    <a:pt x="2742" y="631"/>
                    <a:pt x="2111" y="1"/>
                    <a:pt x="1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Horizontal funnel diagram infographics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7" name="Google Shape;187;p18"/>
          <p:cNvGrpSpPr/>
          <p:nvPr/>
        </p:nvGrpSpPr>
        <p:grpSpPr>
          <a:xfrm>
            <a:off x="457200" y="1814046"/>
            <a:ext cx="5129225" cy="2166232"/>
            <a:chOff x="457200" y="1284763"/>
            <a:chExt cx="4397483" cy="2991207"/>
          </a:xfrm>
        </p:grpSpPr>
        <p:sp>
          <p:nvSpPr>
            <p:cNvPr id="188" name="Google Shape;188;p18"/>
            <p:cNvSpPr/>
            <p:nvPr/>
          </p:nvSpPr>
          <p:spPr>
            <a:xfrm>
              <a:off x="3802283" y="2629375"/>
              <a:ext cx="1052400" cy="4038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 flipH="1" rot="-5400000">
              <a:off x="968137" y="2598018"/>
              <a:ext cx="2226383" cy="364617"/>
            </a:xfrm>
            <a:custGeom>
              <a:rect b="b" l="l" r="r" t="t"/>
              <a:pathLst>
                <a:path extrusionOk="0" h="419100" w="3438429">
                  <a:moveTo>
                    <a:pt x="1716977" y="0"/>
                  </a:moveTo>
                  <a:cubicBezTo>
                    <a:pt x="765715" y="0"/>
                    <a:pt x="0" y="96679"/>
                    <a:pt x="0" y="211836"/>
                  </a:cubicBezTo>
                  <a:cubicBezTo>
                    <a:pt x="0" y="216408"/>
                    <a:pt x="0" y="221075"/>
                    <a:pt x="4572" y="225647"/>
                  </a:cubicBezTo>
                  <a:cubicBezTo>
                    <a:pt x="69533" y="336137"/>
                    <a:pt x="812006" y="419100"/>
                    <a:pt x="1716881" y="419100"/>
                  </a:cubicBezTo>
                  <a:cubicBezTo>
                    <a:pt x="2621756" y="419100"/>
                    <a:pt x="3364135" y="336233"/>
                    <a:pt x="3433763" y="225647"/>
                  </a:cubicBezTo>
                  <a:cubicBezTo>
                    <a:pt x="3433763" y="221075"/>
                    <a:pt x="3438430" y="216408"/>
                    <a:pt x="3438430" y="211836"/>
                  </a:cubicBezTo>
                  <a:cubicBezTo>
                    <a:pt x="3438430" y="96679"/>
                    <a:pt x="2668143" y="0"/>
                    <a:pt x="1716881" y="0"/>
                  </a:cubicBezTo>
                  <a:close/>
                </a:path>
              </a:pathLst>
            </a:custGeom>
            <a:solidFill>
              <a:srgbClr val="135D7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8"/>
            <p:cNvSpPr/>
            <p:nvPr/>
          </p:nvSpPr>
          <p:spPr>
            <a:xfrm flipH="1" rot="-5400000">
              <a:off x="-300910" y="2573197"/>
              <a:ext cx="2991207" cy="414338"/>
            </a:xfrm>
            <a:custGeom>
              <a:rect b="b" l="l" r="r" t="t"/>
              <a:pathLst>
                <a:path extrusionOk="0" h="476250" w="4619625">
                  <a:moveTo>
                    <a:pt x="2309813" y="0"/>
                  </a:moveTo>
                  <a:cubicBezTo>
                    <a:pt x="1031748" y="0"/>
                    <a:pt x="0" y="106394"/>
                    <a:pt x="0" y="240411"/>
                  </a:cubicBezTo>
                  <a:lnTo>
                    <a:pt x="0" y="249650"/>
                  </a:lnTo>
                  <a:lnTo>
                    <a:pt x="0" y="249650"/>
                  </a:lnTo>
                  <a:lnTo>
                    <a:pt x="4572" y="258890"/>
                  </a:lnTo>
                  <a:cubicBezTo>
                    <a:pt x="106775" y="383762"/>
                    <a:pt x="1096709" y="476250"/>
                    <a:pt x="2309813" y="476250"/>
                  </a:cubicBezTo>
                  <a:cubicBezTo>
                    <a:pt x="3522916" y="476250"/>
                    <a:pt x="4512755" y="379095"/>
                    <a:pt x="4614958" y="258890"/>
                  </a:cubicBezTo>
                  <a:lnTo>
                    <a:pt x="4619625" y="249650"/>
                  </a:lnTo>
                  <a:lnTo>
                    <a:pt x="4619625" y="249650"/>
                  </a:lnTo>
                  <a:lnTo>
                    <a:pt x="4619625" y="240411"/>
                  </a:lnTo>
                  <a:cubicBezTo>
                    <a:pt x="4619625" y="106299"/>
                    <a:pt x="3587877" y="0"/>
                    <a:pt x="230981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8"/>
            <p:cNvSpPr/>
            <p:nvPr/>
          </p:nvSpPr>
          <p:spPr>
            <a:xfrm flipH="1" rot="-5400000">
              <a:off x="2711578" y="2299718"/>
              <a:ext cx="1474018" cy="961263"/>
            </a:xfrm>
            <a:custGeom>
              <a:rect b="b" l="l" r="r" t="t"/>
              <a:pathLst>
                <a:path extrusionOk="0" h="1104900" w="2276475">
                  <a:moveTo>
                    <a:pt x="1138238" y="157829"/>
                  </a:moveTo>
                  <a:cubicBezTo>
                    <a:pt x="536734" y="157829"/>
                    <a:pt x="46292" y="88202"/>
                    <a:pt x="0" y="0"/>
                  </a:cubicBezTo>
                  <a:lnTo>
                    <a:pt x="0" y="0"/>
                  </a:lnTo>
                  <a:lnTo>
                    <a:pt x="596837" y="1035272"/>
                  </a:lnTo>
                  <a:cubicBezTo>
                    <a:pt x="596837" y="1072420"/>
                    <a:pt x="837438" y="1104900"/>
                    <a:pt x="1142810" y="1104900"/>
                  </a:cubicBezTo>
                  <a:cubicBezTo>
                    <a:pt x="1448181" y="1104900"/>
                    <a:pt x="1688878" y="1072420"/>
                    <a:pt x="1688878" y="1035272"/>
                  </a:cubicBezTo>
                  <a:lnTo>
                    <a:pt x="2276475" y="0"/>
                  </a:lnTo>
                  <a:cubicBezTo>
                    <a:pt x="2220945" y="88202"/>
                    <a:pt x="1730502" y="157829"/>
                    <a:pt x="1138238" y="157829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8"/>
            <p:cNvSpPr/>
            <p:nvPr/>
          </p:nvSpPr>
          <p:spPr>
            <a:xfrm flipH="1" rot="-5400000">
              <a:off x="1486017" y="2279009"/>
              <a:ext cx="2226445" cy="1002697"/>
            </a:xfrm>
            <a:custGeom>
              <a:rect b="b" l="l" r="r" t="t"/>
              <a:pathLst>
                <a:path extrusionOk="0" h="1152525" w="3438525">
                  <a:moveTo>
                    <a:pt x="3438525" y="0"/>
                  </a:moveTo>
                  <a:cubicBezTo>
                    <a:pt x="3368802" y="110680"/>
                    <a:pt x="2625376" y="193643"/>
                    <a:pt x="1719263" y="193643"/>
                  </a:cubicBezTo>
                  <a:cubicBezTo>
                    <a:pt x="813149" y="193643"/>
                    <a:pt x="69723" y="110680"/>
                    <a:pt x="4667" y="0"/>
                  </a:cubicBezTo>
                  <a:lnTo>
                    <a:pt x="0" y="0"/>
                  </a:lnTo>
                  <a:lnTo>
                    <a:pt x="576167" y="995744"/>
                  </a:lnTo>
                  <a:lnTo>
                    <a:pt x="576167" y="995744"/>
                  </a:lnTo>
                  <a:cubicBezTo>
                    <a:pt x="622649" y="1083373"/>
                    <a:pt x="1115187" y="1152525"/>
                    <a:pt x="1719263" y="1152525"/>
                  </a:cubicBezTo>
                  <a:cubicBezTo>
                    <a:pt x="2323338" y="1152525"/>
                    <a:pt x="2806541" y="1083373"/>
                    <a:pt x="2862358" y="995744"/>
                  </a:cubicBezTo>
                  <a:lnTo>
                    <a:pt x="2867025" y="995744"/>
                  </a:lnTo>
                  <a:lnTo>
                    <a:pt x="3438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 flipH="1" rot="-5400000">
              <a:off x="248028" y="2254157"/>
              <a:ext cx="2978872" cy="1052417"/>
            </a:xfrm>
            <a:custGeom>
              <a:rect b="b" l="l" r="r" t="t"/>
              <a:pathLst>
                <a:path extrusionOk="0" h="1209675" w="4600575">
                  <a:moveTo>
                    <a:pt x="2300288" y="217837"/>
                  </a:moveTo>
                  <a:cubicBezTo>
                    <a:pt x="1089851" y="217837"/>
                    <a:pt x="102013" y="125158"/>
                    <a:pt x="0" y="0"/>
                  </a:cubicBezTo>
                  <a:lnTo>
                    <a:pt x="584264" y="1014984"/>
                  </a:lnTo>
                  <a:lnTo>
                    <a:pt x="588931" y="1014984"/>
                  </a:lnTo>
                  <a:cubicBezTo>
                    <a:pt x="653891" y="1126236"/>
                    <a:pt x="1395889" y="1209675"/>
                    <a:pt x="2300288" y="1209675"/>
                  </a:cubicBezTo>
                  <a:cubicBezTo>
                    <a:pt x="3204686" y="1209675"/>
                    <a:pt x="3946684" y="1126236"/>
                    <a:pt x="4016216" y="1014984"/>
                  </a:cubicBezTo>
                  <a:lnTo>
                    <a:pt x="4016216" y="1014984"/>
                  </a:lnTo>
                  <a:lnTo>
                    <a:pt x="4600575" y="0"/>
                  </a:lnTo>
                  <a:cubicBezTo>
                    <a:pt x="4498563" y="120491"/>
                    <a:pt x="3510724" y="217837"/>
                    <a:pt x="2300288" y="217837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457200" y="2727450"/>
              <a:ext cx="939000" cy="202800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195" name="Google Shape;195;p18"/>
          <p:cNvSpPr txBox="1"/>
          <p:nvPr/>
        </p:nvSpPr>
        <p:spPr>
          <a:xfrm>
            <a:off x="1390613" y="1132453"/>
            <a:ext cx="12066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all live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 Earth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3490313" y="1700803"/>
            <a:ext cx="12066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a gas giant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2479913" y="3799153"/>
            <a:ext cx="12066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a cold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98" name="Google Shape;198;p18"/>
          <p:cNvCxnSpPr/>
          <p:nvPr/>
        </p:nvCxnSpPr>
        <p:spPr>
          <a:xfrm rot="10800000">
            <a:off x="1314425" y="1132450"/>
            <a:ext cx="0" cy="68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  <p:cxnSp>
        <p:nvCxnSpPr>
          <p:cNvPr id="199" name="Google Shape;199;p18"/>
          <p:cNvCxnSpPr/>
          <p:nvPr/>
        </p:nvCxnSpPr>
        <p:spPr>
          <a:xfrm rot="10800000">
            <a:off x="3414125" y="1700800"/>
            <a:ext cx="0" cy="68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oval"/>
          </a:ln>
        </p:spPr>
      </p:cxnSp>
      <p:cxnSp>
        <p:nvCxnSpPr>
          <p:cNvPr id="200" name="Google Shape;200;p18"/>
          <p:cNvCxnSpPr/>
          <p:nvPr/>
        </p:nvCxnSpPr>
        <p:spPr>
          <a:xfrm rot="10800000">
            <a:off x="2403725" y="3668950"/>
            <a:ext cx="0" cy="68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oval"/>
            <a:tailEnd len="med" w="med" type="none"/>
          </a:ln>
        </p:spPr>
      </p:cxnSp>
      <p:sp>
        <p:nvSpPr>
          <p:cNvPr id="201" name="Google Shape;201;p18"/>
          <p:cNvSpPr/>
          <p:nvPr/>
        </p:nvSpPr>
        <p:spPr>
          <a:xfrm>
            <a:off x="5828500" y="1536649"/>
            <a:ext cx="322500" cy="32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227212" y="1356799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6227212" y="2596980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6227212" y="3845549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of them 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5828500" y="2776830"/>
            <a:ext cx="322500" cy="322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5828500" y="4025399"/>
            <a:ext cx="322500" cy="322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07" name="Google Shape;207;p18"/>
          <p:cNvCxnSpPr>
            <a:stCxn id="188" idx="3"/>
            <a:endCxn id="201" idx="2"/>
          </p:cNvCxnSpPr>
          <p:nvPr/>
        </p:nvCxnSpPr>
        <p:spPr>
          <a:xfrm flipH="1" rot="10800000">
            <a:off x="5586425" y="1698030"/>
            <a:ext cx="242100" cy="12360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18"/>
          <p:cNvCxnSpPr>
            <a:stCxn id="188" idx="3"/>
            <a:endCxn id="206" idx="2"/>
          </p:cNvCxnSpPr>
          <p:nvPr/>
        </p:nvCxnSpPr>
        <p:spPr>
          <a:xfrm>
            <a:off x="5586425" y="2934030"/>
            <a:ext cx="242100" cy="12525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8"/>
          <p:cNvCxnSpPr>
            <a:stCxn id="188" idx="3"/>
            <a:endCxn id="205" idx="2"/>
          </p:cNvCxnSpPr>
          <p:nvPr/>
        </p:nvCxnSpPr>
        <p:spPr>
          <a:xfrm>
            <a:off x="5586425" y="2934030"/>
            <a:ext cx="2421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0" name="Google Shape;210;p18"/>
          <p:cNvSpPr txBox="1"/>
          <p:nvPr/>
        </p:nvSpPr>
        <p:spPr>
          <a:xfrm flipH="1">
            <a:off x="7827375" y="1490900"/>
            <a:ext cx="8655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$100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 flipH="1">
            <a:off x="7827375" y="2731075"/>
            <a:ext cx="8655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 flipH="1">
            <a:off x="7827375" y="3971250"/>
            <a:ext cx="8655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250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13" name="Google Shape;213;p18"/>
          <p:cNvCxnSpPr>
            <a:stCxn id="202" idx="3"/>
            <a:endCxn id="210" idx="3"/>
          </p:cNvCxnSpPr>
          <p:nvPr/>
        </p:nvCxnSpPr>
        <p:spPr>
          <a:xfrm>
            <a:off x="7585312" y="1697899"/>
            <a:ext cx="24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18"/>
          <p:cNvCxnSpPr>
            <a:stCxn id="203" idx="3"/>
            <a:endCxn id="211" idx="3"/>
          </p:cNvCxnSpPr>
          <p:nvPr/>
        </p:nvCxnSpPr>
        <p:spPr>
          <a:xfrm>
            <a:off x="7585312" y="2938080"/>
            <a:ext cx="24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18"/>
          <p:cNvCxnSpPr>
            <a:stCxn id="204" idx="3"/>
            <a:endCxn id="212" idx="3"/>
          </p:cNvCxnSpPr>
          <p:nvPr/>
        </p:nvCxnSpPr>
        <p:spPr>
          <a:xfrm flipH="1" rot="10800000">
            <a:off x="7585312" y="4178249"/>
            <a:ext cx="2421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/>
          <p:nvPr/>
        </p:nvSpPr>
        <p:spPr>
          <a:xfrm>
            <a:off x="1464450" y="2636399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3072800" y="2583500"/>
            <a:ext cx="1981400" cy="1050350"/>
          </a:xfrm>
          <a:custGeom>
            <a:rect b="b" l="l" r="r" t="t"/>
            <a:pathLst>
              <a:path extrusionOk="0" h="42014" w="79256">
                <a:moveTo>
                  <a:pt x="0" y="0"/>
                </a:moveTo>
                <a:lnTo>
                  <a:pt x="79256" y="15318"/>
                </a:lnTo>
                <a:lnTo>
                  <a:pt x="79201" y="42014"/>
                </a:lnTo>
                <a:lnTo>
                  <a:pt x="261" y="42014"/>
                </a:ln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2" name="Google Shape;222;p19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Horizontal funnel diagram infographics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2919112" y="4141953"/>
            <a:ext cx="322500" cy="32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3241613" y="1304550"/>
            <a:ext cx="1358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Mercury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3241612" y="1642349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27" name="Google Shape;227;p19"/>
          <p:cNvCxnSpPr>
            <a:stCxn id="224" idx="0"/>
          </p:cNvCxnSpPr>
          <p:nvPr/>
        </p:nvCxnSpPr>
        <p:spPr>
          <a:xfrm rot="10800000">
            <a:off x="3080362" y="1304553"/>
            <a:ext cx="0" cy="2837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8" name="Google Shape;228;p19"/>
          <p:cNvSpPr/>
          <p:nvPr/>
        </p:nvSpPr>
        <p:spPr>
          <a:xfrm>
            <a:off x="4886212" y="4141953"/>
            <a:ext cx="322500" cy="322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5208713" y="1304550"/>
            <a:ext cx="1358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5208712" y="1642349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31" name="Google Shape;231;p19"/>
          <p:cNvCxnSpPr>
            <a:stCxn id="228" idx="0"/>
          </p:cNvCxnSpPr>
          <p:nvPr/>
        </p:nvCxnSpPr>
        <p:spPr>
          <a:xfrm rot="10800000">
            <a:off x="5047462" y="1304553"/>
            <a:ext cx="0" cy="2837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2" name="Google Shape;232;p19"/>
          <p:cNvSpPr/>
          <p:nvPr/>
        </p:nvSpPr>
        <p:spPr>
          <a:xfrm>
            <a:off x="6853312" y="4141953"/>
            <a:ext cx="322500" cy="322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7175813" y="1304550"/>
            <a:ext cx="1358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7175812" y="1642349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of them 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35" name="Google Shape;235;p19"/>
          <p:cNvCxnSpPr>
            <a:stCxn id="232" idx="0"/>
          </p:cNvCxnSpPr>
          <p:nvPr/>
        </p:nvCxnSpPr>
        <p:spPr>
          <a:xfrm rot="10800000">
            <a:off x="7014562" y="1304553"/>
            <a:ext cx="0" cy="2837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6" name="Google Shape;236;p19"/>
          <p:cNvSpPr txBox="1"/>
          <p:nvPr/>
        </p:nvSpPr>
        <p:spPr>
          <a:xfrm>
            <a:off x="494565" y="1304550"/>
            <a:ext cx="235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494564" y="1642350"/>
            <a:ext cx="23538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actually a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3080350" y="3685750"/>
            <a:ext cx="5615400" cy="40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5051425" y="2965250"/>
            <a:ext cx="1963775" cy="666000"/>
          </a:xfrm>
          <a:custGeom>
            <a:rect b="b" l="l" r="r" t="t"/>
            <a:pathLst>
              <a:path extrusionOk="0" h="26640" w="78551">
                <a:moveTo>
                  <a:pt x="0" y="0"/>
                </a:moveTo>
                <a:lnTo>
                  <a:pt x="0" y="26640"/>
                </a:lnTo>
                <a:lnTo>
                  <a:pt x="78551" y="26640"/>
                </a:lnTo>
                <a:lnTo>
                  <a:pt x="78551" y="14691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0" name="Google Shape;240;p19"/>
          <p:cNvSpPr/>
          <p:nvPr/>
        </p:nvSpPr>
        <p:spPr>
          <a:xfrm>
            <a:off x="7018025" y="3334675"/>
            <a:ext cx="1576500" cy="299150"/>
          </a:xfrm>
          <a:custGeom>
            <a:rect b="b" l="l" r="r" t="t"/>
            <a:pathLst>
              <a:path extrusionOk="0" h="11966" w="63060">
                <a:moveTo>
                  <a:pt x="0" y="0"/>
                </a:moveTo>
                <a:lnTo>
                  <a:pt x="0" y="11966"/>
                </a:lnTo>
                <a:lnTo>
                  <a:pt x="63060" y="11966"/>
                </a:ln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1" name="Google Shape;241;p19"/>
          <p:cNvSpPr txBox="1"/>
          <p:nvPr/>
        </p:nvSpPr>
        <p:spPr>
          <a:xfrm>
            <a:off x="494550" y="3336549"/>
            <a:ext cx="23538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the only one that harbors life in the Solar System. All humans live on this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42" name="Google Shape;242;p19"/>
          <p:cNvGrpSpPr/>
          <p:nvPr/>
        </p:nvGrpSpPr>
        <p:grpSpPr>
          <a:xfrm>
            <a:off x="1531497" y="2704178"/>
            <a:ext cx="279952" cy="278443"/>
            <a:chOff x="-35482200" y="3561225"/>
            <a:chExt cx="292225" cy="290650"/>
          </a:xfrm>
        </p:grpSpPr>
        <p:sp>
          <p:nvSpPr>
            <p:cNvPr id="243" name="Google Shape;243;p19"/>
            <p:cNvSpPr/>
            <p:nvPr/>
          </p:nvSpPr>
          <p:spPr>
            <a:xfrm>
              <a:off x="-35482200" y="3749475"/>
              <a:ext cx="292225" cy="102400"/>
            </a:xfrm>
            <a:custGeom>
              <a:rect b="b" l="l" r="r" t="t"/>
              <a:pathLst>
                <a:path extrusionOk="0" h="4096" w="11689">
                  <a:moveTo>
                    <a:pt x="1701" y="0"/>
                  </a:moveTo>
                  <a:cubicBezTo>
                    <a:pt x="1040" y="0"/>
                    <a:pt x="473" y="315"/>
                    <a:pt x="63" y="819"/>
                  </a:cubicBezTo>
                  <a:cubicBezTo>
                    <a:pt x="0" y="945"/>
                    <a:pt x="0" y="1040"/>
                    <a:pt x="32" y="1166"/>
                  </a:cubicBezTo>
                  <a:cubicBezTo>
                    <a:pt x="63" y="1292"/>
                    <a:pt x="189" y="1355"/>
                    <a:pt x="347" y="1355"/>
                  </a:cubicBezTo>
                  <a:lnTo>
                    <a:pt x="1008" y="1355"/>
                  </a:lnTo>
                  <a:cubicBezTo>
                    <a:pt x="1418" y="1355"/>
                    <a:pt x="1670" y="1670"/>
                    <a:pt x="1670" y="2048"/>
                  </a:cubicBezTo>
                  <a:cubicBezTo>
                    <a:pt x="1670" y="2426"/>
                    <a:pt x="1355" y="2710"/>
                    <a:pt x="1008" y="2710"/>
                  </a:cubicBezTo>
                  <a:lnTo>
                    <a:pt x="347" y="2710"/>
                  </a:lnTo>
                  <a:cubicBezTo>
                    <a:pt x="221" y="2710"/>
                    <a:pt x="95" y="2773"/>
                    <a:pt x="32" y="2899"/>
                  </a:cubicBezTo>
                  <a:cubicBezTo>
                    <a:pt x="0" y="3025"/>
                    <a:pt x="0" y="3151"/>
                    <a:pt x="63" y="3245"/>
                  </a:cubicBezTo>
                  <a:cubicBezTo>
                    <a:pt x="410" y="3781"/>
                    <a:pt x="1040" y="4096"/>
                    <a:pt x="1701" y="4096"/>
                  </a:cubicBezTo>
                  <a:cubicBezTo>
                    <a:pt x="2615" y="4096"/>
                    <a:pt x="3371" y="3497"/>
                    <a:pt x="3655" y="2710"/>
                  </a:cubicBezTo>
                  <a:lnTo>
                    <a:pt x="8065" y="2710"/>
                  </a:lnTo>
                  <a:cubicBezTo>
                    <a:pt x="8317" y="3497"/>
                    <a:pt x="9073" y="4096"/>
                    <a:pt x="9987" y="4096"/>
                  </a:cubicBezTo>
                  <a:cubicBezTo>
                    <a:pt x="10649" y="4096"/>
                    <a:pt x="11247" y="3781"/>
                    <a:pt x="11594" y="3245"/>
                  </a:cubicBezTo>
                  <a:cubicBezTo>
                    <a:pt x="11688" y="3119"/>
                    <a:pt x="11688" y="3025"/>
                    <a:pt x="11625" y="2899"/>
                  </a:cubicBezTo>
                  <a:cubicBezTo>
                    <a:pt x="11594" y="2773"/>
                    <a:pt x="11468" y="2710"/>
                    <a:pt x="11310" y="2710"/>
                  </a:cubicBezTo>
                  <a:lnTo>
                    <a:pt x="10649" y="2710"/>
                  </a:lnTo>
                  <a:cubicBezTo>
                    <a:pt x="10271" y="2710"/>
                    <a:pt x="9987" y="2395"/>
                    <a:pt x="9987" y="2048"/>
                  </a:cubicBezTo>
                  <a:cubicBezTo>
                    <a:pt x="9987" y="1670"/>
                    <a:pt x="10302" y="1355"/>
                    <a:pt x="10649" y="1355"/>
                  </a:cubicBezTo>
                  <a:lnTo>
                    <a:pt x="11310" y="1355"/>
                  </a:lnTo>
                  <a:cubicBezTo>
                    <a:pt x="11436" y="1355"/>
                    <a:pt x="11562" y="1292"/>
                    <a:pt x="11625" y="1166"/>
                  </a:cubicBezTo>
                  <a:cubicBezTo>
                    <a:pt x="11688" y="1040"/>
                    <a:pt x="11688" y="945"/>
                    <a:pt x="11594" y="819"/>
                  </a:cubicBezTo>
                  <a:cubicBezTo>
                    <a:pt x="11247" y="315"/>
                    <a:pt x="10649" y="0"/>
                    <a:pt x="9987" y="0"/>
                  </a:cubicBezTo>
                  <a:cubicBezTo>
                    <a:pt x="9073" y="0"/>
                    <a:pt x="8349" y="567"/>
                    <a:pt x="8065" y="1355"/>
                  </a:cubicBezTo>
                  <a:lnTo>
                    <a:pt x="3655" y="1355"/>
                  </a:lnTo>
                  <a:cubicBezTo>
                    <a:pt x="3371" y="567"/>
                    <a:pt x="2615" y="0"/>
                    <a:pt x="1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-35371150" y="3561225"/>
              <a:ext cx="68550" cy="68550"/>
            </a:xfrm>
            <a:custGeom>
              <a:rect b="b" l="l" r="r" t="t"/>
              <a:pathLst>
                <a:path extrusionOk="0" h="2742" w="2742">
                  <a:moveTo>
                    <a:pt x="1355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11"/>
                    <a:pt x="630" y="2741"/>
                    <a:pt x="1355" y="2741"/>
                  </a:cubicBezTo>
                  <a:cubicBezTo>
                    <a:pt x="2111" y="2741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-35405025" y="3647075"/>
              <a:ext cx="136275" cy="119750"/>
            </a:xfrm>
            <a:custGeom>
              <a:rect b="b" l="l" r="r" t="t"/>
              <a:pathLst>
                <a:path extrusionOk="0" h="4790" w="5451">
                  <a:moveTo>
                    <a:pt x="2710" y="1"/>
                  </a:moveTo>
                  <a:cubicBezTo>
                    <a:pt x="1387" y="1"/>
                    <a:pt x="253" y="1009"/>
                    <a:pt x="32" y="2300"/>
                  </a:cubicBezTo>
                  <a:cubicBezTo>
                    <a:pt x="1" y="2521"/>
                    <a:pt x="158" y="2710"/>
                    <a:pt x="410" y="2710"/>
                  </a:cubicBezTo>
                  <a:lnTo>
                    <a:pt x="2395" y="2710"/>
                  </a:lnTo>
                  <a:lnTo>
                    <a:pt x="2395" y="4789"/>
                  </a:lnTo>
                  <a:lnTo>
                    <a:pt x="3088" y="4789"/>
                  </a:lnTo>
                  <a:lnTo>
                    <a:pt x="3088" y="2710"/>
                  </a:lnTo>
                  <a:lnTo>
                    <a:pt x="5073" y="2710"/>
                  </a:lnTo>
                  <a:cubicBezTo>
                    <a:pt x="5293" y="2710"/>
                    <a:pt x="5451" y="2521"/>
                    <a:pt x="5451" y="2300"/>
                  </a:cubicBezTo>
                  <a:cubicBezTo>
                    <a:pt x="5230" y="977"/>
                    <a:pt x="4096" y="1"/>
                    <a:pt x="2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46" name="Google Shape;246;p19"/>
          <p:cNvCxnSpPr>
            <a:stCxn id="237" idx="2"/>
            <a:endCxn id="220" idx="0"/>
          </p:cNvCxnSpPr>
          <p:nvPr/>
        </p:nvCxnSpPr>
        <p:spPr>
          <a:xfrm>
            <a:off x="1671464" y="2324550"/>
            <a:ext cx="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19"/>
          <p:cNvCxnSpPr>
            <a:stCxn id="220" idx="4"/>
            <a:endCxn id="241" idx="0"/>
          </p:cNvCxnSpPr>
          <p:nvPr/>
        </p:nvCxnSpPr>
        <p:spPr>
          <a:xfrm>
            <a:off x="1671450" y="3050399"/>
            <a:ext cx="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Google Shape;252;p20"/>
          <p:cNvCxnSpPr>
            <a:endCxn id="253" idx="2"/>
          </p:cNvCxnSpPr>
          <p:nvPr/>
        </p:nvCxnSpPr>
        <p:spPr>
          <a:xfrm rot="10800000">
            <a:off x="2386133" y="2679524"/>
            <a:ext cx="43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4" name="Google Shape;254;p20"/>
          <p:cNvSpPr/>
          <p:nvPr/>
        </p:nvSpPr>
        <p:spPr>
          <a:xfrm flipH="1" rot="5400000">
            <a:off x="2849871" y="2498206"/>
            <a:ext cx="280315" cy="386433"/>
          </a:xfrm>
          <a:custGeom>
            <a:rect b="b" l="l" r="r" t="t"/>
            <a:pathLst>
              <a:path extrusionOk="0" h="270233" w="381381">
                <a:moveTo>
                  <a:pt x="381381" y="0"/>
                </a:moveTo>
                <a:cubicBezTo>
                  <a:pt x="370237" y="40100"/>
                  <a:pt x="287560" y="72104"/>
                  <a:pt x="189833" y="72104"/>
                </a:cubicBezTo>
                <a:cubicBezTo>
                  <a:pt x="95155" y="72104"/>
                  <a:pt x="14859" y="42386"/>
                  <a:pt x="0" y="4763"/>
                </a:cubicBezTo>
                <a:cubicBezTo>
                  <a:pt x="21146" y="73533"/>
                  <a:pt x="31528" y="141922"/>
                  <a:pt x="35338" y="208597"/>
                </a:cubicBezTo>
                <a:cubicBezTo>
                  <a:pt x="34100" y="242411"/>
                  <a:pt x="102108" y="269557"/>
                  <a:pt x="190786" y="270224"/>
                </a:cubicBezTo>
                <a:cubicBezTo>
                  <a:pt x="279464" y="270796"/>
                  <a:pt x="346996" y="244316"/>
                  <a:pt x="345186" y="210121"/>
                </a:cubicBezTo>
                <a:cubicBezTo>
                  <a:pt x="348234" y="141637"/>
                  <a:pt x="358712" y="71056"/>
                  <a:pt x="381191" y="9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0"/>
          <p:cNvSpPr/>
          <p:nvPr/>
        </p:nvSpPr>
        <p:spPr>
          <a:xfrm flipH="1" rot="5400000">
            <a:off x="3042906" y="2587966"/>
            <a:ext cx="282590" cy="207862"/>
          </a:xfrm>
          <a:custGeom>
            <a:rect b="b" l="l" r="r" t="t"/>
            <a:pathLst>
              <a:path extrusionOk="0" h="145358" w="384476">
                <a:moveTo>
                  <a:pt x="192023" y="145359"/>
                </a:moveTo>
                <a:cubicBezTo>
                  <a:pt x="289749" y="145359"/>
                  <a:pt x="372426" y="113355"/>
                  <a:pt x="383285" y="73255"/>
                </a:cubicBezTo>
                <a:cubicBezTo>
                  <a:pt x="383285" y="72969"/>
                  <a:pt x="383475" y="72683"/>
                  <a:pt x="383570" y="72302"/>
                </a:cubicBezTo>
                <a:cubicBezTo>
                  <a:pt x="394143" y="31821"/>
                  <a:pt x="311085" y="-564"/>
                  <a:pt x="192594" y="7"/>
                </a:cubicBezTo>
                <a:cubicBezTo>
                  <a:pt x="74103" y="579"/>
                  <a:pt x="-9431" y="33440"/>
                  <a:pt x="856" y="73255"/>
                </a:cubicBezTo>
                <a:cubicBezTo>
                  <a:pt x="856" y="73540"/>
                  <a:pt x="1046" y="73826"/>
                  <a:pt x="1142" y="74207"/>
                </a:cubicBezTo>
                <a:cubicBezTo>
                  <a:pt x="1142" y="74398"/>
                  <a:pt x="1237" y="74588"/>
                  <a:pt x="1332" y="74778"/>
                </a:cubicBezTo>
                <a:cubicBezTo>
                  <a:pt x="1618" y="75826"/>
                  <a:pt x="1904" y="76969"/>
                  <a:pt x="2380" y="78017"/>
                </a:cubicBezTo>
                <a:cubicBezTo>
                  <a:pt x="17239" y="115641"/>
                  <a:pt x="97535" y="145264"/>
                  <a:pt x="192213" y="14535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0"/>
          <p:cNvSpPr/>
          <p:nvPr/>
        </p:nvSpPr>
        <p:spPr>
          <a:xfrm flipH="1" rot="5400000">
            <a:off x="3236095" y="2451739"/>
            <a:ext cx="384908" cy="481239"/>
          </a:xfrm>
          <a:custGeom>
            <a:rect b="b" l="l" r="r" t="t"/>
            <a:pathLst>
              <a:path extrusionOk="0" h="336531" w="523684">
                <a:moveTo>
                  <a:pt x="523684" y="0"/>
                </a:moveTo>
                <a:cubicBezTo>
                  <a:pt x="508445" y="49911"/>
                  <a:pt x="394811" y="89821"/>
                  <a:pt x="260699" y="89725"/>
                </a:cubicBezTo>
                <a:cubicBezTo>
                  <a:pt x="130683" y="89725"/>
                  <a:pt x="20479" y="52768"/>
                  <a:pt x="0" y="5905"/>
                </a:cubicBezTo>
                <a:cubicBezTo>
                  <a:pt x="29051" y="91535"/>
                  <a:pt x="43339" y="176784"/>
                  <a:pt x="48578" y="259747"/>
                </a:cubicBezTo>
                <a:cubicBezTo>
                  <a:pt x="46863" y="301847"/>
                  <a:pt x="140208" y="335661"/>
                  <a:pt x="262128" y="336518"/>
                </a:cubicBezTo>
                <a:cubicBezTo>
                  <a:pt x="383953" y="337280"/>
                  <a:pt x="476631" y="304324"/>
                  <a:pt x="474250" y="261652"/>
                </a:cubicBezTo>
                <a:cubicBezTo>
                  <a:pt x="478441" y="176308"/>
                  <a:pt x="492824" y="88487"/>
                  <a:pt x="52368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0"/>
          <p:cNvSpPr/>
          <p:nvPr/>
        </p:nvSpPr>
        <p:spPr>
          <a:xfrm flipH="1" rot="5400000">
            <a:off x="3476126" y="2563699"/>
            <a:ext cx="388068" cy="258809"/>
          </a:xfrm>
          <a:custGeom>
            <a:rect b="b" l="l" r="r" t="t"/>
            <a:pathLst>
              <a:path extrusionOk="0" h="180985" w="527983">
                <a:moveTo>
                  <a:pt x="263760" y="180890"/>
                </a:moveTo>
                <a:cubicBezTo>
                  <a:pt x="397967" y="180890"/>
                  <a:pt x="511505" y="141076"/>
                  <a:pt x="526364" y="91165"/>
                </a:cubicBezTo>
                <a:cubicBezTo>
                  <a:pt x="526364" y="90784"/>
                  <a:pt x="526650" y="90403"/>
                  <a:pt x="526745" y="90022"/>
                </a:cubicBezTo>
                <a:cubicBezTo>
                  <a:pt x="541223" y="39539"/>
                  <a:pt x="427209" y="-752"/>
                  <a:pt x="264522" y="11"/>
                </a:cubicBezTo>
                <a:cubicBezTo>
                  <a:pt x="101835" y="773"/>
                  <a:pt x="-12846" y="41635"/>
                  <a:pt x="1156" y="91260"/>
                </a:cubicBezTo>
                <a:cubicBezTo>
                  <a:pt x="1156" y="91641"/>
                  <a:pt x="1442" y="92022"/>
                  <a:pt x="1537" y="92403"/>
                </a:cubicBezTo>
                <a:cubicBezTo>
                  <a:pt x="1537" y="92594"/>
                  <a:pt x="1632" y="92879"/>
                  <a:pt x="1727" y="93070"/>
                </a:cubicBezTo>
                <a:cubicBezTo>
                  <a:pt x="2108" y="94403"/>
                  <a:pt x="2585" y="95737"/>
                  <a:pt x="3156" y="97165"/>
                </a:cubicBezTo>
                <a:cubicBezTo>
                  <a:pt x="23540" y="144029"/>
                  <a:pt x="133839" y="180986"/>
                  <a:pt x="263855" y="18098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0"/>
          <p:cNvSpPr/>
          <p:nvPr/>
        </p:nvSpPr>
        <p:spPr>
          <a:xfrm flipH="1" rot="5400000">
            <a:off x="3768749" y="2335799"/>
            <a:ext cx="536127" cy="711711"/>
          </a:xfrm>
          <a:custGeom>
            <a:rect b="b" l="l" r="r" t="t"/>
            <a:pathLst>
              <a:path extrusionOk="0" h="497700" w="729424">
                <a:moveTo>
                  <a:pt x="729425" y="0"/>
                </a:moveTo>
                <a:cubicBezTo>
                  <a:pt x="729425" y="0"/>
                  <a:pt x="729139" y="0"/>
                  <a:pt x="728948" y="0"/>
                </a:cubicBezTo>
                <a:cubicBezTo>
                  <a:pt x="708184" y="73819"/>
                  <a:pt x="549973" y="132874"/>
                  <a:pt x="363093" y="132778"/>
                </a:cubicBezTo>
                <a:cubicBezTo>
                  <a:pt x="182023" y="132778"/>
                  <a:pt x="28480" y="78105"/>
                  <a:pt x="0" y="8763"/>
                </a:cubicBezTo>
                <a:cubicBezTo>
                  <a:pt x="40386" y="135446"/>
                  <a:pt x="60293" y="261461"/>
                  <a:pt x="67627" y="384238"/>
                </a:cubicBezTo>
                <a:cubicBezTo>
                  <a:pt x="65246" y="446437"/>
                  <a:pt x="195263" y="496538"/>
                  <a:pt x="364998" y="497681"/>
                </a:cubicBezTo>
                <a:cubicBezTo>
                  <a:pt x="534734" y="498824"/>
                  <a:pt x="663702" y="450056"/>
                  <a:pt x="660368" y="387001"/>
                </a:cubicBezTo>
                <a:cubicBezTo>
                  <a:pt x="666179" y="260890"/>
                  <a:pt x="686276" y="130873"/>
                  <a:pt x="7292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0"/>
          <p:cNvSpPr/>
          <p:nvPr/>
        </p:nvSpPr>
        <p:spPr>
          <a:xfrm flipH="1" rot="5400000">
            <a:off x="4124151" y="2501226"/>
            <a:ext cx="540544" cy="382765"/>
          </a:xfrm>
          <a:custGeom>
            <a:rect b="b" l="l" r="r" t="t"/>
            <a:pathLst>
              <a:path extrusionOk="0" h="267668" w="735434">
                <a:moveTo>
                  <a:pt x="367388" y="267669"/>
                </a:moveTo>
                <a:cubicBezTo>
                  <a:pt x="554268" y="267764"/>
                  <a:pt x="712479" y="208709"/>
                  <a:pt x="733243" y="134890"/>
                </a:cubicBezTo>
                <a:cubicBezTo>
                  <a:pt x="733338" y="134319"/>
                  <a:pt x="733624" y="133747"/>
                  <a:pt x="733720" y="133176"/>
                </a:cubicBezTo>
                <a:cubicBezTo>
                  <a:pt x="753817" y="58595"/>
                  <a:pt x="595131" y="-1127"/>
                  <a:pt x="368436" y="16"/>
                </a:cubicBezTo>
                <a:cubicBezTo>
                  <a:pt x="141836" y="1159"/>
                  <a:pt x="-17994" y="61643"/>
                  <a:pt x="1628" y="134985"/>
                </a:cubicBezTo>
                <a:cubicBezTo>
                  <a:pt x="1723" y="135557"/>
                  <a:pt x="2009" y="136128"/>
                  <a:pt x="2104" y="136700"/>
                </a:cubicBezTo>
                <a:cubicBezTo>
                  <a:pt x="2104" y="136986"/>
                  <a:pt x="2295" y="137367"/>
                  <a:pt x="2390" y="137652"/>
                </a:cubicBezTo>
                <a:cubicBezTo>
                  <a:pt x="2962" y="139653"/>
                  <a:pt x="3533" y="141653"/>
                  <a:pt x="4295" y="143653"/>
                </a:cubicBezTo>
                <a:cubicBezTo>
                  <a:pt x="32679" y="212995"/>
                  <a:pt x="186318" y="267573"/>
                  <a:pt x="367388" y="2676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0"/>
          <p:cNvSpPr/>
          <p:nvPr/>
        </p:nvSpPr>
        <p:spPr>
          <a:xfrm flipH="1" rot="5400000">
            <a:off x="4375027" y="2079171"/>
            <a:ext cx="1147653" cy="1226010"/>
          </a:xfrm>
          <a:custGeom>
            <a:rect b="b" l="l" r="r" t="t"/>
            <a:pathLst>
              <a:path extrusionOk="0" h="857350" w="1561433">
                <a:moveTo>
                  <a:pt x="1561433" y="0"/>
                </a:moveTo>
                <a:cubicBezTo>
                  <a:pt x="1561433" y="0"/>
                  <a:pt x="1560671" y="0"/>
                  <a:pt x="1560385" y="0"/>
                </a:cubicBezTo>
                <a:cubicBezTo>
                  <a:pt x="1466088" y="120110"/>
                  <a:pt x="1125760" y="222790"/>
                  <a:pt x="774573" y="226600"/>
                </a:cubicBezTo>
                <a:cubicBezTo>
                  <a:pt x="433578" y="230505"/>
                  <a:pt x="107537" y="142494"/>
                  <a:pt x="0" y="30671"/>
                </a:cubicBezTo>
                <a:cubicBezTo>
                  <a:pt x="159067" y="235363"/>
                  <a:pt x="267367" y="448056"/>
                  <a:pt x="340805" y="662178"/>
                </a:cubicBezTo>
                <a:cubicBezTo>
                  <a:pt x="374999" y="770858"/>
                  <a:pt x="562261" y="858107"/>
                  <a:pt x="773144" y="857345"/>
                </a:cubicBezTo>
                <a:cubicBezTo>
                  <a:pt x="984028" y="856583"/>
                  <a:pt x="1171385" y="766572"/>
                  <a:pt x="1205865" y="655892"/>
                </a:cubicBezTo>
                <a:cubicBezTo>
                  <a:pt x="1281589" y="434150"/>
                  <a:pt x="1394460" y="213170"/>
                  <a:pt x="156143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0"/>
          <p:cNvSpPr/>
          <p:nvPr/>
        </p:nvSpPr>
        <p:spPr>
          <a:xfrm flipH="1" rot="5400000">
            <a:off x="4958942" y="2385322"/>
            <a:ext cx="1178453" cy="620573"/>
          </a:xfrm>
          <a:custGeom>
            <a:rect b="b" l="l" r="r" t="t"/>
            <a:pathLst>
              <a:path extrusionOk="0" h="433967" w="1603337">
                <a:moveTo>
                  <a:pt x="800148" y="433842"/>
                </a:moveTo>
                <a:cubicBezTo>
                  <a:pt x="1151335" y="429937"/>
                  <a:pt x="1491663" y="327353"/>
                  <a:pt x="1585961" y="207242"/>
                </a:cubicBezTo>
                <a:cubicBezTo>
                  <a:pt x="1586628" y="206290"/>
                  <a:pt x="1587389" y="205433"/>
                  <a:pt x="1587961" y="204480"/>
                </a:cubicBezTo>
                <a:cubicBezTo>
                  <a:pt x="1681496" y="83036"/>
                  <a:pt x="1339454" y="-6403"/>
                  <a:pt x="803101" y="359"/>
                </a:cubicBezTo>
                <a:cubicBezTo>
                  <a:pt x="266843" y="7217"/>
                  <a:pt x="-77009" y="105420"/>
                  <a:pt x="14812" y="224006"/>
                </a:cubicBezTo>
                <a:cubicBezTo>
                  <a:pt x="15383" y="224959"/>
                  <a:pt x="16145" y="225816"/>
                  <a:pt x="16812" y="226769"/>
                </a:cubicBezTo>
                <a:cubicBezTo>
                  <a:pt x="17193" y="227245"/>
                  <a:pt x="17574" y="227816"/>
                  <a:pt x="17955" y="228293"/>
                </a:cubicBezTo>
                <a:cubicBezTo>
                  <a:pt x="20241" y="231531"/>
                  <a:pt x="22718" y="234770"/>
                  <a:pt x="25480" y="237913"/>
                </a:cubicBezTo>
                <a:cubicBezTo>
                  <a:pt x="133017" y="349736"/>
                  <a:pt x="458963" y="437747"/>
                  <a:pt x="800053" y="4338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0"/>
          <p:cNvSpPr/>
          <p:nvPr/>
        </p:nvSpPr>
        <p:spPr>
          <a:xfrm flipH="1" rot="5400000">
            <a:off x="4847977" y="1887819"/>
            <a:ext cx="2932456" cy="1613785"/>
          </a:xfrm>
          <a:custGeom>
            <a:rect b="b" l="l" r="r" t="t"/>
            <a:pathLst>
              <a:path extrusionOk="0" h="1128521" w="3989736">
                <a:moveTo>
                  <a:pt x="667" y="59150"/>
                </a:moveTo>
                <a:cubicBezTo>
                  <a:pt x="667" y="59150"/>
                  <a:pt x="286" y="59150"/>
                  <a:pt x="0" y="59150"/>
                </a:cubicBezTo>
                <a:cubicBezTo>
                  <a:pt x="437007" y="301181"/>
                  <a:pt x="759905" y="576358"/>
                  <a:pt x="1001173" y="870585"/>
                </a:cubicBezTo>
                <a:cubicBezTo>
                  <a:pt x="1001363" y="870585"/>
                  <a:pt x="1001554" y="870585"/>
                  <a:pt x="1001744" y="870585"/>
                </a:cubicBezTo>
                <a:cubicBezTo>
                  <a:pt x="1120712" y="1017270"/>
                  <a:pt x="1550575" y="1135094"/>
                  <a:pt x="1988058" y="1128236"/>
                </a:cubicBezTo>
                <a:cubicBezTo>
                  <a:pt x="2425541" y="1121569"/>
                  <a:pt x="2856262" y="989648"/>
                  <a:pt x="2976658" y="838867"/>
                </a:cubicBezTo>
                <a:cubicBezTo>
                  <a:pt x="3221069" y="536543"/>
                  <a:pt x="3547872" y="252127"/>
                  <a:pt x="3989737" y="0"/>
                </a:cubicBezTo>
                <a:cubicBezTo>
                  <a:pt x="3988689" y="0"/>
                  <a:pt x="3987641" y="0"/>
                  <a:pt x="3986594" y="0"/>
                </a:cubicBezTo>
                <a:cubicBezTo>
                  <a:pt x="3736086" y="141923"/>
                  <a:pt x="2864168" y="278416"/>
                  <a:pt x="1991487" y="291751"/>
                </a:cubicBezTo>
                <a:cubicBezTo>
                  <a:pt x="1118902" y="305657"/>
                  <a:pt x="248698" y="195548"/>
                  <a:pt x="667" y="591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0"/>
          <p:cNvSpPr/>
          <p:nvPr/>
        </p:nvSpPr>
        <p:spPr>
          <a:xfrm flipH="1" rot="5400000">
            <a:off x="5568457" y="2329720"/>
            <a:ext cx="2999441" cy="731169"/>
          </a:xfrm>
          <a:custGeom>
            <a:rect b="b" l="l" r="r" t="t"/>
            <a:pathLst>
              <a:path extrusionOk="0" h="511307" w="4080872">
                <a:moveTo>
                  <a:pt x="2042445" y="2533"/>
                </a:moveTo>
                <a:cubicBezTo>
                  <a:pt x="673703" y="21583"/>
                  <a:pt x="-204788" y="136168"/>
                  <a:pt x="41243" y="274376"/>
                </a:cubicBezTo>
                <a:cubicBezTo>
                  <a:pt x="43052" y="275424"/>
                  <a:pt x="45053" y="276472"/>
                  <a:pt x="46958" y="277519"/>
                </a:cubicBezTo>
                <a:cubicBezTo>
                  <a:pt x="294893" y="413917"/>
                  <a:pt x="1165193" y="524026"/>
                  <a:pt x="2037873" y="510120"/>
                </a:cubicBezTo>
                <a:cubicBezTo>
                  <a:pt x="2910554" y="496785"/>
                  <a:pt x="3782472" y="360292"/>
                  <a:pt x="4032980" y="218369"/>
                </a:cubicBezTo>
                <a:cubicBezTo>
                  <a:pt x="4034885" y="217226"/>
                  <a:pt x="4036885" y="216178"/>
                  <a:pt x="4038790" y="215035"/>
                </a:cubicBezTo>
                <a:cubicBezTo>
                  <a:pt x="4287297" y="71684"/>
                  <a:pt x="3411283" y="-16327"/>
                  <a:pt x="2042445" y="253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0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Horizontal funnel diagram infographics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0"/>
          <p:cNvSpPr/>
          <p:nvPr/>
        </p:nvSpPr>
        <p:spPr>
          <a:xfrm flipH="1" rot="5400000">
            <a:off x="3045011" y="2841785"/>
            <a:ext cx="150" cy="874"/>
          </a:xfrm>
          <a:custGeom>
            <a:rect b="b" l="l" r="r" t="t"/>
            <a:pathLst>
              <a:path extrusionOk="0" h="571" w="190">
                <a:moveTo>
                  <a:pt x="0" y="0"/>
                </a:moveTo>
                <a:cubicBezTo>
                  <a:pt x="0" y="0"/>
                  <a:pt x="95" y="381"/>
                  <a:pt x="191" y="571"/>
                </a:cubicBezTo>
                <a:cubicBezTo>
                  <a:pt x="191" y="381"/>
                  <a:pt x="95" y="191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C619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0"/>
          <p:cNvSpPr/>
          <p:nvPr/>
        </p:nvSpPr>
        <p:spPr>
          <a:xfrm flipH="1" rot="5400000">
            <a:off x="3564650" y="2899071"/>
            <a:ext cx="150" cy="1019"/>
          </a:xfrm>
          <a:custGeom>
            <a:rect b="b" l="l" r="r" t="t"/>
            <a:pathLst>
              <a:path extrusionOk="0" h="666" w="190">
                <a:moveTo>
                  <a:pt x="0" y="0"/>
                </a:moveTo>
                <a:cubicBezTo>
                  <a:pt x="0" y="0"/>
                  <a:pt x="191" y="476"/>
                  <a:pt x="191" y="667"/>
                </a:cubicBezTo>
                <a:cubicBezTo>
                  <a:pt x="191" y="476"/>
                  <a:pt x="0" y="190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C619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0"/>
          <p:cNvSpPr/>
          <p:nvPr/>
        </p:nvSpPr>
        <p:spPr>
          <a:xfrm flipH="1" rot="5400000">
            <a:off x="4337976" y="2979446"/>
            <a:ext cx="224" cy="1457"/>
          </a:xfrm>
          <a:custGeom>
            <a:rect b="b" l="l" r="r" t="t"/>
            <a:pathLst>
              <a:path extrusionOk="0" h="952" w="285">
                <a:moveTo>
                  <a:pt x="0" y="0"/>
                </a:moveTo>
                <a:cubicBezTo>
                  <a:pt x="0" y="0"/>
                  <a:pt x="191" y="667"/>
                  <a:pt x="286" y="953"/>
                </a:cubicBezTo>
                <a:cubicBezTo>
                  <a:pt x="286" y="667"/>
                  <a:pt x="95" y="286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C619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0"/>
          <p:cNvSpPr/>
          <p:nvPr/>
        </p:nvSpPr>
        <p:spPr>
          <a:xfrm flipH="1" rot="5400000">
            <a:off x="5561553" y="3311671"/>
            <a:ext cx="975" cy="2332"/>
          </a:xfrm>
          <a:custGeom>
            <a:rect b="b" l="l" r="r" t="t"/>
            <a:pathLst>
              <a:path extrusionOk="0" h="1524" w="1238">
                <a:moveTo>
                  <a:pt x="0" y="0"/>
                </a:moveTo>
                <a:cubicBezTo>
                  <a:pt x="381" y="476"/>
                  <a:pt x="857" y="1048"/>
                  <a:pt x="1238" y="1524"/>
                </a:cubicBezTo>
                <a:cubicBezTo>
                  <a:pt x="857" y="1048"/>
                  <a:pt x="476" y="476"/>
                  <a:pt x="95" y="0"/>
                </a:cubicBezTo>
                <a:lnTo>
                  <a:pt x="95" y="0"/>
                </a:lnTo>
                <a:close/>
              </a:path>
            </a:pathLst>
          </a:custGeom>
          <a:solidFill>
            <a:srgbClr val="FC619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0"/>
          <p:cNvSpPr/>
          <p:nvPr/>
        </p:nvSpPr>
        <p:spPr>
          <a:xfrm flipH="1">
            <a:off x="4798071" y="1192862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 flipH="1">
            <a:off x="3558957" y="1124153"/>
            <a:ext cx="12066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a gas giant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2" name="Google Shape;272;p20"/>
          <p:cNvSpPr/>
          <p:nvPr/>
        </p:nvSpPr>
        <p:spPr>
          <a:xfrm flipH="1">
            <a:off x="6360783" y="1774650"/>
            <a:ext cx="76200" cy="76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3" name="Google Shape;273;p20"/>
          <p:cNvSpPr/>
          <p:nvPr/>
        </p:nvSpPr>
        <p:spPr>
          <a:xfrm flipH="1">
            <a:off x="3908620" y="2499908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4" name="Google Shape;274;p20"/>
          <p:cNvSpPr/>
          <p:nvPr/>
        </p:nvSpPr>
        <p:spPr>
          <a:xfrm flipH="1">
            <a:off x="2774658" y="1544399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 flipH="1">
            <a:off x="1535545" y="1475691"/>
            <a:ext cx="12066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a hot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3" name="Google Shape;253;p20"/>
          <p:cNvSpPr/>
          <p:nvPr/>
        </p:nvSpPr>
        <p:spPr>
          <a:xfrm flipH="1">
            <a:off x="1972133" y="2472524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 flipH="1">
            <a:off x="733020" y="2403816"/>
            <a:ext cx="12066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all live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 Earth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7" name="Google Shape;277;p20"/>
          <p:cNvSpPr/>
          <p:nvPr/>
        </p:nvSpPr>
        <p:spPr>
          <a:xfrm flipH="1">
            <a:off x="2774658" y="3400649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 flipH="1">
            <a:off x="1535545" y="3331941"/>
            <a:ext cx="12066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a cold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9" name="Google Shape;279;p20"/>
          <p:cNvSpPr/>
          <p:nvPr/>
        </p:nvSpPr>
        <p:spPr>
          <a:xfrm flipH="1">
            <a:off x="4798071" y="3783662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 flipH="1">
            <a:off x="3558957" y="3714953"/>
            <a:ext cx="12066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gas giant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81" name="Google Shape;281;p20"/>
          <p:cNvCxnSpPr>
            <a:stCxn id="270" idx="2"/>
            <a:endCxn id="272" idx="0"/>
          </p:cNvCxnSpPr>
          <p:nvPr/>
        </p:nvCxnSpPr>
        <p:spPr>
          <a:xfrm>
            <a:off x="5212071" y="1399862"/>
            <a:ext cx="1186800" cy="374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0"/>
          <p:cNvCxnSpPr>
            <a:stCxn id="279" idx="0"/>
            <a:endCxn id="283" idx="4"/>
          </p:cNvCxnSpPr>
          <p:nvPr/>
        </p:nvCxnSpPr>
        <p:spPr>
          <a:xfrm flipH="1" rot="5400000">
            <a:off x="4559421" y="3338012"/>
            <a:ext cx="704100" cy="187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0"/>
          <p:cNvCxnSpPr>
            <a:stCxn id="277" idx="0"/>
            <a:endCxn id="285" idx="4"/>
          </p:cNvCxnSpPr>
          <p:nvPr/>
        </p:nvCxnSpPr>
        <p:spPr>
          <a:xfrm rot="-5400000">
            <a:off x="2867508" y="2984099"/>
            <a:ext cx="530700" cy="302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0"/>
          <p:cNvCxnSpPr>
            <a:stCxn id="274" idx="4"/>
            <a:endCxn id="273" idx="0"/>
          </p:cNvCxnSpPr>
          <p:nvPr/>
        </p:nvCxnSpPr>
        <p:spPr>
          <a:xfrm flipH="1" rot="-5400000">
            <a:off x="3193458" y="1746599"/>
            <a:ext cx="541500" cy="9651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7" name="Google Shape;287;p20"/>
          <p:cNvSpPr/>
          <p:nvPr/>
        </p:nvSpPr>
        <p:spPr>
          <a:xfrm flipH="1">
            <a:off x="1125750" y="4305925"/>
            <a:ext cx="6589500" cy="53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20XX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8" name="Google Shape;288;p20"/>
          <p:cNvSpPr/>
          <p:nvPr/>
        </p:nvSpPr>
        <p:spPr>
          <a:xfrm flipH="1">
            <a:off x="7699380" y="1675550"/>
            <a:ext cx="711600" cy="53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9" name="Google Shape;289;p20"/>
          <p:cNvSpPr/>
          <p:nvPr/>
        </p:nvSpPr>
        <p:spPr>
          <a:xfrm flipH="1">
            <a:off x="7699380" y="2426075"/>
            <a:ext cx="711600" cy="53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0" name="Google Shape;290;p20"/>
          <p:cNvSpPr/>
          <p:nvPr/>
        </p:nvSpPr>
        <p:spPr>
          <a:xfrm flipH="1">
            <a:off x="7699380" y="3176600"/>
            <a:ext cx="711600" cy="53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91" name="Google Shape;291;p20"/>
          <p:cNvGrpSpPr/>
          <p:nvPr/>
        </p:nvGrpSpPr>
        <p:grpSpPr>
          <a:xfrm>
            <a:off x="4859509" y="1254289"/>
            <a:ext cx="291130" cy="291130"/>
            <a:chOff x="-25834600" y="3176875"/>
            <a:chExt cx="296950" cy="296950"/>
          </a:xfrm>
        </p:grpSpPr>
        <p:sp>
          <p:nvSpPr>
            <p:cNvPr id="292" name="Google Shape;292;p20"/>
            <p:cNvSpPr/>
            <p:nvPr/>
          </p:nvSpPr>
          <p:spPr>
            <a:xfrm>
              <a:off x="-25625875" y="3316275"/>
              <a:ext cx="69325" cy="85875"/>
            </a:xfrm>
            <a:custGeom>
              <a:rect b="b" l="l" r="r" t="t"/>
              <a:pathLst>
                <a:path extrusionOk="0" h="3435" w="2773">
                  <a:moveTo>
                    <a:pt x="0" y="1"/>
                  </a:moveTo>
                  <a:lnTo>
                    <a:pt x="0" y="3435"/>
                  </a:lnTo>
                  <a:lnTo>
                    <a:pt x="2773" y="3435"/>
                  </a:lnTo>
                  <a:lnTo>
                    <a:pt x="2773" y="2741"/>
                  </a:lnTo>
                  <a:lnTo>
                    <a:pt x="1040" y="2741"/>
                  </a:lnTo>
                  <a:cubicBezTo>
                    <a:pt x="851" y="2741"/>
                    <a:pt x="693" y="2584"/>
                    <a:pt x="693" y="2395"/>
                  </a:cubicBezTo>
                  <a:cubicBezTo>
                    <a:pt x="693" y="2206"/>
                    <a:pt x="851" y="2048"/>
                    <a:pt x="1040" y="2048"/>
                  </a:cubicBezTo>
                  <a:lnTo>
                    <a:pt x="2773" y="2048"/>
                  </a:lnTo>
                  <a:lnTo>
                    <a:pt x="2773" y="1324"/>
                  </a:lnTo>
                  <a:lnTo>
                    <a:pt x="1040" y="1324"/>
                  </a:lnTo>
                  <a:cubicBezTo>
                    <a:pt x="851" y="1324"/>
                    <a:pt x="693" y="1166"/>
                    <a:pt x="693" y="977"/>
                  </a:cubicBezTo>
                  <a:cubicBezTo>
                    <a:pt x="693" y="851"/>
                    <a:pt x="851" y="694"/>
                    <a:pt x="1040" y="694"/>
                  </a:cubicBezTo>
                  <a:lnTo>
                    <a:pt x="2773" y="69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-25729075" y="3176875"/>
              <a:ext cx="191425" cy="296950"/>
            </a:xfrm>
            <a:custGeom>
              <a:rect b="b" l="l" r="r" t="t"/>
              <a:pathLst>
                <a:path extrusionOk="0" h="11878" w="7657">
                  <a:moveTo>
                    <a:pt x="2049" y="693"/>
                  </a:moveTo>
                  <a:lnTo>
                    <a:pt x="2049" y="2773"/>
                  </a:lnTo>
                  <a:lnTo>
                    <a:pt x="1356" y="2773"/>
                  </a:lnTo>
                  <a:lnTo>
                    <a:pt x="1356" y="693"/>
                  </a:lnTo>
                  <a:close/>
                  <a:moveTo>
                    <a:pt x="3435" y="693"/>
                  </a:moveTo>
                  <a:lnTo>
                    <a:pt x="3435" y="2773"/>
                  </a:lnTo>
                  <a:lnTo>
                    <a:pt x="2710" y="2773"/>
                  </a:lnTo>
                  <a:lnTo>
                    <a:pt x="2710" y="693"/>
                  </a:lnTo>
                  <a:close/>
                  <a:moveTo>
                    <a:pt x="4821" y="693"/>
                  </a:moveTo>
                  <a:lnTo>
                    <a:pt x="4821" y="2773"/>
                  </a:lnTo>
                  <a:lnTo>
                    <a:pt x="4097" y="2773"/>
                  </a:lnTo>
                  <a:lnTo>
                    <a:pt x="4097" y="693"/>
                  </a:lnTo>
                  <a:close/>
                  <a:moveTo>
                    <a:pt x="6176" y="693"/>
                  </a:moveTo>
                  <a:lnTo>
                    <a:pt x="6176" y="2773"/>
                  </a:lnTo>
                  <a:lnTo>
                    <a:pt x="5483" y="2773"/>
                  </a:lnTo>
                  <a:lnTo>
                    <a:pt x="5483" y="693"/>
                  </a:ln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40"/>
                  </a:cubicBezTo>
                  <a:lnTo>
                    <a:pt x="1" y="3119"/>
                  </a:lnTo>
                  <a:cubicBezTo>
                    <a:pt x="1" y="3308"/>
                    <a:pt x="158" y="3466"/>
                    <a:pt x="379" y="3466"/>
                  </a:cubicBezTo>
                  <a:lnTo>
                    <a:pt x="726" y="3466"/>
                  </a:lnTo>
                  <a:lnTo>
                    <a:pt x="726" y="4883"/>
                  </a:lnTo>
                  <a:lnTo>
                    <a:pt x="2458" y="4883"/>
                  </a:lnTo>
                  <a:cubicBezTo>
                    <a:pt x="2647" y="4883"/>
                    <a:pt x="2805" y="5041"/>
                    <a:pt x="2805" y="5262"/>
                  </a:cubicBezTo>
                  <a:lnTo>
                    <a:pt x="2805" y="9420"/>
                  </a:lnTo>
                  <a:cubicBezTo>
                    <a:pt x="2805" y="9609"/>
                    <a:pt x="2647" y="9767"/>
                    <a:pt x="2458" y="9767"/>
                  </a:cubicBezTo>
                  <a:lnTo>
                    <a:pt x="2112" y="9767"/>
                  </a:lnTo>
                  <a:cubicBezTo>
                    <a:pt x="2112" y="10523"/>
                    <a:pt x="1797" y="11247"/>
                    <a:pt x="1261" y="11751"/>
                  </a:cubicBezTo>
                  <a:cubicBezTo>
                    <a:pt x="1419" y="11815"/>
                    <a:pt x="1576" y="11878"/>
                    <a:pt x="1734" y="11878"/>
                  </a:cubicBezTo>
                  <a:lnTo>
                    <a:pt x="5924" y="11878"/>
                  </a:lnTo>
                  <a:cubicBezTo>
                    <a:pt x="6522" y="11878"/>
                    <a:pt x="6932" y="11405"/>
                    <a:pt x="6932" y="10838"/>
                  </a:cubicBezTo>
                  <a:lnTo>
                    <a:pt x="6932" y="9798"/>
                  </a:lnTo>
                  <a:lnTo>
                    <a:pt x="3813" y="9798"/>
                  </a:lnTo>
                  <a:cubicBezTo>
                    <a:pt x="3624" y="9798"/>
                    <a:pt x="3467" y="9672"/>
                    <a:pt x="3467" y="9452"/>
                  </a:cubicBezTo>
                  <a:lnTo>
                    <a:pt x="3467" y="5293"/>
                  </a:lnTo>
                  <a:cubicBezTo>
                    <a:pt x="3467" y="5104"/>
                    <a:pt x="3624" y="4946"/>
                    <a:pt x="3813" y="4946"/>
                  </a:cubicBezTo>
                  <a:lnTo>
                    <a:pt x="6932" y="4946"/>
                  </a:lnTo>
                  <a:lnTo>
                    <a:pt x="6932" y="3529"/>
                  </a:lnTo>
                  <a:lnTo>
                    <a:pt x="7310" y="3529"/>
                  </a:lnTo>
                  <a:cubicBezTo>
                    <a:pt x="7499" y="3529"/>
                    <a:pt x="7657" y="3371"/>
                    <a:pt x="7657" y="3151"/>
                  </a:cubicBezTo>
                  <a:lnTo>
                    <a:pt x="7657" y="1040"/>
                  </a:lnTo>
                  <a:lnTo>
                    <a:pt x="7625" y="1040"/>
                  </a:lnTo>
                  <a:cubicBezTo>
                    <a:pt x="7625" y="441"/>
                    <a:pt x="7153" y="0"/>
                    <a:pt x="6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-25834600" y="3350150"/>
              <a:ext cx="69325" cy="96100"/>
            </a:xfrm>
            <a:custGeom>
              <a:rect b="b" l="l" r="r" t="t"/>
              <a:pathLst>
                <a:path extrusionOk="0" h="3844" w="2773">
                  <a:moveTo>
                    <a:pt x="2143" y="0"/>
                  </a:moveTo>
                  <a:cubicBezTo>
                    <a:pt x="1008" y="0"/>
                    <a:pt x="63" y="945"/>
                    <a:pt x="63" y="2080"/>
                  </a:cubicBezTo>
                  <a:cubicBezTo>
                    <a:pt x="0" y="2804"/>
                    <a:pt x="378" y="3434"/>
                    <a:pt x="914" y="3844"/>
                  </a:cubicBezTo>
                  <a:cubicBezTo>
                    <a:pt x="788" y="3529"/>
                    <a:pt x="725" y="3151"/>
                    <a:pt x="725" y="2804"/>
                  </a:cubicBezTo>
                  <a:cubicBezTo>
                    <a:pt x="725" y="1544"/>
                    <a:pt x="1576" y="473"/>
                    <a:pt x="2773" y="126"/>
                  </a:cubicBezTo>
                  <a:cubicBezTo>
                    <a:pt x="2584" y="63"/>
                    <a:pt x="2332" y="0"/>
                    <a:pt x="2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-25799950" y="3368250"/>
              <a:ext cx="104775" cy="104000"/>
            </a:xfrm>
            <a:custGeom>
              <a:rect b="b" l="l" r="r" t="t"/>
              <a:pathLst>
                <a:path extrusionOk="0" h="4160" w="4191">
                  <a:moveTo>
                    <a:pt x="2080" y="694"/>
                  </a:moveTo>
                  <a:cubicBezTo>
                    <a:pt x="2836" y="694"/>
                    <a:pt x="3466" y="1324"/>
                    <a:pt x="3466" y="2080"/>
                  </a:cubicBezTo>
                  <a:cubicBezTo>
                    <a:pt x="3466" y="2364"/>
                    <a:pt x="3403" y="2584"/>
                    <a:pt x="3246" y="2836"/>
                  </a:cubicBezTo>
                  <a:lnTo>
                    <a:pt x="1292" y="915"/>
                  </a:lnTo>
                  <a:cubicBezTo>
                    <a:pt x="1576" y="788"/>
                    <a:pt x="1828" y="694"/>
                    <a:pt x="2080" y="694"/>
                  </a:cubicBezTo>
                  <a:close/>
                  <a:moveTo>
                    <a:pt x="2111" y="1"/>
                  </a:moveTo>
                  <a:cubicBezTo>
                    <a:pt x="946" y="1"/>
                    <a:pt x="1" y="946"/>
                    <a:pt x="1" y="2080"/>
                  </a:cubicBezTo>
                  <a:cubicBezTo>
                    <a:pt x="1" y="3214"/>
                    <a:pt x="946" y="4160"/>
                    <a:pt x="2111" y="4160"/>
                  </a:cubicBezTo>
                  <a:cubicBezTo>
                    <a:pt x="3246" y="4160"/>
                    <a:pt x="4191" y="3214"/>
                    <a:pt x="4191" y="2080"/>
                  </a:cubicBezTo>
                  <a:cubicBezTo>
                    <a:pt x="4191" y="946"/>
                    <a:pt x="3246" y="1"/>
                    <a:pt x="2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-25712525" y="3317075"/>
              <a:ext cx="34675" cy="86650"/>
            </a:xfrm>
            <a:custGeom>
              <a:rect b="b" l="l" r="r" t="t"/>
              <a:pathLst>
                <a:path extrusionOk="0" h="3466" w="1387">
                  <a:moveTo>
                    <a:pt x="1" y="0"/>
                  </a:moveTo>
                  <a:lnTo>
                    <a:pt x="1" y="1764"/>
                  </a:lnTo>
                  <a:cubicBezTo>
                    <a:pt x="631" y="2111"/>
                    <a:pt x="1072" y="2709"/>
                    <a:pt x="1261" y="3466"/>
                  </a:cubicBezTo>
                  <a:lnTo>
                    <a:pt x="1387" y="3466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0"/>
          <p:cNvSpPr/>
          <p:nvPr/>
        </p:nvSpPr>
        <p:spPr>
          <a:xfrm>
            <a:off x="4871171" y="3865125"/>
            <a:ext cx="267814" cy="251047"/>
          </a:xfrm>
          <a:custGeom>
            <a:rect b="b" l="l" r="r" t="t"/>
            <a:pathLst>
              <a:path extrusionOk="0" h="11565" w="12603">
                <a:moveTo>
                  <a:pt x="9200" y="822"/>
                </a:moveTo>
                <a:lnTo>
                  <a:pt x="11311" y="2933"/>
                </a:lnTo>
                <a:cubicBezTo>
                  <a:pt x="11279" y="3185"/>
                  <a:pt x="11185" y="3437"/>
                  <a:pt x="11090" y="3689"/>
                </a:cubicBezTo>
                <a:lnTo>
                  <a:pt x="8444" y="1074"/>
                </a:lnTo>
                <a:cubicBezTo>
                  <a:pt x="8664" y="948"/>
                  <a:pt x="8916" y="853"/>
                  <a:pt x="9200" y="822"/>
                </a:cubicBezTo>
                <a:close/>
                <a:moveTo>
                  <a:pt x="7814" y="1389"/>
                </a:moveTo>
                <a:lnTo>
                  <a:pt x="10712" y="4287"/>
                </a:lnTo>
                <a:cubicBezTo>
                  <a:pt x="10649" y="4413"/>
                  <a:pt x="10555" y="4476"/>
                  <a:pt x="10492" y="4571"/>
                </a:cubicBezTo>
                <a:cubicBezTo>
                  <a:pt x="10397" y="4634"/>
                  <a:pt x="10334" y="4728"/>
                  <a:pt x="10208" y="4791"/>
                </a:cubicBezTo>
                <a:lnTo>
                  <a:pt x="7310" y="1893"/>
                </a:lnTo>
                <a:cubicBezTo>
                  <a:pt x="7373" y="1798"/>
                  <a:pt x="7467" y="1704"/>
                  <a:pt x="7530" y="1609"/>
                </a:cubicBezTo>
                <a:cubicBezTo>
                  <a:pt x="7625" y="1546"/>
                  <a:pt x="7688" y="1452"/>
                  <a:pt x="7814" y="1389"/>
                </a:cubicBezTo>
                <a:close/>
                <a:moveTo>
                  <a:pt x="6994" y="2523"/>
                </a:moveTo>
                <a:lnTo>
                  <a:pt x="9609" y="5169"/>
                </a:lnTo>
                <a:cubicBezTo>
                  <a:pt x="9389" y="5264"/>
                  <a:pt x="9105" y="5327"/>
                  <a:pt x="8885" y="5390"/>
                </a:cubicBezTo>
                <a:lnTo>
                  <a:pt x="6742" y="3279"/>
                </a:lnTo>
                <a:cubicBezTo>
                  <a:pt x="6774" y="3027"/>
                  <a:pt x="6868" y="2743"/>
                  <a:pt x="6994" y="2523"/>
                </a:cubicBezTo>
                <a:close/>
                <a:moveTo>
                  <a:pt x="3812" y="6209"/>
                </a:moveTo>
                <a:lnTo>
                  <a:pt x="5923" y="8351"/>
                </a:lnTo>
                <a:cubicBezTo>
                  <a:pt x="5892" y="8572"/>
                  <a:pt x="5797" y="8855"/>
                  <a:pt x="5671" y="9107"/>
                </a:cubicBezTo>
                <a:lnTo>
                  <a:pt x="3056" y="6461"/>
                </a:lnTo>
                <a:cubicBezTo>
                  <a:pt x="3277" y="6335"/>
                  <a:pt x="3560" y="6272"/>
                  <a:pt x="3812" y="6209"/>
                </a:cubicBezTo>
                <a:close/>
                <a:moveTo>
                  <a:pt x="2426" y="6776"/>
                </a:moveTo>
                <a:lnTo>
                  <a:pt x="5325" y="9675"/>
                </a:lnTo>
                <a:cubicBezTo>
                  <a:pt x="5262" y="9801"/>
                  <a:pt x="5167" y="9895"/>
                  <a:pt x="5104" y="9958"/>
                </a:cubicBezTo>
                <a:cubicBezTo>
                  <a:pt x="5010" y="10053"/>
                  <a:pt x="4947" y="10116"/>
                  <a:pt x="4821" y="10210"/>
                </a:cubicBezTo>
                <a:lnTo>
                  <a:pt x="1891" y="7280"/>
                </a:lnTo>
                <a:cubicBezTo>
                  <a:pt x="1985" y="7217"/>
                  <a:pt x="2080" y="7091"/>
                  <a:pt x="2143" y="6997"/>
                </a:cubicBezTo>
                <a:cubicBezTo>
                  <a:pt x="2206" y="6934"/>
                  <a:pt x="2300" y="6839"/>
                  <a:pt x="2426" y="6776"/>
                </a:cubicBezTo>
                <a:close/>
                <a:moveTo>
                  <a:pt x="1576" y="7910"/>
                </a:moveTo>
                <a:lnTo>
                  <a:pt x="4222" y="10557"/>
                </a:lnTo>
                <a:cubicBezTo>
                  <a:pt x="4002" y="10620"/>
                  <a:pt x="3718" y="10714"/>
                  <a:pt x="3466" y="10777"/>
                </a:cubicBezTo>
                <a:lnTo>
                  <a:pt x="1355" y="8666"/>
                </a:lnTo>
                <a:cubicBezTo>
                  <a:pt x="1387" y="8414"/>
                  <a:pt x="1481" y="8162"/>
                  <a:pt x="1576" y="7910"/>
                </a:cubicBezTo>
                <a:close/>
                <a:moveTo>
                  <a:pt x="10602" y="0"/>
                </a:moveTo>
                <a:cubicBezTo>
                  <a:pt x="9383" y="0"/>
                  <a:pt x="7954" y="274"/>
                  <a:pt x="7089" y="1168"/>
                </a:cubicBezTo>
                <a:cubicBezTo>
                  <a:pt x="6207" y="2082"/>
                  <a:pt x="5923" y="3500"/>
                  <a:pt x="5923" y="4728"/>
                </a:cubicBezTo>
                <a:cubicBezTo>
                  <a:pt x="6238" y="4760"/>
                  <a:pt x="6459" y="4791"/>
                  <a:pt x="6522" y="4791"/>
                </a:cubicBezTo>
                <a:lnTo>
                  <a:pt x="6585" y="4791"/>
                </a:lnTo>
                <a:lnTo>
                  <a:pt x="6585" y="4130"/>
                </a:lnTo>
                <a:lnTo>
                  <a:pt x="7971" y="5516"/>
                </a:lnTo>
                <a:cubicBezTo>
                  <a:pt x="7751" y="5532"/>
                  <a:pt x="7540" y="5538"/>
                  <a:pt x="7348" y="5538"/>
                </a:cubicBezTo>
                <a:cubicBezTo>
                  <a:pt x="6772" y="5538"/>
                  <a:pt x="6364" y="5484"/>
                  <a:pt x="6364" y="5484"/>
                </a:cubicBezTo>
                <a:cubicBezTo>
                  <a:pt x="6314" y="5459"/>
                  <a:pt x="5810" y="5369"/>
                  <a:pt x="5121" y="5369"/>
                </a:cubicBezTo>
                <a:cubicBezTo>
                  <a:pt x="4077" y="5369"/>
                  <a:pt x="2606" y="5575"/>
                  <a:pt x="1639" y="6524"/>
                </a:cubicBezTo>
                <a:cubicBezTo>
                  <a:pt x="0" y="8162"/>
                  <a:pt x="536" y="11155"/>
                  <a:pt x="567" y="11250"/>
                </a:cubicBezTo>
                <a:cubicBezTo>
                  <a:pt x="599" y="11407"/>
                  <a:pt x="725" y="11533"/>
                  <a:pt x="914" y="11533"/>
                </a:cubicBezTo>
                <a:lnTo>
                  <a:pt x="1009" y="11533"/>
                </a:lnTo>
                <a:cubicBezTo>
                  <a:pt x="1198" y="11502"/>
                  <a:pt x="1324" y="11344"/>
                  <a:pt x="1261" y="11155"/>
                </a:cubicBezTo>
                <a:cubicBezTo>
                  <a:pt x="1261" y="11155"/>
                  <a:pt x="1166" y="10399"/>
                  <a:pt x="1229" y="9517"/>
                </a:cubicBezTo>
                <a:lnTo>
                  <a:pt x="1229" y="9517"/>
                </a:lnTo>
                <a:lnTo>
                  <a:pt x="2615" y="10903"/>
                </a:lnTo>
                <a:cubicBezTo>
                  <a:pt x="2447" y="10903"/>
                  <a:pt x="2293" y="10917"/>
                  <a:pt x="2153" y="10917"/>
                </a:cubicBezTo>
                <a:cubicBezTo>
                  <a:pt x="2083" y="10917"/>
                  <a:pt x="2017" y="10914"/>
                  <a:pt x="1954" y="10903"/>
                </a:cubicBezTo>
                <a:lnTo>
                  <a:pt x="1954" y="10966"/>
                </a:lnTo>
                <a:cubicBezTo>
                  <a:pt x="1985" y="11187"/>
                  <a:pt x="1954" y="11407"/>
                  <a:pt x="1859" y="11565"/>
                </a:cubicBezTo>
                <a:lnTo>
                  <a:pt x="2048" y="11565"/>
                </a:lnTo>
                <a:cubicBezTo>
                  <a:pt x="3277" y="11565"/>
                  <a:pt x="4695" y="11281"/>
                  <a:pt x="5577" y="10399"/>
                </a:cubicBezTo>
                <a:cubicBezTo>
                  <a:pt x="6427" y="9517"/>
                  <a:pt x="6742" y="8068"/>
                  <a:pt x="6742" y="6839"/>
                </a:cubicBezTo>
                <a:cubicBezTo>
                  <a:pt x="6396" y="6808"/>
                  <a:pt x="6144" y="6776"/>
                  <a:pt x="6112" y="6776"/>
                </a:cubicBezTo>
                <a:lnTo>
                  <a:pt x="6049" y="6776"/>
                </a:lnTo>
                <a:lnTo>
                  <a:pt x="6049" y="7438"/>
                </a:lnTo>
                <a:lnTo>
                  <a:pt x="4663" y="6051"/>
                </a:lnTo>
                <a:cubicBezTo>
                  <a:pt x="4876" y="6036"/>
                  <a:pt x="5083" y="6030"/>
                  <a:pt x="5273" y="6030"/>
                </a:cubicBezTo>
                <a:cubicBezTo>
                  <a:pt x="5845" y="6030"/>
                  <a:pt x="6270" y="6083"/>
                  <a:pt x="6270" y="6083"/>
                </a:cubicBezTo>
                <a:cubicBezTo>
                  <a:pt x="6301" y="6083"/>
                  <a:pt x="6837" y="6178"/>
                  <a:pt x="7499" y="6178"/>
                </a:cubicBezTo>
                <a:cubicBezTo>
                  <a:pt x="8727" y="6178"/>
                  <a:pt x="10145" y="5862"/>
                  <a:pt x="10996" y="4980"/>
                </a:cubicBezTo>
                <a:cubicBezTo>
                  <a:pt x="12602" y="3374"/>
                  <a:pt x="12098" y="381"/>
                  <a:pt x="12067" y="255"/>
                </a:cubicBezTo>
                <a:cubicBezTo>
                  <a:pt x="12035" y="160"/>
                  <a:pt x="11878" y="34"/>
                  <a:pt x="11657" y="34"/>
                </a:cubicBezTo>
                <a:cubicBezTo>
                  <a:pt x="11468" y="66"/>
                  <a:pt x="11342" y="223"/>
                  <a:pt x="11405" y="444"/>
                </a:cubicBezTo>
                <a:cubicBezTo>
                  <a:pt x="11405" y="444"/>
                  <a:pt x="11531" y="1168"/>
                  <a:pt x="11437" y="2050"/>
                </a:cubicBezTo>
                <a:lnTo>
                  <a:pt x="10050" y="664"/>
                </a:lnTo>
                <a:cubicBezTo>
                  <a:pt x="10218" y="664"/>
                  <a:pt x="10373" y="650"/>
                  <a:pt x="10513" y="650"/>
                </a:cubicBezTo>
                <a:cubicBezTo>
                  <a:pt x="10583" y="650"/>
                  <a:pt x="10649" y="654"/>
                  <a:pt x="10712" y="664"/>
                </a:cubicBezTo>
                <a:lnTo>
                  <a:pt x="10712" y="601"/>
                </a:lnTo>
                <a:cubicBezTo>
                  <a:pt x="10681" y="381"/>
                  <a:pt x="10712" y="160"/>
                  <a:pt x="10807" y="3"/>
                </a:cubicBezTo>
                <a:cubicBezTo>
                  <a:pt x="10739" y="1"/>
                  <a:pt x="10671" y="0"/>
                  <a:pt x="1060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8" name="Google Shape;298;p20"/>
          <p:cNvGrpSpPr/>
          <p:nvPr/>
        </p:nvGrpSpPr>
        <p:grpSpPr>
          <a:xfrm>
            <a:off x="2851933" y="3482119"/>
            <a:ext cx="259433" cy="251057"/>
            <a:chOff x="-25465200" y="3916150"/>
            <a:chExt cx="299300" cy="294875"/>
          </a:xfrm>
        </p:grpSpPr>
        <p:sp>
          <p:nvSpPr>
            <p:cNvPr id="299" name="Google Shape;299;p20"/>
            <p:cNvSpPr/>
            <p:nvPr/>
          </p:nvSpPr>
          <p:spPr>
            <a:xfrm>
              <a:off x="-25316350" y="3916150"/>
              <a:ext cx="150450" cy="149175"/>
            </a:xfrm>
            <a:custGeom>
              <a:rect b="b" l="l" r="r" t="t"/>
              <a:pathLst>
                <a:path extrusionOk="0" h="5967" w="6018">
                  <a:moveTo>
                    <a:pt x="3836" y="0"/>
                  </a:moveTo>
                  <a:cubicBezTo>
                    <a:pt x="3278" y="0"/>
                    <a:pt x="2726" y="214"/>
                    <a:pt x="2332" y="642"/>
                  </a:cubicBezTo>
                  <a:lnTo>
                    <a:pt x="1891" y="1083"/>
                  </a:lnTo>
                  <a:lnTo>
                    <a:pt x="2458" y="1619"/>
                  </a:lnTo>
                  <a:cubicBezTo>
                    <a:pt x="2552" y="1745"/>
                    <a:pt x="2552" y="1966"/>
                    <a:pt x="2458" y="2092"/>
                  </a:cubicBezTo>
                  <a:cubicBezTo>
                    <a:pt x="2363" y="2186"/>
                    <a:pt x="2300" y="2218"/>
                    <a:pt x="2206" y="2218"/>
                  </a:cubicBezTo>
                  <a:cubicBezTo>
                    <a:pt x="2143" y="2218"/>
                    <a:pt x="2017" y="2186"/>
                    <a:pt x="1985" y="2092"/>
                  </a:cubicBezTo>
                  <a:lnTo>
                    <a:pt x="1418" y="1556"/>
                  </a:lnTo>
                  <a:lnTo>
                    <a:pt x="946" y="2029"/>
                  </a:lnTo>
                  <a:lnTo>
                    <a:pt x="1513" y="2564"/>
                  </a:lnTo>
                  <a:cubicBezTo>
                    <a:pt x="1607" y="2690"/>
                    <a:pt x="1607" y="2911"/>
                    <a:pt x="1513" y="3037"/>
                  </a:cubicBezTo>
                  <a:cubicBezTo>
                    <a:pt x="1418" y="3131"/>
                    <a:pt x="1355" y="3163"/>
                    <a:pt x="1261" y="3163"/>
                  </a:cubicBezTo>
                  <a:cubicBezTo>
                    <a:pt x="1198" y="3163"/>
                    <a:pt x="1072" y="3131"/>
                    <a:pt x="1040" y="3037"/>
                  </a:cubicBezTo>
                  <a:lnTo>
                    <a:pt x="473" y="2501"/>
                  </a:lnTo>
                  <a:lnTo>
                    <a:pt x="1" y="3005"/>
                  </a:lnTo>
                  <a:lnTo>
                    <a:pt x="2962" y="5967"/>
                  </a:lnTo>
                  <a:lnTo>
                    <a:pt x="5388" y="3478"/>
                  </a:lnTo>
                  <a:cubicBezTo>
                    <a:pt x="5829" y="3037"/>
                    <a:pt x="6018" y="2501"/>
                    <a:pt x="5987" y="1903"/>
                  </a:cubicBezTo>
                  <a:cubicBezTo>
                    <a:pt x="5892" y="1398"/>
                    <a:pt x="5640" y="831"/>
                    <a:pt x="5167" y="453"/>
                  </a:cubicBezTo>
                  <a:cubicBezTo>
                    <a:pt x="4779" y="151"/>
                    <a:pt x="4305" y="0"/>
                    <a:pt x="38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-25465200" y="4003875"/>
              <a:ext cx="208725" cy="207150"/>
            </a:xfrm>
            <a:custGeom>
              <a:rect b="b" l="l" r="r" t="t"/>
              <a:pathLst>
                <a:path extrusionOk="0" h="8286" w="8349">
                  <a:moveTo>
                    <a:pt x="5419" y="0"/>
                  </a:moveTo>
                  <a:lnTo>
                    <a:pt x="4883" y="567"/>
                  </a:lnTo>
                  <a:lnTo>
                    <a:pt x="5450" y="1103"/>
                  </a:lnTo>
                  <a:cubicBezTo>
                    <a:pt x="5545" y="1229"/>
                    <a:pt x="5545" y="1449"/>
                    <a:pt x="5450" y="1575"/>
                  </a:cubicBezTo>
                  <a:cubicBezTo>
                    <a:pt x="5356" y="1670"/>
                    <a:pt x="5293" y="1702"/>
                    <a:pt x="5198" y="1702"/>
                  </a:cubicBezTo>
                  <a:cubicBezTo>
                    <a:pt x="5135" y="1702"/>
                    <a:pt x="5009" y="1670"/>
                    <a:pt x="4978" y="1575"/>
                  </a:cubicBezTo>
                  <a:lnTo>
                    <a:pt x="4411" y="1040"/>
                  </a:lnTo>
                  <a:lnTo>
                    <a:pt x="3938" y="1512"/>
                  </a:lnTo>
                  <a:lnTo>
                    <a:pt x="4505" y="2048"/>
                  </a:lnTo>
                  <a:cubicBezTo>
                    <a:pt x="4631" y="2174"/>
                    <a:pt x="4631" y="2395"/>
                    <a:pt x="4505" y="2521"/>
                  </a:cubicBezTo>
                  <a:cubicBezTo>
                    <a:pt x="4411" y="2615"/>
                    <a:pt x="4348" y="2647"/>
                    <a:pt x="4253" y="2647"/>
                  </a:cubicBezTo>
                  <a:cubicBezTo>
                    <a:pt x="4190" y="2647"/>
                    <a:pt x="4064" y="2615"/>
                    <a:pt x="4033" y="2521"/>
                  </a:cubicBezTo>
                  <a:lnTo>
                    <a:pt x="3466" y="1985"/>
                  </a:lnTo>
                  <a:lnTo>
                    <a:pt x="3214" y="2237"/>
                  </a:lnTo>
                  <a:cubicBezTo>
                    <a:pt x="2773" y="2678"/>
                    <a:pt x="2458" y="3277"/>
                    <a:pt x="2363" y="3907"/>
                  </a:cubicBezTo>
                  <a:cubicBezTo>
                    <a:pt x="2300" y="4379"/>
                    <a:pt x="2111" y="4852"/>
                    <a:pt x="1733" y="5167"/>
                  </a:cubicBezTo>
                  <a:lnTo>
                    <a:pt x="410" y="6490"/>
                  </a:lnTo>
                  <a:cubicBezTo>
                    <a:pt x="0" y="6900"/>
                    <a:pt x="0" y="7561"/>
                    <a:pt x="410" y="7971"/>
                  </a:cubicBezTo>
                  <a:cubicBezTo>
                    <a:pt x="599" y="8160"/>
                    <a:pt x="882" y="8286"/>
                    <a:pt x="1166" y="8286"/>
                  </a:cubicBezTo>
                  <a:cubicBezTo>
                    <a:pt x="1418" y="8286"/>
                    <a:pt x="1701" y="8160"/>
                    <a:pt x="1890" y="7971"/>
                  </a:cubicBezTo>
                  <a:lnTo>
                    <a:pt x="3245" y="6616"/>
                  </a:lnTo>
                  <a:cubicBezTo>
                    <a:pt x="3592" y="6270"/>
                    <a:pt x="4033" y="6081"/>
                    <a:pt x="4505" y="5986"/>
                  </a:cubicBezTo>
                  <a:cubicBezTo>
                    <a:pt x="5135" y="5923"/>
                    <a:pt x="5734" y="5608"/>
                    <a:pt x="6144" y="5167"/>
                  </a:cubicBezTo>
                  <a:lnTo>
                    <a:pt x="8349" y="2962"/>
                  </a:lnTo>
                  <a:lnTo>
                    <a:pt x="54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20"/>
          <p:cNvGrpSpPr/>
          <p:nvPr/>
        </p:nvGrpSpPr>
        <p:grpSpPr>
          <a:xfrm>
            <a:off x="2073290" y="2533173"/>
            <a:ext cx="211682" cy="292698"/>
            <a:chOff x="-38129425" y="3222550"/>
            <a:chExt cx="228450" cy="315850"/>
          </a:xfrm>
        </p:grpSpPr>
        <p:sp>
          <p:nvSpPr>
            <p:cNvPr id="302" name="Google Shape;302;p20"/>
            <p:cNvSpPr/>
            <p:nvPr/>
          </p:nvSpPr>
          <p:spPr>
            <a:xfrm>
              <a:off x="-38129425" y="3222550"/>
              <a:ext cx="228450" cy="227650"/>
            </a:xfrm>
            <a:custGeom>
              <a:rect b="b" l="l" r="r" t="t"/>
              <a:pathLst>
                <a:path extrusionOk="0" h="9106" w="9138">
                  <a:moveTo>
                    <a:pt x="4097" y="1292"/>
                  </a:moveTo>
                  <a:cubicBezTo>
                    <a:pt x="4349" y="1292"/>
                    <a:pt x="4538" y="1450"/>
                    <a:pt x="4538" y="1702"/>
                  </a:cubicBezTo>
                  <a:cubicBezTo>
                    <a:pt x="4538" y="1922"/>
                    <a:pt x="4349" y="2111"/>
                    <a:pt x="4160" y="2111"/>
                  </a:cubicBezTo>
                  <a:cubicBezTo>
                    <a:pt x="2994" y="2111"/>
                    <a:pt x="2112" y="3056"/>
                    <a:pt x="2049" y="4222"/>
                  </a:cubicBezTo>
                  <a:cubicBezTo>
                    <a:pt x="2049" y="4443"/>
                    <a:pt x="1860" y="4600"/>
                    <a:pt x="1639" y="4600"/>
                  </a:cubicBezTo>
                  <a:cubicBezTo>
                    <a:pt x="1387" y="4600"/>
                    <a:pt x="1198" y="4411"/>
                    <a:pt x="1198" y="4222"/>
                  </a:cubicBezTo>
                  <a:cubicBezTo>
                    <a:pt x="1198" y="2584"/>
                    <a:pt x="2490" y="1324"/>
                    <a:pt x="4097" y="1292"/>
                  </a:cubicBezTo>
                  <a:close/>
                  <a:moveTo>
                    <a:pt x="4569" y="0"/>
                  </a:moveTo>
                  <a:cubicBezTo>
                    <a:pt x="2049" y="0"/>
                    <a:pt x="1" y="2048"/>
                    <a:pt x="1" y="4569"/>
                  </a:cubicBezTo>
                  <a:cubicBezTo>
                    <a:pt x="1" y="6207"/>
                    <a:pt x="946" y="7688"/>
                    <a:pt x="2332" y="8475"/>
                  </a:cubicBezTo>
                  <a:cubicBezTo>
                    <a:pt x="2458" y="8507"/>
                    <a:pt x="2521" y="8664"/>
                    <a:pt x="2521" y="8822"/>
                  </a:cubicBezTo>
                  <a:lnTo>
                    <a:pt x="2521" y="9105"/>
                  </a:lnTo>
                  <a:lnTo>
                    <a:pt x="6680" y="9105"/>
                  </a:lnTo>
                  <a:lnTo>
                    <a:pt x="6680" y="8822"/>
                  </a:lnTo>
                  <a:cubicBezTo>
                    <a:pt x="6680" y="8696"/>
                    <a:pt x="6743" y="8570"/>
                    <a:pt x="6900" y="8507"/>
                  </a:cubicBezTo>
                  <a:cubicBezTo>
                    <a:pt x="8255" y="7719"/>
                    <a:pt x="9137" y="6270"/>
                    <a:pt x="9137" y="4569"/>
                  </a:cubicBezTo>
                  <a:cubicBezTo>
                    <a:pt x="9137" y="2048"/>
                    <a:pt x="7089" y="32"/>
                    <a:pt x="4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-38067200" y="3470650"/>
              <a:ext cx="103200" cy="67750"/>
            </a:xfrm>
            <a:custGeom>
              <a:rect b="b" l="l" r="r" t="t"/>
              <a:pathLst>
                <a:path extrusionOk="0" h="2710" w="4128">
                  <a:moveTo>
                    <a:pt x="1" y="0"/>
                  </a:moveTo>
                  <a:lnTo>
                    <a:pt x="1" y="662"/>
                  </a:lnTo>
                  <a:cubicBezTo>
                    <a:pt x="1" y="1198"/>
                    <a:pt x="410" y="1702"/>
                    <a:pt x="883" y="1859"/>
                  </a:cubicBezTo>
                  <a:cubicBezTo>
                    <a:pt x="1040" y="2363"/>
                    <a:pt x="1513" y="2710"/>
                    <a:pt x="2049" y="2710"/>
                  </a:cubicBezTo>
                  <a:cubicBezTo>
                    <a:pt x="2647" y="2710"/>
                    <a:pt x="3120" y="2363"/>
                    <a:pt x="3277" y="1859"/>
                  </a:cubicBezTo>
                  <a:cubicBezTo>
                    <a:pt x="3781" y="1702"/>
                    <a:pt x="4128" y="1198"/>
                    <a:pt x="4128" y="662"/>
                  </a:cubicBezTo>
                  <a:lnTo>
                    <a:pt x="41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4" name="Google Shape;304;p20"/>
          <p:cNvGrpSpPr/>
          <p:nvPr/>
        </p:nvGrpSpPr>
        <p:grpSpPr>
          <a:xfrm>
            <a:off x="2841740" y="1624211"/>
            <a:ext cx="279815" cy="254365"/>
            <a:chOff x="-40745125" y="3632900"/>
            <a:chExt cx="318225" cy="289875"/>
          </a:xfrm>
        </p:grpSpPr>
        <p:sp>
          <p:nvSpPr>
            <p:cNvPr id="305" name="Google Shape;305;p20"/>
            <p:cNvSpPr/>
            <p:nvPr/>
          </p:nvSpPr>
          <p:spPr>
            <a:xfrm>
              <a:off x="-40745125" y="3632900"/>
              <a:ext cx="300125" cy="82725"/>
            </a:xfrm>
            <a:custGeom>
              <a:rect b="b" l="l" r="r" t="t"/>
              <a:pathLst>
                <a:path extrusionOk="0" h="3309" w="12005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-40508050" y="3736075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-40466300" y="3736875"/>
              <a:ext cx="39400" cy="82725"/>
            </a:xfrm>
            <a:custGeom>
              <a:rect b="b" l="l" r="r" t="t"/>
              <a:pathLst>
                <a:path extrusionOk="0" h="3309" w="1576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-40723050" y="3736075"/>
              <a:ext cx="194550" cy="82725"/>
            </a:xfrm>
            <a:custGeom>
              <a:rect b="b" l="l" r="r" t="t"/>
              <a:pathLst>
                <a:path extrusionOk="0" h="3309" w="7782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-40681325" y="3839250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-40639575" y="3840825"/>
              <a:ext cx="190625" cy="81950"/>
            </a:xfrm>
            <a:custGeom>
              <a:rect b="b" l="l" r="r" t="t"/>
              <a:pathLst>
                <a:path extrusionOk="0" h="3278" w="7625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-40745125" y="3840050"/>
              <a:ext cx="43350" cy="82725"/>
            </a:xfrm>
            <a:custGeom>
              <a:rect b="b" l="l" r="r" t="t"/>
              <a:pathLst>
                <a:path extrusionOk="0" h="3309" w="1734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Horizontal funnel diagram infographics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21"/>
          <p:cNvSpPr/>
          <p:nvPr/>
        </p:nvSpPr>
        <p:spPr>
          <a:xfrm rot="-5400000">
            <a:off x="7435775" y="833190"/>
            <a:ext cx="501074" cy="1419395"/>
          </a:xfrm>
          <a:custGeom>
            <a:rect b="b" l="l" r="r" t="t"/>
            <a:pathLst>
              <a:path extrusionOk="0" h="659417" w="477213">
                <a:moveTo>
                  <a:pt x="437029" y="0"/>
                </a:moveTo>
                <a:lnTo>
                  <a:pt x="400374" y="0"/>
                </a:lnTo>
                <a:lnTo>
                  <a:pt x="86034" y="0"/>
                </a:lnTo>
                <a:lnTo>
                  <a:pt x="30951" y="0"/>
                </a:lnTo>
                <a:lnTo>
                  <a:pt x="0" y="0"/>
                </a:lnTo>
                <a:lnTo>
                  <a:pt x="0" y="349005"/>
                </a:lnTo>
                <a:lnTo>
                  <a:pt x="30951" y="369131"/>
                </a:lnTo>
                <a:lnTo>
                  <a:pt x="86034" y="404964"/>
                </a:lnTo>
                <a:lnTo>
                  <a:pt x="420260" y="622377"/>
                </a:lnTo>
                <a:lnTo>
                  <a:pt x="437029" y="633283"/>
                </a:lnTo>
                <a:lnTo>
                  <a:pt x="477214" y="659418"/>
                </a:lnTo>
                <a:lnTo>
                  <a:pt x="477214" y="0"/>
                </a:lnTo>
                <a:lnTo>
                  <a:pt x="437029" y="0"/>
                </a:lnTo>
                <a:close/>
              </a:path>
            </a:pathLst>
          </a:custGeom>
          <a:solidFill>
            <a:schemeClr val="accent5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1"/>
          <p:cNvSpPr/>
          <p:nvPr/>
        </p:nvSpPr>
        <p:spPr>
          <a:xfrm rot="-5400000">
            <a:off x="6120171" y="945256"/>
            <a:ext cx="514502" cy="1195285"/>
          </a:xfrm>
          <a:custGeom>
            <a:rect b="b" l="l" r="r" t="t"/>
            <a:pathLst>
              <a:path extrusionOk="0" h="555301" w="490002">
                <a:moveTo>
                  <a:pt x="443424" y="0"/>
                </a:moveTo>
                <a:lnTo>
                  <a:pt x="389004" y="0"/>
                </a:lnTo>
                <a:lnTo>
                  <a:pt x="92429" y="0"/>
                </a:lnTo>
                <a:lnTo>
                  <a:pt x="37346" y="0"/>
                </a:lnTo>
                <a:lnTo>
                  <a:pt x="0" y="0"/>
                </a:lnTo>
                <a:lnTo>
                  <a:pt x="6395" y="11078"/>
                </a:lnTo>
                <a:lnTo>
                  <a:pt x="6395" y="555301"/>
                </a:lnTo>
                <a:lnTo>
                  <a:pt x="37346" y="555301"/>
                </a:lnTo>
                <a:lnTo>
                  <a:pt x="92429" y="555301"/>
                </a:lnTo>
                <a:lnTo>
                  <a:pt x="406768" y="555301"/>
                </a:lnTo>
                <a:lnTo>
                  <a:pt x="443424" y="555301"/>
                </a:lnTo>
                <a:lnTo>
                  <a:pt x="483608" y="555301"/>
                </a:lnTo>
                <a:lnTo>
                  <a:pt x="483608" y="11078"/>
                </a:lnTo>
                <a:lnTo>
                  <a:pt x="490003" y="0"/>
                </a:lnTo>
                <a:lnTo>
                  <a:pt x="443424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780921" y="1296332"/>
            <a:ext cx="1423008" cy="1930078"/>
          </a:xfrm>
          <a:custGeom>
            <a:rect b="b" l="l" r="r" t="t"/>
            <a:pathLst>
              <a:path extrusionOk="0" h="67391" w="51013">
                <a:moveTo>
                  <a:pt x="0" y="67391"/>
                </a:moveTo>
                <a:lnTo>
                  <a:pt x="51013" y="53615"/>
                </a:lnTo>
                <a:lnTo>
                  <a:pt x="51013" y="0"/>
                </a:lnTo>
                <a:lnTo>
                  <a:pt x="14" y="0"/>
                </a:ln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1" name="Google Shape;321;p21"/>
          <p:cNvSpPr/>
          <p:nvPr/>
        </p:nvSpPr>
        <p:spPr>
          <a:xfrm>
            <a:off x="2203509" y="1300858"/>
            <a:ext cx="1185705" cy="1529691"/>
          </a:xfrm>
          <a:custGeom>
            <a:rect b="b" l="l" r="r" t="t"/>
            <a:pathLst>
              <a:path extrusionOk="0" h="53411" w="42506">
                <a:moveTo>
                  <a:pt x="0" y="53411"/>
                </a:moveTo>
                <a:lnTo>
                  <a:pt x="42506" y="41433"/>
                </a:lnTo>
                <a:lnTo>
                  <a:pt x="42506" y="0"/>
                </a:lnTo>
                <a:lnTo>
                  <a:pt x="278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2" name="Google Shape;322;p21"/>
          <p:cNvSpPr/>
          <p:nvPr/>
        </p:nvSpPr>
        <p:spPr>
          <a:xfrm>
            <a:off x="3390292" y="1301631"/>
            <a:ext cx="1193209" cy="1182345"/>
          </a:xfrm>
          <a:custGeom>
            <a:rect b="b" l="l" r="r" t="t"/>
            <a:pathLst>
              <a:path extrusionOk="0" h="41283" w="42775">
                <a:moveTo>
                  <a:pt x="99" y="41283"/>
                </a:moveTo>
                <a:lnTo>
                  <a:pt x="42775" y="29445"/>
                </a:lnTo>
                <a:lnTo>
                  <a:pt x="427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3" name="Google Shape;323;p21"/>
          <p:cNvSpPr/>
          <p:nvPr/>
        </p:nvSpPr>
        <p:spPr>
          <a:xfrm>
            <a:off x="4586783" y="1298853"/>
            <a:ext cx="1196110" cy="844049"/>
          </a:xfrm>
          <a:custGeom>
            <a:rect b="b" l="l" r="r" t="t"/>
            <a:pathLst>
              <a:path extrusionOk="0" h="29471" w="42879">
                <a:moveTo>
                  <a:pt x="0" y="29471"/>
                </a:moveTo>
                <a:lnTo>
                  <a:pt x="42879" y="17390"/>
                </a:lnTo>
                <a:lnTo>
                  <a:pt x="4287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4" name="Google Shape;324;p21"/>
          <p:cNvSpPr txBox="1"/>
          <p:nvPr/>
        </p:nvSpPr>
        <p:spPr>
          <a:xfrm>
            <a:off x="747990" y="4054400"/>
            <a:ext cx="14889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the eighth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7258290" y="1107299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6172753" y="1107299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4974640" y="1107299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3781003" y="1107299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2590128" y="1107299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1285440" y="1107299"/>
            <a:ext cx="414000" cy="4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31" name="Google Shape;331;p21"/>
          <p:cNvCxnSpPr>
            <a:stCxn id="330" idx="4"/>
            <a:endCxn id="324" idx="0"/>
          </p:cNvCxnSpPr>
          <p:nvPr/>
        </p:nvCxnSpPr>
        <p:spPr>
          <a:xfrm>
            <a:off x="1492440" y="1521299"/>
            <a:ext cx="0" cy="253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2" name="Google Shape;332;p21"/>
          <p:cNvSpPr txBox="1"/>
          <p:nvPr/>
        </p:nvSpPr>
        <p:spPr>
          <a:xfrm>
            <a:off x="2051915" y="3372300"/>
            <a:ext cx="14889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33" name="Google Shape;333;p21"/>
          <p:cNvCxnSpPr>
            <a:stCxn id="329" idx="4"/>
            <a:endCxn id="332" idx="0"/>
          </p:cNvCxnSpPr>
          <p:nvPr/>
        </p:nvCxnSpPr>
        <p:spPr>
          <a:xfrm flipH="1">
            <a:off x="2796228" y="1521299"/>
            <a:ext cx="900" cy="185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4" name="Google Shape;334;p21"/>
          <p:cNvSpPr txBox="1"/>
          <p:nvPr/>
        </p:nvSpPr>
        <p:spPr>
          <a:xfrm>
            <a:off x="3242440" y="2678150"/>
            <a:ext cx="14889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of them 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35" name="Google Shape;335;p21"/>
          <p:cNvCxnSpPr>
            <a:stCxn id="328" idx="4"/>
            <a:endCxn id="334" idx="0"/>
          </p:cNvCxnSpPr>
          <p:nvPr/>
        </p:nvCxnSpPr>
        <p:spPr>
          <a:xfrm flipH="1">
            <a:off x="3986803" y="1521299"/>
            <a:ext cx="1200" cy="115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6" name="Google Shape;336;p21"/>
          <p:cNvSpPr txBox="1"/>
          <p:nvPr/>
        </p:nvSpPr>
        <p:spPr>
          <a:xfrm>
            <a:off x="4437190" y="3372300"/>
            <a:ext cx="14889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very cold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37" name="Google Shape;337;p21"/>
          <p:cNvCxnSpPr>
            <a:stCxn id="327" idx="4"/>
            <a:endCxn id="336" idx="0"/>
          </p:cNvCxnSpPr>
          <p:nvPr/>
        </p:nvCxnSpPr>
        <p:spPr>
          <a:xfrm>
            <a:off x="5181640" y="1521299"/>
            <a:ext cx="0" cy="185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8" name="Google Shape;338;p21"/>
          <p:cNvSpPr txBox="1"/>
          <p:nvPr/>
        </p:nvSpPr>
        <p:spPr>
          <a:xfrm>
            <a:off x="5635290" y="4054400"/>
            <a:ext cx="14889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39" name="Google Shape;339;p21"/>
          <p:cNvCxnSpPr>
            <a:stCxn id="326" idx="4"/>
            <a:endCxn id="338" idx="0"/>
          </p:cNvCxnSpPr>
          <p:nvPr/>
        </p:nvCxnSpPr>
        <p:spPr>
          <a:xfrm>
            <a:off x="6379753" y="1521299"/>
            <a:ext cx="0" cy="253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0" name="Google Shape;340;p21"/>
          <p:cNvSpPr txBox="1"/>
          <p:nvPr/>
        </p:nvSpPr>
        <p:spPr>
          <a:xfrm>
            <a:off x="6720840" y="3372300"/>
            <a:ext cx="14889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41" name="Google Shape;341;p21"/>
          <p:cNvCxnSpPr>
            <a:stCxn id="325" idx="4"/>
            <a:endCxn id="340" idx="0"/>
          </p:cNvCxnSpPr>
          <p:nvPr/>
        </p:nvCxnSpPr>
        <p:spPr>
          <a:xfrm>
            <a:off x="7465290" y="1521299"/>
            <a:ext cx="0" cy="185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342" name="Google Shape;342;p21"/>
          <p:cNvGrpSpPr/>
          <p:nvPr/>
        </p:nvGrpSpPr>
        <p:grpSpPr>
          <a:xfrm>
            <a:off x="7325700" y="1174587"/>
            <a:ext cx="279209" cy="279401"/>
            <a:chOff x="-35839800" y="3561025"/>
            <a:chExt cx="291450" cy="291650"/>
          </a:xfrm>
        </p:grpSpPr>
        <p:sp>
          <p:nvSpPr>
            <p:cNvPr id="343" name="Google Shape;343;p21"/>
            <p:cNvSpPr/>
            <p:nvPr/>
          </p:nvSpPr>
          <p:spPr>
            <a:xfrm>
              <a:off x="-35772850" y="3612425"/>
              <a:ext cx="155200" cy="142575"/>
            </a:xfrm>
            <a:custGeom>
              <a:rect b="b" l="l" r="r" t="t"/>
              <a:pathLst>
                <a:path extrusionOk="0" h="5703" w="6208">
                  <a:moveTo>
                    <a:pt x="3088" y="693"/>
                  </a:moveTo>
                  <a:cubicBezTo>
                    <a:pt x="3655" y="693"/>
                    <a:pt x="4128" y="1166"/>
                    <a:pt x="4128" y="1733"/>
                  </a:cubicBezTo>
                  <a:cubicBezTo>
                    <a:pt x="4128" y="2174"/>
                    <a:pt x="3844" y="2552"/>
                    <a:pt x="3466" y="2710"/>
                  </a:cubicBezTo>
                  <a:lnTo>
                    <a:pt x="3466" y="3119"/>
                  </a:lnTo>
                  <a:cubicBezTo>
                    <a:pt x="3466" y="3308"/>
                    <a:pt x="3309" y="3466"/>
                    <a:pt x="3088" y="3466"/>
                  </a:cubicBezTo>
                  <a:cubicBezTo>
                    <a:pt x="2899" y="3466"/>
                    <a:pt x="2742" y="3308"/>
                    <a:pt x="2742" y="3119"/>
                  </a:cubicBezTo>
                  <a:lnTo>
                    <a:pt x="2742" y="2710"/>
                  </a:lnTo>
                  <a:cubicBezTo>
                    <a:pt x="2742" y="2426"/>
                    <a:pt x="2931" y="2174"/>
                    <a:pt x="3214" y="2080"/>
                  </a:cubicBezTo>
                  <a:cubicBezTo>
                    <a:pt x="3340" y="2048"/>
                    <a:pt x="3466" y="1891"/>
                    <a:pt x="3466" y="1765"/>
                  </a:cubicBezTo>
                  <a:cubicBezTo>
                    <a:pt x="3466" y="1576"/>
                    <a:pt x="3309" y="1418"/>
                    <a:pt x="3088" y="1418"/>
                  </a:cubicBezTo>
                  <a:cubicBezTo>
                    <a:pt x="2899" y="1418"/>
                    <a:pt x="2742" y="1576"/>
                    <a:pt x="2742" y="1765"/>
                  </a:cubicBezTo>
                  <a:cubicBezTo>
                    <a:pt x="2742" y="1954"/>
                    <a:pt x="2584" y="2111"/>
                    <a:pt x="2395" y="2111"/>
                  </a:cubicBezTo>
                  <a:cubicBezTo>
                    <a:pt x="2206" y="2111"/>
                    <a:pt x="2049" y="1954"/>
                    <a:pt x="2049" y="1765"/>
                  </a:cubicBezTo>
                  <a:cubicBezTo>
                    <a:pt x="2080" y="1166"/>
                    <a:pt x="2553" y="693"/>
                    <a:pt x="3088" y="693"/>
                  </a:cubicBezTo>
                  <a:close/>
                  <a:moveTo>
                    <a:pt x="3088" y="3781"/>
                  </a:moveTo>
                  <a:cubicBezTo>
                    <a:pt x="3309" y="3781"/>
                    <a:pt x="3466" y="3938"/>
                    <a:pt x="3466" y="4127"/>
                  </a:cubicBezTo>
                  <a:cubicBezTo>
                    <a:pt x="3466" y="4317"/>
                    <a:pt x="3309" y="4474"/>
                    <a:pt x="3088" y="4474"/>
                  </a:cubicBezTo>
                  <a:cubicBezTo>
                    <a:pt x="2899" y="4474"/>
                    <a:pt x="2742" y="4317"/>
                    <a:pt x="2742" y="4127"/>
                  </a:cubicBezTo>
                  <a:cubicBezTo>
                    <a:pt x="2742" y="3938"/>
                    <a:pt x="2899" y="3781"/>
                    <a:pt x="3088" y="3781"/>
                  </a:cubicBezTo>
                  <a:close/>
                  <a:moveTo>
                    <a:pt x="347" y="0"/>
                  </a:moveTo>
                  <a:cubicBezTo>
                    <a:pt x="158" y="32"/>
                    <a:pt x="1" y="189"/>
                    <a:pt x="1" y="347"/>
                  </a:cubicBezTo>
                  <a:lnTo>
                    <a:pt x="1" y="5010"/>
                  </a:lnTo>
                  <a:lnTo>
                    <a:pt x="694" y="5703"/>
                  </a:lnTo>
                  <a:cubicBezTo>
                    <a:pt x="1371" y="5088"/>
                    <a:pt x="2238" y="4781"/>
                    <a:pt x="3104" y="4781"/>
                  </a:cubicBezTo>
                  <a:cubicBezTo>
                    <a:pt x="3970" y="4781"/>
                    <a:pt x="4837" y="5088"/>
                    <a:pt x="5514" y="5703"/>
                  </a:cubicBezTo>
                  <a:lnTo>
                    <a:pt x="6207" y="5010"/>
                  </a:lnTo>
                  <a:lnTo>
                    <a:pt x="6207" y="347"/>
                  </a:lnTo>
                  <a:cubicBezTo>
                    <a:pt x="6207" y="158"/>
                    <a:pt x="6050" y="0"/>
                    <a:pt x="5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-35621625" y="3694325"/>
              <a:ext cx="73275" cy="143375"/>
            </a:xfrm>
            <a:custGeom>
              <a:rect b="b" l="l" r="r" t="t"/>
              <a:pathLst>
                <a:path extrusionOk="0" h="5735" w="2931">
                  <a:moveTo>
                    <a:pt x="2931" y="1"/>
                  </a:moveTo>
                  <a:lnTo>
                    <a:pt x="1" y="2899"/>
                  </a:lnTo>
                  <a:lnTo>
                    <a:pt x="2805" y="5735"/>
                  </a:lnTo>
                  <a:cubicBezTo>
                    <a:pt x="2868" y="5609"/>
                    <a:pt x="2931" y="5451"/>
                    <a:pt x="2931" y="5294"/>
                  </a:cubicBezTo>
                  <a:lnTo>
                    <a:pt x="29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-35827200" y="3748675"/>
              <a:ext cx="263100" cy="104000"/>
            </a:xfrm>
            <a:custGeom>
              <a:rect b="b" l="l" r="r" t="t"/>
              <a:pathLst>
                <a:path extrusionOk="0" h="4160" w="10524">
                  <a:moveTo>
                    <a:pt x="5235" y="1"/>
                  </a:moveTo>
                  <a:cubicBezTo>
                    <a:pt x="4482" y="1"/>
                    <a:pt x="3734" y="284"/>
                    <a:pt x="3183" y="851"/>
                  </a:cubicBezTo>
                  <a:lnTo>
                    <a:pt x="1" y="4033"/>
                  </a:lnTo>
                  <a:cubicBezTo>
                    <a:pt x="158" y="4128"/>
                    <a:pt x="316" y="4159"/>
                    <a:pt x="473" y="4159"/>
                  </a:cubicBezTo>
                  <a:lnTo>
                    <a:pt x="10082" y="4159"/>
                  </a:lnTo>
                  <a:cubicBezTo>
                    <a:pt x="10240" y="4159"/>
                    <a:pt x="10398" y="4128"/>
                    <a:pt x="10524" y="4033"/>
                  </a:cubicBezTo>
                  <a:lnTo>
                    <a:pt x="7310" y="851"/>
                  </a:lnTo>
                  <a:cubicBezTo>
                    <a:pt x="6743" y="284"/>
                    <a:pt x="5987" y="1"/>
                    <a:pt x="5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-35831925" y="3635275"/>
              <a:ext cx="41775" cy="85075"/>
            </a:xfrm>
            <a:custGeom>
              <a:rect b="b" l="l" r="r" t="t"/>
              <a:pathLst>
                <a:path extrusionOk="0" h="3403" w="1671">
                  <a:moveTo>
                    <a:pt x="1671" y="0"/>
                  </a:moveTo>
                  <a:lnTo>
                    <a:pt x="1" y="1701"/>
                  </a:lnTo>
                  <a:lnTo>
                    <a:pt x="1671" y="3403"/>
                  </a:lnTo>
                  <a:lnTo>
                    <a:pt x="1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1"/>
            <p:cNvSpPr/>
            <p:nvPr/>
          </p:nvSpPr>
          <p:spPr>
            <a:xfrm>
              <a:off x="-35601150" y="3635275"/>
              <a:ext cx="43350" cy="85075"/>
            </a:xfrm>
            <a:custGeom>
              <a:rect b="b" l="l" r="r" t="t"/>
              <a:pathLst>
                <a:path extrusionOk="0" h="3403" w="1734">
                  <a:moveTo>
                    <a:pt x="1" y="0"/>
                  </a:moveTo>
                  <a:lnTo>
                    <a:pt x="1" y="3403"/>
                  </a:lnTo>
                  <a:lnTo>
                    <a:pt x="1734" y="17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1"/>
            <p:cNvSpPr/>
            <p:nvPr/>
          </p:nvSpPr>
          <p:spPr>
            <a:xfrm>
              <a:off x="-35750000" y="3561025"/>
              <a:ext cx="111075" cy="35675"/>
            </a:xfrm>
            <a:custGeom>
              <a:rect b="b" l="l" r="r" t="t"/>
              <a:pathLst>
                <a:path extrusionOk="0" h="1427" w="4443">
                  <a:moveTo>
                    <a:pt x="2182" y="1"/>
                  </a:moveTo>
                  <a:cubicBezTo>
                    <a:pt x="1686" y="1"/>
                    <a:pt x="1198" y="182"/>
                    <a:pt x="851" y="544"/>
                  </a:cubicBezTo>
                  <a:lnTo>
                    <a:pt x="0" y="1426"/>
                  </a:lnTo>
                  <a:lnTo>
                    <a:pt x="4443" y="1426"/>
                  </a:lnTo>
                  <a:lnTo>
                    <a:pt x="3560" y="544"/>
                  </a:lnTo>
                  <a:cubicBezTo>
                    <a:pt x="3182" y="182"/>
                    <a:pt x="2678" y="1"/>
                    <a:pt x="2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1"/>
            <p:cNvSpPr/>
            <p:nvPr/>
          </p:nvSpPr>
          <p:spPr>
            <a:xfrm>
              <a:off x="-35839800" y="3694325"/>
              <a:ext cx="72500" cy="143375"/>
            </a:xfrm>
            <a:custGeom>
              <a:rect b="b" l="l" r="r" t="t"/>
              <a:pathLst>
                <a:path extrusionOk="0" h="5735" w="2900">
                  <a:moveTo>
                    <a:pt x="1" y="1"/>
                  </a:moveTo>
                  <a:lnTo>
                    <a:pt x="1" y="5294"/>
                  </a:lnTo>
                  <a:cubicBezTo>
                    <a:pt x="1" y="5451"/>
                    <a:pt x="32" y="5609"/>
                    <a:pt x="95" y="5735"/>
                  </a:cubicBezTo>
                  <a:lnTo>
                    <a:pt x="2899" y="289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0" name="Google Shape;350;p21"/>
          <p:cNvGrpSpPr/>
          <p:nvPr/>
        </p:nvGrpSpPr>
        <p:grpSpPr>
          <a:xfrm>
            <a:off x="5041642" y="1174332"/>
            <a:ext cx="279976" cy="279952"/>
            <a:chOff x="-30354000" y="3569100"/>
            <a:chExt cx="292250" cy="292225"/>
          </a:xfrm>
        </p:grpSpPr>
        <p:sp>
          <p:nvSpPr>
            <p:cNvPr id="351" name="Google Shape;351;p21"/>
            <p:cNvSpPr/>
            <p:nvPr/>
          </p:nvSpPr>
          <p:spPr>
            <a:xfrm>
              <a:off x="-30354000" y="3604550"/>
              <a:ext cx="137875" cy="256000"/>
            </a:xfrm>
            <a:custGeom>
              <a:rect b="b" l="l" r="r" t="t"/>
              <a:pathLst>
                <a:path extrusionOk="0" h="10240" w="5515">
                  <a:moveTo>
                    <a:pt x="662" y="0"/>
                  </a:moveTo>
                  <a:cubicBezTo>
                    <a:pt x="284" y="0"/>
                    <a:pt x="1" y="315"/>
                    <a:pt x="1" y="662"/>
                  </a:cubicBezTo>
                  <a:lnTo>
                    <a:pt x="1" y="4411"/>
                  </a:lnTo>
                  <a:cubicBezTo>
                    <a:pt x="1" y="4632"/>
                    <a:pt x="64" y="4884"/>
                    <a:pt x="190" y="5073"/>
                  </a:cubicBezTo>
                  <a:lnTo>
                    <a:pt x="1639" y="7467"/>
                  </a:lnTo>
                  <a:cubicBezTo>
                    <a:pt x="1891" y="7877"/>
                    <a:pt x="2049" y="8097"/>
                    <a:pt x="2049" y="8538"/>
                  </a:cubicBezTo>
                  <a:lnTo>
                    <a:pt x="2049" y="9861"/>
                  </a:lnTo>
                  <a:cubicBezTo>
                    <a:pt x="2049" y="10082"/>
                    <a:pt x="2206" y="10239"/>
                    <a:pt x="2395" y="10239"/>
                  </a:cubicBezTo>
                  <a:lnTo>
                    <a:pt x="5514" y="10239"/>
                  </a:lnTo>
                  <a:lnTo>
                    <a:pt x="5514" y="6364"/>
                  </a:lnTo>
                  <a:cubicBezTo>
                    <a:pt x="5514" y="5986"/>
                    <a:pt x="5357" y="5671"/>
                    <a:pt x="5168" y="5419"/>
                  </a:cubicBezTo>
                  <a:cubicBezTo>
                    <a:pt x="5167" y="5420"/>
                    <a:pt x="5165" y="5421"/>
                    <a:pt x="5163" y="5421"/>
                  </a:cubicBezTo>
                  <a:cubicBezTo>
                    <a:pt x="5042" y="5421"/>
                    <a:pt x="3214" y="3623"/>
                    <a:pt x="3183" y="3592"/>
                  </a:cubicBezTo>
                  <a:cubicBezTo>
                    <a:pt x="3041" y="3432"/>
                    <a:pt x="2828" y="3332"/>
                    <a:pt x="2613" y="3332"/>
                  </a:cubicBezTo>
                  <a:cubicBezTo>
                    <a:pt x="2448" y="3332"/>
                    <a:pt x="2280" y="3392"/>
                    <a:pt x="2143" y="3529"/>
                  </a:cubicBezTo>
                  <a:cubicBezTo>
                    <a:pt x="1891" y="3812"/>
                    <a:pt x="1923" y="4285"/>
                    <a:pt x="2112" y="4442"/>
                  </a:cubicBezTo>
                  <a:lnTo>
                    <a:pt x="3970" y="6301"/>
                  </a:lnTo>
                  <a:cubicBezTo>
                    <a:pt x="4097" y="6427"/>
                    <a:pt x="4097" y="6648"/>
                    <a:pt x="3970" y="6774"/>
                  </a:cubicBezTo>
                  <a:cubicBezTo>
                    <a:pt x="3907" y="6821"/>
                    <a:pt x="3821" y="6845"/>
                    <a:pt x="3734" y="6845"/>
                  </a:cubicBezTo>
                  <a:cubicBezTo>
                    <a:pt x="3648" y="6845"/>
                    <a:pt x="3561" y="6821"/>
                    <a:pt x="3498" y="6774"/>
                  </a:cubicBezTo>
                  <a:lnTo>
                    <a:pt x="1639" y="4915"/>
                  </a:lnTo>
                  <a:cubicBezTo>
                    <a:pt x="1450" y="4726"/>
                    <a:pt x="1324" y="4442"/>
                    <a:pt x="1324" y="4190"/>
                  </a:cubicBezTo>
                  <a:lnTo>
                    <a:pt x="1324" y="662"/>
                  </a:lnTo>
                  <a:cubicBezTo>
                    <a:pt x="1324" y="252"/>
                    <a:pt x="1009" y="0"/>
                    <a:pt x="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1"/>
            <p:cNvSpPr/>
            <p:nvPr/>
          </p:nvSpPr>
          <p:spPr>
            <a:xfrm>
              <a:off x="-30198825" y="3604550"/>
              <a:ext cx="137075" cy="256775"/>
            </a:xfrm>
            <a:custGeom>
              <a:rect b="b" l="l" r="r" t="t"/>
              <a:pathLst>
                <a:path extrusionOk="0" h="10271" w="5483">
                  <a:moveTo>
                    <a:pt x="4758" y="0"/>
                  </a:moveTo>
                  <a:cubicBezTo>
                    <a:pt x="4380" y="0"/>
                    <a:pt x="4096" y="315"/>
                    <a:pt x="4096" y="662"/>
                  </a:cubicBezTo>
                  <a:lnTo>
                    <a:pt x="4096" y="4190"/>
                  </a:lnTo>
                  <a:cubicBezTo>
                    <a:pt x="4096" y="4474"/>
                    <a:pt x="3970" y="4758"/>
                    <a:pt x="3781" y="4915"/>
                  </a:cubicBezTo>
                  <a:lnTo>
                    <a:pt x="1922" y="6774"/>
                  </a:lnTo>
                  <a:cubicBezTo>
                    <a:pt x="1875" y="6821"/>
                    <a:pt x="1788" y="6845"/>
                    <a:pt x="1698" y="6845"/>
                  </a:cubicBezTo>
                  <a:cubicBezTo>
                    <a:pt x="1607" y="6845"/>
                    <a:pt x="1513" y="6821"/>
                    <a:pt x="1450" y="6774"/>
                  </a:cubicBezTo>
                  <a:cubicBezTo>
                    <a:pt x="1355" y="6648"/>
                    <a:pt x="1355" y="6427"/>
                    <a:pt x="1450" y="6301"/>
                  </a:cubicBezTo>
                  <a:lnTo>
                    <a:pt x="3308" y="4442"/>
                  </a:lnTo>
                  <a:cubicBezTo>
                    <a:pt x="3497" y="4285"/>
                    <a:pt x="3560" y="3812"/>
                    <a:pt x="3277" y="3529"/>
                  </a:cubicBezTo>
                  <a:cubicBezTo>
                    <a:pt x="3140" y="3392"/>
                    <a:pt x="2972" y="3332"/>
                    <a:pt x="2807" y="3332"/>
                  </a:cubicBezTo>
                  <a:cubicBezTo>
                    <a:pt x="2592" y="3332"/>
                    <a:pt x="2379" y="3432"/>
                    <a:pt x="2237" y="3592"/>
                  </a:cubicBezTo>
                  <a:cubicBezTo>
                    <a:pt x="2237" y="3592"/>
                    <a:pt x="347" y="5419"/>
                    <a:pt x="347" y="5482"/>
                  </a:cubicBezTo>
                  <a:cubicBezTo>
                    <a:pt x="158" y="5671"/>
                    <a:pt x="0" y="6018"/>
                    <a:pt x="0" y="6427"/>
                  </a:cubicBezTo>
                  <a:lnTo>
                    <a:pt x="0" y="8129"/>
                  </a:lnTo>
                  <a:lnTo>
                    <a:pt x="0" y="8412"/>
                  </a:lnTo>
                  <a:lnTo>
                    <a:pt x="0" y="10271"/>
                  </a:lnTo>
                  <a:lnTo>
                    <a:pt x="3088" y="10271"/>
                  </a:lnTo>
                  <a:cubicBezTo>
                    <a:pt x="3277" y="10271"/>
                    <a:pt x="3434" y="10113"/>
                    <a:pt x="3434" y="9924"/>
                  </a:cubicBezTo>
                  <a:lnTo>
                    <a:pt x="3434" y="8570"/>
                  </a:lnTo>
                  <a:cubicBezTo>
                    <a:pt x="3434" y="8129"/>
                    <a:pt x="3623" y="7908"/>
                    <a:pt x="3812" y="7530"/>
                  </a:cubicBezTo>
                  <a:lnTo>
                    <a:pt x="5293" y="5104"/>
                  </a:lnTo>
                  <a:cubicBezTo>
                    <a:pt x="5388" y="4915"/>
                    <a:pt x="5482" y="4663"/>
                    <a:pt x="5482" y="4411"/>
                  </a:cubicBezTo>
                  <a:lnTo>
                    <a:pt x="5482" y="662"/>
                  </a:lnTo>
                  <a:cubicBezTo>
                    <a:pt x="5451" y="284"/>
                    <a:pt x="5136" y="0"/>
                    <a:pt x="47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1"/>
            <p:cNvSpPr/>
            <p:nvPr/>
          </p:nvSpPr>
          <p:spPr>
            <a:xfrm>
              <a:off x="-30139750" y="3636850"/>
              <a:ext cx="26000" cy="37825"/>
            </a:xfrm>
            <a:custGeom>
              <a:rect b="b" l="l" r="r" t="t"/>
              <a:pathLst>
                <a:path extrusionOk="0" h="1513" w="1040">
                  <a:moveTo>
                    <a:pt x="504" y="0"/>
                  </a:moveTo>
                  <a:cubicBezTo>
                    <a:pt x="252" y="32"/>
                    <a:pt x="0" y="284"/>
                    <a:pt x="0" y="567"/>
                  </a:cubicBezTo>
                  <a:lnTo>
                    <a:pt x="0" y="1418"/>
                  </a:lnTo>
                  <a:cubicBezTo>
                    <a:pt x="126" y="1386"/>
                    <a:pt x="252" y="1355"/>
                    <a:pt x="410" y="1355"/>
                  </a:cubicBezTo>
                  <a:cubicBezTo>
                    <a:pt x="630" y="1355"/>
                    <a:pt x="819" y="1386"/>
                    <a:pt x="1040" y="1512"/>
                  </a:cubicBezTo>
                  <a:lnTo>
                    <a:pt x="1040" y="504"/>
                  </a:lnTo>
                  <a:cubicBezTo>
                    <a:pt x="1040" y="252"/>
                    <a:pt x="788" y="0"/>
                    <a:pt x="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-30302800" y="3638950"/>
              <a:ext cx="25225" cy="36500"/>
            </a:xfrm>
            <a:custGeom>
              <a:rect b="b" l="l" r="r" t="t"/>
              <a:pathLst>
                <a:path extrusionOk="0" h="1460" w="1009">
                  <a:moveTo>
                    <a:pt x="418" y="1"/>
                  </a:moveTo>
                  <a:cubicBezTo>
                    <a:pt x="177" y="1"/>
                    <a:pt x="1" y="229"/>
                    <a:pt x="1" y="483"/>
                  </a:cubicBezTo>
                  <a:lnTo>
                    <a:pt x="1" y="1460"/>
                  </a:lnTo>
                  <a:cubicBezTo>
                    <a:pt x="190" y="1334"/>
                    <a:pt x="379" y="1302"/>
                    <a:pt x="631" y="1302"/>
                  </a:cubicBezTo>
                  <a:cubicBezTo>
                    <a:pt x="725" y="1302"/>
                    <a:pt x="883" y="1334"/>
                    <a:pt x="1009" y="1365"/>
                  </a:cubicBezTo>
                  <a:lnTo>
                    <a:pt x="1009" y="515"/>
                  </a:lnTo>
                  <a:cubicBezTo>
                    <a:pt x="1009" y="231"/>
                    <a:pt x="788" y="11"/>
                    <a:pt x="505" y="11"/>
                  </a:cubicBezTo>
                  <a:cubicBezTo>
                    <a:pt x="475" y="4"/>
                    <a:pt x="446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-30242925" y="3569100"/>
              <a:ext cx="68525" cy="68550"/>
            </a:xfrm>
            <a:custGeom>
              <a:rect b="b" l="l" r="r" t="t"/>
              <a:pathLst>
                <a:path extrusionOk="0" h="2742" w="2741">
                  <a:moveTo>
                    <a:pt x="1386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74"/>
                    <a:pt x="630" y="2742"/>
                    <a:pt x="1386" y="2742"/>
                  </a:cubicBezTo>
                  <a:cubicBezTo>
                    <a:pt x="2111" y="2742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1"/>
            <p:cNvSpPr/>
            <p:nvPr/>
          </p:nvSpPr>
          <p:spPr>
            <a:xfrm>
              <a:off x="-30262625" y="3654950"/>
              <a:ext cx="107925" cy="68550"/>
            </a:xfrm>
            <a:custGeom>
              <a:rect b="b" l="l" r="r" t="t"/>
              <a:pathLst>
                <a:path extrusionOk="0" h="2742" w="4317">
                  <a:moveTo>
                    <a:pt x="2174" y="1"/>
                  </a:moveTo>
                  <a:cubicBezTo>
                    <a:pt x="1292" y="1"/>
                    <a:pt x="505" y="379"/>
                    <a:pt x="0" y="1040"/>
                  </a:cubicBezTo>
                  <a:lnTo>
                    <a:pt x="32" y="1103"/>
                  </a:lnTo>
                  <a:cubicBezTo>
                    <a:pt x="946" y="1985"/>
                    <a:pt x="1450" y="2458"/>
                    <a:pt x="1702" y="2742"/>
                  </a:cubicBezTo>
                  <a:lnTo>
                    <a:pt x="2647" y="2742"/>
                  </a:lnTo>
                  <a:lnTo>
                    <a:pt x="4254" y="1135"/>
                  </a:lnTo>
                  <a:lnTo>
                    <a:pt x="4317" y="1040"/>
                  </a:lnTo>
                  <a:cubicBezTo>
                    <a:pt x="3813" y="410"/>
                    <a:pt x="3025" y="1"/>
                    <a:pt x="2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7" name="Google Shape;357;p21"/>
          <p:cNvGrpSpPr/>
          <p:nvPr/>
        </p:nvGrpSpPr>
        <p:grpSpPr>
          <a:xfrm>
            <a:off x="2657500" y="1173943"/>
            <a:ext cx="279209" cy="280718"/>
            <a:chOff x="-33286325" y="3944800"/>
            <a:chExt cx="291450" cy="293025"/>
          </a:xfrm>
        </p:grpSpPr>
        <p:sp>
          <p:nvSpPr>
            <p:cNvPr id="358" name="Google Shape;358;p21"/>
            <p:cNvSpPr/>
            <p:nvPr/>
          </p:nvSpPr>
          <p:spPr>
            <a:xfrm>
              <a:off x="-33194950" y="3996000"/>
              <a:ext cx="200075" cy="241825"/>
            </a:xfrm>
            <a:custGeom>
              <a:rect b="b" l="l" r="r" t="t"/>
              <a:pathLst>
                <a:path extrusionOk="0" h="9673" w="8003">
                  <a:moveTo>
                    <a:pt x="2300" y="0"/>
                  </a:moveTo>
                  <a:cubicBezTo>
                    <a:pt x="2017" y="0"/>
                    <a:pt x="1796" y="252"/>
                    <a:pt x="1796" y="536"/>
                  </a:cubicBezTo>
                  <a:lnTo>
                    <a:pt x="1796" y="2962"/>
                  </a:lnTo>
                  <a:lnTo>
                    <a:pt x="694" y="4064"/>
                  </a:lnTo>
                  <a:cubicBezTo>
                    <a:pt x="95" y="4663"/>
                    <a:pt x="0" y="5640"/>
                    <a:pt x="536" y="6301"/>
                  </a:cubicBezTo>
                  <a:lnTo>
                    <a:pt x="1576" y="7719"/>
                  </a:lnTo>
                  <a:cubicBezTo>
                    <a:pt x="1702" y="7876"/>
                    <a:pt x="1796" y="8128"/>
                    <a:pt x="1796" y="8349"/>
                  </a:cubicBezTo>
                  <a:lnTo>
                    <a:pt x="1796" y="9294"/>
                  </a:lnTo>
                  <a:cubicBezTo>
                    <a:pt x="1796" y="9515"/>
                    <a:pt x="1954" y="9672"/>
                    <a:pt x="2143" y="9672"/>
                  </a:cubicBezTo>
                  <a:lnTo>
                    <a:pt x="6932" y="9672"/>
                  </a:lnTo>
                  <a:cubicBezTo>
                    <a:pt x="7152" y="9672"/>
                    <a:pt x="7310" y="9515"/>
                    <a:pt x="7310" y="9294"/>
                  </a:cubicBezTo>
                  <a:lnTo>
                    <a:pt x="7310" y="8349"/>
                  </a:lnTo>
                  <a:cubicBezTo>
                    <a:pt x="7310" y="8128"/>
                    <a:pt x="7373" y="7939"/>
                    <a:pt x="7530" y="7782"/>
                  </a:cubicBezTo>
                  <a:cubicBezTo>
                    <a:pt x="7814" y="7498"/>
                    <a:pt x="7971" y="7089"/>
                    <a:pt x="7971" y="6711"/>
                  </a:cubicBezTo>
                  <a:lnTo>
                    <a:pt x="7971" y="3938"/>
                  </a:lnTo>
                  <a:cubicBezTo>
                    <a:pt x="8003" y="3686"/>
                    <a:pt x="7782" y="3434"/>
                    <a:pt x="7499" y="3434"/>
                  </a:cubicBezTo>
                  <a:cubicBezTo>
                    <a:pt x="7215" y="3434"/>
                    <a:pt x="6995" y="3686"/>
                    <a:pt x="6995" y="3938"/>
                  </a:cubicBezTo>
                  <a:lnTo>
                    <a:pt x="6995" y="4474"/>
                  </a:lnTo>
                  <a:cubicBezTo>
                    <a:pt x="6995" y="4663"/>
                    <a:pt x="6837" y="4820"/>
                    <a:pt x="6617" y="4820"/>
                  </a:cubicBezTo>
                  <a:cubicBezTo>
                    <a:pt x="6427" y="4820"/>
                    <a:pt x="6270" y="4663"/>
                    <a:pt x="6270" y="4474"/>
                  </a:cubicBezTo>
                  <a:lnTo>
                    <a:pt x="6270" y="3277"/>
                  </a:lnTo>
                  <a:cubicBezTo>
                    <a:pt x="6270" y="2993"/>
                    <a:pt x="6049" y="2773"/>
                    <a:pt x="5766" y="2773"/>
                  </a:cubicBezTo>
                  <a:cubicBezTo>
                    <a:pt x="5482" y="2773"/>
                    <a:pt x="5262" y="2993"/>
                    <a:pt x="5262" y="3277"/>
                  </a:cubicBezTo>
                  <a:lnTo>
                    <a:pt x="5262" y="4474"/>
                  </a:lnTo>
                  <a:cubicBezTo>
                    <a:pt x="5262" y="4663"/>
                    <a:pt x="5104" y="4820"/>
                    <a:pt x="4884" y="4820"/>
                  </a:cubicBezTo>
                  <a:cubicBezTo>
                    <a:pt x="4695" y="4820"/>
                    <a:pt x="4537" y="4663"/>
                    <a:pt x="4537" y="4474"/>
                  </a:cubicBezTo>
                  <a:lnTo>
                    <a:pt x="4537" y="1890"/>
                  </a:lnTo>
                  <a:cubicBezTo>
                    <a:pt x="4537" y="1638"/>
                    <a:pt x="4317" y="1386"/>
                    <a:pt x="4033" y="1386"/>
                  </a:cubicBezTo>
                  <a:cubicBezTo>
                    <a:pt x="3750" y="1386"/>
                    <a:pt x="3529" y="1638"/>
                    <a:pt x="3529" y="1890"/>
                  </a:cubicBezTo>
                  <a:lnTo>
                    <a:pt x="3529" y="4474"/>
                  </a:lnTo>
                  <a:cubicBezTo>
                    <a:pt x="3529" y="4663"/>
                    <a:pt x="3371" y="4820"/>
                    <a:pt x="3151" y="4820"/>
                  </a:cubicBezTo>
                  <a:cubicBezTo>
                    <a:pt x="2962" y="4820"/>
                    <a:pt x="2804" y="4663"/>
                    <a:pt x="2804" y="4474"/>
                  </a:cubicBezTo>
                  <a:lnTo>
                    <a:pt x="2804" y="4159"/>
                  </a:lnTo>
                  <a:lnTo>
                    <a:pt x="2804" y="536"/>
                  </a:lnTo>
                  <a:cubicBezTo>
                    <a:pt x="2804" y="252"/>
                    <a:pt x="2584" y="0"/>
                    <a:pt x="2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1"/>
            <p:cNvSpPr/>
            <p:nvPr/>
          </p:nvSpPr>
          <p:spPr>
            <a:xfrm>
              <a:off x="-33027975" y="3962900"/>
              <a:ext cx="33100" cy="105575"/>
            </a:xfrm>
            <a:custGeom>
              <a:rect b="b" l="l" r="r" t="t"/>
              <a:pathLst>
                <a:path extrusionOk="0" h="4223" w="1324">
                  <a:moveTo>
                    <a:pt x="1" y="1"/>
                  </a:moveTo>
                  <a:lnTo>
                    <a:pt x="1" y="3782"/>
                  </a:lnTo>
                  <a:cubicBezTo>
                    <a:pt x="95" y="3908"/>
                    <a:pt x="221" y="4065"/>
                    <a:pt x="253" y="4223"/>
                  </a:cubicBezTo>
                  <a:cubicBezTo>
                    <a:pt x="410" y="4128"/>
                    <a:pt x="631" y="4065"/>
                    <a:pt x="820" y="4065"/>
                  </a:cubicBezTo>
                  <a:cubicBezTo>
                    <a:pt x="1009" y="4065"/>
                    <a:pt x="1166" y="4097"/>
                    <a:pt x="1324" y="4160"/>
                  </a:cubicBezTo>
                  <a:lnTo>
                    <a:pt x="1324" y="285"/>
                  </a:lnTo>
                  <a:cubicBezTo>
                    <a:pt x="1324" y="127"/>
                    <a:pt x="1166" y="1"/>
                    <a:pt x="10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-33286325" y="3962125"/>
              <a:ext cx="96125" cy="205600"/>
            </a:xfrm>
            <a:custGeom>
              <a:rect b="b" l="l" r="r" t="t"/>
              <a:pathLst>
                <a:path extrusionOk="0" h="8224" w="3845">
                  <a:moveTo>
                    <a:pt x="379" y="0"/>
                  </a:moveTo>
                  <a:cubicBezTo>
                    <a:pt x="158" y="0"/>
                    <a:pt x="1" y="127"/>
                    <a:pt x="1" y="347"/>
                  </a:cubicBezTo>
                  <a:lnTo>
                    <a:pt x="1" y="7877"/>
                  </a:lnTo>
                  <a:cubicBezTo>
                    <a:pt x="1" y="8066"/>
                    <a:pt x="158" y="8223"/>
                    <a:pt x="347" y="8223"/>
                  </a:cubicBezTo>
                  <a:lnTo>
                    <a:pt x="3844" y="8223"/>
                  </a:lnTo>
                  <a:lnTo>
                    <a:pt x="3718" y="8066"/>
                  </a:lnTo>
                  <a:cubicBezTo>
                    <a:pt x="3435" y="7719"/>
                    <a:pt x="3277" y="7278"/>
                    <a:pt x="3246" y="6837"/>
                  </a:cubicBezTo>
                  <a:lnTo>
                    <a:pt x="2458" y="6837"/>
                  </a:lnTo>
                  <a:cubicBezTo>
                    <a:pt x="1891" y="6837"/>
                    <a:pt x="1419" y="6364"/>
                    <a:pt x="1419" y="5829"/>
                  </a:cubicBezTo>
                  <a:lnTo>
                    <a:pt x="14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-33235125" y="3944800"/>
              <a:ext cx="189050" cy="171725"/>
            </a:xfrm>
            <a:custGeom>
              <a:rect b="b" l="l" r="r" t="t"/>
              <a:pathLst>
                <a:path extrusionOk="0" h="6869" w="7562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522"/>
                  </a:lnTo>
                  <a:cubicBezTo>
                    <a:pt x="1" y="6711"/>
                    <a:pt x="158" y="6868"/>
                    <a:pt x="379" y="6868"/>
                  </a:cubicBezTo>
                  <a:lnTo>
                    <a:pt x="1198" y="6868"/>
                  </a:lnTo>
                  <a:cubicBezTo>
                    <a:pt x="1261" y="6427"/>
                    <a:pt x="1513" y="5986"/>
                    <a:pt x="1828" y="5640"/>
                  </a:cubicBezTo>
                  <a:lnTo>
                    <a:pt x="2742" y="4726"/>
                  </a:lnTo>
                  <a:lnTo>
                    <a:pt x="2742" y="2584"/>
                  </a:lnTo>
                  <a:cubicBezTo>
                    <a:pt x="2742" y="1891"/>
                    <a:pt x="3277" y="1387"/>
                    <a:pt x="3907" y="1387"/>
                  </a:cubicBezTo>
                  <a:cubicBezTo>
                    <a:pt x="4537" y="1387"/>
                    <a:pt x="5105" y="1922"/>
                    <a:pt x="5105" y="2584"/>
                  </a:cubicBezTo>
                  <a:lnTo>
                    <a:pt x="5105" y="2836"/>
                  </a:lnTo>
                  <a:cubicBezTo>
                    <a:pt x="5262" y="2773"/>
                    <a:pt x="5420" y="2710"/>
                    <a:pt x="5609" y="2710"/>
                  </a:cubicBezTo>
                  <a:cubicBezTo>
                    <a:pt x="6270" y="2710"/>
                    <a:pt x="6774" y="3277"/>
                    <a:pt x="6774" y="3907"/>
                  </a:cubicBezTo>
                  <a:lnTo>
                    <a:pt x="6774" y="4191"/>
                  </a:lnTo>
                  <a:cubicBezTo>
                    <a:pt x="7058" y="4159"/>
                    <a:pt x="7215" y="4096"/>
                    <a:pt x="7404" y="4096"/>
                  </a:cubicBezTo>
                  <a:cubicBezTo>
                    <a:pt x="7499" y="4096"/>
                    <a:pt x="7530" y="4096"/>
                    <a:pt x="7562" y="4159"/>
                  </a:cubicBezTo>
                  <a:lnTo>
                    <a:pt x="7562" y="347"/>
                  </a:lnTo>
                  <a:cubicBezTo>
                    <a:pt x="7562" y="158"/>
                    <a:pt x="7404" y="0"/>
                    <a:pt x="7215" y="0"/>
                  </a:cubicBezTo>
                  <a:lnTo>
                    <a:pt x="5168" y="0"/>
                  </a:lnTo>
                  <a:cubicBezTo>
                    <a:pt x="4600" y="0"/>
                    <a:pt x="4096" y="284"/>
                    <a:pt x="3781" y="725"/>
                  </a:cubicBezTo>
                  <a:cubicBezTo>
                    <a:pt x="3466" y="284"/>
                    <a:pt x="2994" y="0"/>
                    <a:pt x="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21"/>
          <p:cNvGrpSpPr/>
          <p:nvPr/>
        </p:nvGrpSpPr>
        <p:grpSpPr>
          <a:xfrm>
            <a:off x="3848392" y="1174478"/>
            <a:ext cx="279209" cy="279640"/>
            <a:chOff x="-31093575" y="3552550"/>
            <a:chExt cx="291450" cy="291900"/>
          </a:xfrm>
        </p:grpSpPr>
        <p:sp>
          <p:nvSpPr>
            <p:cNvPr id="363" name="Google Shape;363;p21"/>
            <p:cNvSpPr/>
            <p:nvPr/>
          </p:nvSpPr>
          <p:spPr>
            <a:xfrm>
              <a:off x="-31011650" y="3745525"/>
              <a:ext cx="7900" cy="12625"/>
            </a:xfrm>
            <a:custGeom>
              <a:rect b="b" l="l" r="r" t="t"/>
              <a:pathLst>
                <a:path extrusionOk="0" h="505" w="316">
                  <a:moveTo>
                    <a:pt x="158" y="1"/>
                  </a:moveTo>
                  <a:lnTo>
                    <a:pt x="0" y="505"/>
                  </a:lnTo>
                  <a:lnTo>
                    <a:pt x="315" y="505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-31093575" y="3671500"/>
              <a:ext cx="171725" cy="172950"/>
            </a:xfrm>
            <a:custGeom>
              <a:rect b="b" l="l" r="r" t="t"/>
              <a:pathLst>
                <a:path extrusionOk="0" h="6918" w="6869">
                  <a:moveTo>
                    <a:pt x="3427" y="1449"/>
                  </a:moveTo>
                  <a:cubicBezTo>
                    <a:pt x="3569" y="1449"/>
                    <a:pt x="3718" y="1512"/>
                    <a:pt x="3781" y="1638"/>
                  </a:cubicBezTo>
                  <a:lnTo>
                    <a:pt x="4317" y="3466"/>
                  </a:lnTo>
                  <a:lnTo>
                    <a:pt x="4474" y="3466"/>
                  </a:lnTo>
                  <a:cubicBezTo>
                    <a:pt x="4695" y="3466"/>
                    <a:pt x="4852" y="3623"/>
                    <a:pt x="4852" y="3812"/>
                  </a:cubicBezTo>
                  <a:cubicBezTo>
                    <a:pt x="4852" y="3970"/>
                    <a:pt x="4726" y="4127"/>
                    <a:pt x="4537" y="4127"/>
                  </a:cubicBezTo>
                  <a:lnTo>
                    <a:pt x="4789" y="5072"/>
                  </a:lnTo>
                  <a:cubicBezTo>
                    <a:pt x="4852" y="5262"/>
                    <a:pt x="4758" y="5419"/>
                    <a:pt x="4569" y="5514"/>
                  </a:cubicBezTo>
                  <a:cubicBezTo>
                    <a:pt x="4545" y="5518"/>
                    <a:pt x="4521" y="5520"/>
                    <a:pt x="4498" y="5520"/>
                  </a:cubicBezTo>
                  <a:cubicBezTo>
                    <a:pt x="4341" y="5520"/>
                    <a:pt x="4210" y="5427"/>
                    <a:pt x="4128" y="5262"/>
                  </a:cubicBezTo>
                  <a:lnTo>
                    <a:pt x="3781" y="4127"/>
                  </a:lnTo>
                  <a:lnTo>
                    <a:pt x="3057" y="4127"/>
                  </a:lnTo>
                  <a:lnTo>
                    <a:pt x="2710" y="5262"/>
                  </a:lnTo>
                  <a:cubicBezTo>
                    <a:pt x="2683" y="5427"/>
                    <a:pt x="2535" y="5520"/>
                    <a:pt x="2351" y="5520"/>
                  </a:cubicBezTo>
                  <a:cubicBezTo>
                    <a:pt x="2325" y="5520"/>
                    <a:pt x="2297" y="5518"/>
                    <a:pt x="2269" y="5514"/>
                  </a:cubicBezTo>
                  <a:cubicBezTo>
                    <a:pt x="2080" y="5451"/>
                    <a:pt x="2017" y="5262"/>
                    <a:pt x="2049" y="5072"/>
                  </a:cubicBezTo>
                  <a:lnTo>
                    <a:pt x="2332" y="4127"/>
                  </a:lnTo>
                  <a:cubicBezTo>
                    <a:pt x="2175" y="4096"/>
                    <a:pt x="2017" y="3970"/>
                    <a:pt x="2017" y="3812"/>
                  </a:cubicBezTo>
                  <a:cubicBezTo>
                    <a:pt x="2049" y="3623"/>
                    <a:pt x="2206" y="3466"/>
                    <a:pt x="2395" y="3466"/>
                  </a:cubicBezTo>
                  <a:lnTo>
                    <a:pt x="2553" y="3466"/>
                  </a:lnTo>
                  <a:lnTo>
                    <a:pt x="3120" y="1638"/>
                  </a:lnTo>
                  <a:cubicBezTo>
                    <a:pt x="3151" y="1512"/>
                    <a:pt x="3285" y="1449"/>
                    <a:pt x="3427" y="1449"/>
                  </a:cubicBezTo>
                  <a:close/>
                  <a:moveTo>
                    <a:pt x="3435" y="0"/>
                  </a:moveTo>
                  <a:cubicBezTo>
                    <a:pt x="1544" y="0"/>
                    <a:pt x="1" y="1544"/>
                    <a:pt x="1" y="3434"/>
                  </a:cubicBezTo>
                  <a:cubicBezTo>
                    <a:pt x="1" y="5356"/>
                    <a:pt x="1544" y="6900"/>
                    <a:pt x="3435" y="6900"/>
                  </a:cubicBezTo>
                  <a:cubicBezTo>
                    <a:pt x="4065" y="6900"/>
                    <a:pt x="4632" y="6742"/>
                    <a:pt x="5168" y="6427"/>
                  </a:cubicBezTo>
                  <a:lnTo>
                    <a:pt x="6365" y="6900"/>
                  </a:lnTo>
                  <a:cubicBezTo>
                    <a:pt x="6407" y="6910"/>
                    <a:pt x="6449" y="6917"/>
                    <a:pt x="6491" y="6917"/>
                  </a:cubicBezTo>
                  <a:cubicBezTo>
                    <a:pt x="6575" y="6917"/>
                    <a:pt x="6659" y="6889"/>
                    <a:pt x="6743" y="6805"/>
                  </a:cubicBezTo>
                  <a:cubicBezTo>
                    <a:pt x="6806" y="6742"/>
                    <a:pt x="6869" y="6616"/>
                    <a:pt x="6869" y="6459"/>
                  </a:cubicBezTo>
                  <a:lnTo>
                    <a:pt x="6491" y="5009"/>
                  </a:lnTo>
                  <a:cubicBezTo>
                    <a:pt x="6743" y="4537"/>
                    <a:pt x="6869" y="4001"/>
                    <a:pt x="6869" y="3466"/>
                  </a:cubicBezTo>
                  <a:cubicBezTo>
                    <a:pt x="6869" y="3119"/>
                    <a:pt x="6774" y="2804"/>
                    <a:pt x="6711" y="2489"/>
                  </a:cubicBezTo>
                  <a:cubicBezTo>
                    <a:pt x="6617" y="2426"/>
                    <a:pt x="6491" y="2395"/>
                    <a:pt x="6428" y="2363"/>
                  </a:cubicBezTo>
                  <a:lnTo>
                    <a:pt x="5514" y="2710"/>
                  </a:lnTo>
                  <a:cubicBezTo>
                    <a:pt x="5389" y="2755"/>
                    <a:pt x="5256" y="2780"/>
                    <a:pt x="5125" y="2780"/>
                  </a:cubicBezTo>
                  <a:cubicBezTo>
                    <a:pt x="4892" y="2780"/>
                    <a:pt x="4667" y="2702"/>
                    <a:pt x="4506" y="2521"/>
                  </a:cubicBezTo>
                  <a:cubicBezTo>
                    <a:pt x="4222" y="2269"/>
                    <a:pt x="4096" y="1891"/>
                    <a:pt x="4159" y="1481"/>
                  </a:cubicBezTo>
                  <a:lnTo>
                    <a:pt x="4443" y="221"/>
                  </a:lnTo>
                  <a:cubicBezTo>
                    <a:pt x="4443" y="189"/>
                    <a:pt x="4443" y="189"/>
                    <a:pt x="4411" y="158"/>
                  </a:cubicBezTo>
                  <a:cubicBezTo>
                    <a:pt x="4096" y="63"/>
                    <a:pt x="3781" y="0"/>
                    <a:pt x="3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-30895875" y="3621075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0" y="1"/>
                  </a:moveTo>
                  <a:cubicBezTo>
                    <a:pt x="32" y="410"/>
                    <a:pt x="126" y="694"/>
                    <a:pt x="315" y="1041"/>
                  </a:cubicBezTo>
                  <a:cubicBezTo>
                    <a:pt x="473" y="694"/>
                    <a:pt x="599" y="347"/>
                    <a:pt x="6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-30974650" y="3552550"/>
              <a:ext cx="172525" cy="172400"/>
            </a:xfrm>
            <a:custGeom>
              <a:rect b="b" l="l" r="r" t="t"/>
              <a:pathLst>
                <a:path extrusionOk="0" h="6896" w="6901">
                  <a:moveTo>
                    <a:pt x="3435" y="1356"/>
                  </a:moveTo>
                  <a:cubicBezTo>
                    <a:pt x="3624" y="1356"/>
                    <a:pt x="3782" y="1513"/>
                    <a:pt x="3782" y="1734"/>
                  </a:cubicBezTo>
                  <a:lnTo>
                    <a:pt x="3782" y="2080"/>
                  </a:lnTo>
                  <a:lnTo>
                    <a:pt x="4821" y="2080"/>
                  </a:lnTo>
                  <a:cubicBezTo>
                    <a:pt x="5010" y="2080"/>
                    <a:pt x="5168" y="2238"/>
                    <a:pt x="5168" y="2427"/>
                  </a:cubicBezTo>
                  <a:cubicBezTo>
                    <a:pt x="5168" y="2616"/>
                    <a:pt x="5010" y="2742"/>
                    <a:pt x="4821" y="2742"/>
                  </a:cubicBezTo>
                  <a:lnTo>
                    <a:pt x="4412" y="2742"/>
                  </a:lnTo>
                  <a:cubicBezTo>
                    <a:pt x="4380" y="3341"/>
                    <a:pt x="4191" y="3876"/>
                    <a:pt x="3876" y="4412"/>
                  </a:cubicBezTo>
                  <a:cubicBezTo>
                    <a:pt x="3908" y="4443"/>
                    <a:pt x="3908" y="4475"/>
                    <a:pt x="3939" y="4506"/>
                  </a:cubicBezTo>
                  <a:lnTo>
                    <a:pt x="4349" y="4916"/>
                  </a:lnTo>
                  <a:cubicBezTo>
                    <a:pt x="4443" y="5042"/>
                    <a:pt x="4443" y="5262"/>
                    <a:pt x="4349" y="5388"/>
                  </a:cubicBezTo>
                  <a:cubicBezTo>
                    <a:pt x="4286" y="5451"/>
                    <a:pt x="4191" y="5483"/>
                    <a:pt x="4101" y="5483"/>
                  </a:cubicBezTo>
                  <a:cubicBezTo>
                    <a:pt x="4010" y="5483"/>
                    <a:pt x="3923" y="5451"/>
                    <a:pt x="3876" y="5388"/>
                  </a:cubicBezTo>
                  <a:lnTo>
                    <a:pt x="3466" y="4979"/>
                  </a:lnTo>
                  <a:lnTo>
                    <a:pt x="3435" y="4947"/>
                  </a:lnTo>
                  <a:lnTo>
                    <a:pt x="3403" y="4979"/>
                  </a:lnTo>
                  <a:lnTo>
                    <a:pt x="2994" y="5388"/>
                  </a:lnTo>
                  <a:cubicBezTo>
                    <a:pt x="2931" y="5451"/>
                    <a:pt x="2844" y="5483"/>
                    <a:pt x="2758" y="5483"/>
                  </a:cubicBezTo>
                  <a:cubicBezTo>
                    <a:pt x="2671" y="5483"/>
                    <a:pt x="2584" y="5451"/>
                    <a:pt x="2521" y="5388"/>
                  </a:cubicBezTo>
                  <a:cubicBezTo>
                    <a:pt x="2395" y="5262"/>
                    <a:pt x="2395" y="5042"/>
                    <a:pt x="2521" y="4916"/>
                  </a:cubicBezTo>
                  <a:lnTo>
                    <a:pt x="2931" y="4506"/>
                  </a:lnTo>
                  <a:cubicBezTo>
                    <a:pt x="2962" y="4475"/>
                    <a:pt x="2962" y="4443"/>
                    <a:pt x="2994" y="4412"/>
                  </a:cubicBezTo>
                  <a:cubicBezTo>
                    <a:pt x="2679" y="3939"/>
                    <a:pt x="2490" y="3341"/>
                    <a:pt x="2458" y="2742"/>
                  </a:cubicBezTo>
                  <a:lnTo>
                    <a:pt x="2049" y="2742"/>
                  </a:lnTo>
                  <a:cubicBezTo>
                    <a:pt x="1860" y="2742"/>
                    <a:pt x="1702" y="2584"/>
                    <a:pt x="1702" y="2395"/>
                  </a:cubicBezTo>
                  <a:cubicBezTo>
                    <a:pt x="1702" y="2206"/>
                    <a:pt x="1860" y="2049"/>
                    <a:pt x="2049" y="2049"/>
                  </a:cubicBezTo>
                  <a:lnTo>
                    <a:pt x="3088" y="2049"/>
                  </a:lnTo>
                  <a:lnTo>
                    <a:pt x="3088" y="1734"/>
                  </a:lnTo>
                  <a:cubicBezTo>
                    <a:pt x="3088" y="1513"/>
                    <a:pt x="3246" y="1356"/>
                    <a:pt x="3435" y="1356"/>
                  </a:cubicBezTo>
                  <a:close/>
                  <a:moveTo>
                    <a:pt x="3466" y="1"/>
                  </a:moveTo>
                  <a:cubicBezTo>
                    <a:pt x="1576" y="1"/>
                    <a:pt x="32" y="1576"/>
                    <a:pt x="32" y="3467"/>
                  </a:cubicBezTo>
                  <a:cubicBezTo>
                    <a:pt x="32" y="3971"/>
                    <a:pt x="158" y="4506"/>
                    <a:pt x="411" y="4979"/>
                  </a:cubicBezTo>
                  <a:lnTo>
                    <a:pt x="32" y="6459"/>
                  </a:lnTo>
                  <a:cubicBezTo>
                    <a:pt x="1" y="6554"/>
                    <a:pt x="32" y="6680"/>
                    <a:pt x="158" y="6806"/>
                  </a:cubicBezTo>
                  <a:cubicBezTo>
                    <a:pt x="225" y="6851"/>
                    <a:pt x="324" y="6895"/>
                    <a:pt x="420" y="6895"/>
                  </a:cubicBezTo>
                  <a:cubicBezTo>
                    <a:pt x="460" y="6895"/>
                    <a:pt x="500" y="6887"/>
                    <a:pt x="537" y="6869"/>
                  </a:cubicBezTo>
                  <a:lnTo>
                    <a:pt x="1734" y="6396"/>
                  </a:lnTo>
                  <a:cubicBezTo>
                    <a:pt x="2269" y="6712"/>
                    <a:pt x="2899" y="6869"/>
                    <a:pt x="3466" y="6869"/>
                  </a:cubicBezTo>
                  <a:cubicBezTo>
                    <a:pt x="5357" y="6869"/>
                    <a:pt x="6901" y="5357"/>
                    <a:pt x="6901" y="3435"/>
                  </a:cubicBezTo>
                  <a:cubicBezTo>
                    <a:pt x="6901" y="1576"/>
                    <a:pt x="5325" y="1"/>
                    <a:pt x="3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21"/>
          <p:cNvGrpSpPr/>
          <p:nvPr/>
        </p:nvGrpSpPr>
        <p:grpSpPr>
          <a:xfrm>
            <a:off x="6240155" y="1174702"/>
            <a:ext cx="279209" cy="279185"/>
            <a:chOff x="-31093575" y="3911725"/>
            <a:chExt cx="291450" cy="291425"/>
          </a:xfrm>
        </p:grpSpPr>
        <p:sp>
          <p:nvSpPr>
            <p:cNvPr id="368" name="Google Shape;368;p21"/>
            <p:cNvSpPr/>
            <p:nvPr/>
          </p:nvSpPr>
          <p:spPr>
            <a:xfrm>
              <a:off x="-31093575" y="3911725"/>
              <a:ext cx="291450" cy="291425"/>
            </a:xfrm>
            <a:custGeom>
              <a:rect b="b" l="l" r="r" t="t"/>
              <a:pathLst>
                <a:path extrusionOk="0" h="11657" w="11658">
                  <a:moveTo>
                    <a:pt x="5829" y="0"/>
                  </a:moveTo>
                  <a:cubicBezTo>
                    <a:pt x="3372" y="0"/>
                    <a:pt x="1261" y="1796"/>
                    <a:pt x="788" y="4159"/>
                  </a:cubicBezTo>
                  <a:cubicBezTo>
                    <a:pt x="347" y="4285"/>
                    <a:pt x="1" y="4694"/>
                    <a:pt x="1" y="5167"/>
                  </a:cubicBezTo>
                  <a:lnTo>
                    <a:pt x="1" y="7876"/>
                  </a:lnTo>
                  <a:cubicBezTo>
                    <a:pt x="1" y="8412"/>
                    <a:pt x="473" y="8885"/>
                    <a:pt x="1009" y="8885"/>
                  </a:cubicBezTo>
                  <a:lnTo>
                    <a:pt x="1702" y="8885"/>
                  </a:lnTo>
                  <a:cubicBezTo>
                    <a:pt x="1891" y="8885"/>
                    <a:pt x="2049" y="8727"/>
                    <a:pt x="2049" y="8538"/>
                  </a:cubicBezTo>
                  <a:lnTo>
                    <a:pt x="2049" y="4442"/>
                  </a:lnTo>
                  <a:cubicBezTo>
                    <a:pt x="2049" y="4253"/>
                    <a:pt x="1891" y="4096"/>
                    <a:pt x="1702" y="4096"/>
                  </a:cubicBezTo>
                  <a:lnTo>
                    <a:pt x="1481" y="4096"/>
                  </a:lnTo>
                  <a:cubicBezTo>
                    <a:pt x="1954" y="2111"/>
                    <a:pt x="3781" y="630"/>
                    <a:pt x="5829" y="630"/>
                  </a:cubicBezTo>
                  <a:cubicBezTo>
                    <a:pt x="7877" y="630"/>
                    <a:pt x="9673" y="2111"/>
                    <a:pt x="10145" y="4096"/>
                  </a:cubicBezTo>
                  <a:lnTo>
                    <a:pt x="9956" y="4096"/>
                  </a:lnTo>
                  <a:cubicBezTo>
                    <a:pt x="9767" y="4096"/>
                    <a:pt x="9610" y="4253"/>
                    <a:pt x="9610" y="4442"/>
                  </a:cubicBezTo>
                  <a:lnTo>
                    <a:pt x="9610" y="8538"/>
                  </a:lnTo>
                  <a:cubicBezTo>
                    <a:pt x="9610" y="8727"/>
                    <a:pt x="9767" y="8885"/>
                    <a:pt x="9956" y="8885"/>
                  </a:cubicBezTo>
                  <a:lnTo>
                    <a:pt x="10271" y="8885"/>
                  </a:lnTo>
                  <a:cubicBezTo>
                    <a:pt x="10114" y="9672"/>
                    <a:pt x="9421" y="10271"/>
                    <a:pt x="8570" y="10271"/>
                  </a:cubicBezTo>
                  <a:lnTo>
                    <a:pt x="6774" y="10271"/>
                  </a:lnTo>
                  <a:cubicBezTo>
                    <a:pt x="6617" y="9893"/>
                    <a:pt x="6270" y="9609"/>
                    <a:pt x="5829" y="9609"/>
                  </a:cubicBezTo>
                  <a:cubicBezTo>
                    <a:pt x="5262" y="9609"/>
                    <a:pt x="4789" y="10082"/>
                    <a:pt x="4789" y="10617"/>
                  </a:cubicBezTo>
                  <a:cubicBezTo>
                    <a:pt x="4789" y="11184"/>
                    <a:pt x="5262" y="11657"/>
                    <a:pt x="5829" y="11657"/>
                  </a:cubicBezTo>
                  <a:cubicBezTo>
                    <a:pt x="6270" y="11657"/>
                    <a:pt x="6648" y="11373"/>
                    <a:pt x="6774" y="10995"/>
                  </a:cubicBezTo>
                  <a:lnTo>
                    <a:pt x="8570" y="10995"/>
                  </a:lnTo>
                  <a:cubicBezTo>
                    <a:pt x="9799" y="10995"/>
                    <a:pt x="10775" y="10082"/>
                    <a:pt x="10933" y="8885"/>
                  </a:cubicBezTo>
                  <a:cubicBezTo>
                    <a:pt x="11342" y="8790"/>
                    <a:pt x="11658" y="8380"/>
                    <a:pt x="11658" y="7908"/>
                  </a:cubicBezTo>
                  <a:lnTo>
                    <a:pt x="11658" y="5198"/>
                  </a:lnTo>
                  <a:cubicBezTo>
                    <a:pt x="11658" y="4694"/>
                    <a:pt x="11311" y="4253"/>
                    <a:pt x="10870" y="4159"/>
                  </a:cubicBezTo>
                  <a:cubicBezTo>
                    <a:pt x="10397" y="1796"/>
                    <a:pt x="8255" y="0"/>
                    <a:pt x="5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-31025825" y="3980250"/>
              <a:ext cx="156750" cy="154250"/>
            </a:xfrm>
            <a:custGeom>
              <a:rect b="b" l="l" r="r" t="t"/>
              <a:pathLst>
                <a:path extrusionOk="0" h="6170" w="6270">
                  <a:moveTo>
                    <a:pt x="3119" y="1386"/>
                  </a:moveTo>
                  <a:cubicBezTo>
                    <a:pt x="3308" y="1386"/>
                    <a:pt x="3466" y="1544"/>
                    <a:pt x="3466" y="1733"/>
                  </a:cubicBezTo>
                  <a:cubicBezTo>
                    <a:pt x="3466" y="1953"/>
                    <a:pt x="3308" y="2079"/>
                    <a:pt x="3119" y="2079"/>
                  </a:cubicBezTo>
                  <a:cubicBezTo>
                    <a:pt x="2930" y="2079"/>
                    <a:pt x="2773" y="1953"/>
                    <a:pt x="2773" y="1733"/>
                  </a:cubicBezTo>
                  <a:cubicBezTo>
                    <a:pt x="2773" y="1544"/>
                    <a:pt x="2930" y="1386"/>
                    <a:pt x="3119" y="1386"/>
                  </a:cubicBezTo>
                  <a:close/>
                  <a:moveTo>
                    <a:pt x="3119" y="2741"/>
                  </a:moveTo>
                  <a:cubicBezTo>
                    <a:pt x="3308" y="2741"/>
                    <a:pt x="3466" y="2867"/>
                    <a:pt x="3466" y="3088"/>
                  </a:cubicBezTo>
                  <a:lnTo>
                    <a:pt x="3466" y="4474"/>
                  </a:lnTo>
                  <a:cubicBezTo>
                    <a:pt x="3466" y="4663"/>
                    <a:pt x="3308" y="4820"/>
                    <a:pt x="3119" y="4820"/>
                  </a:cubicBezTo>
                  <a:cubicBezTo>
                    <a:pt x="2930" y="4820"/>
                    <a:pt x="2773" y="4663"/>
                    <a:pt x="2773" y="4474"/>
                  </a:cubicBezTo>
                  <a:lnTo>
                    <a:pt x="2773" y="3088"/>
                  </a:lnTo>
                  <a:cubicBezTo>
                    <a:pt x="2773" y="2867"/>
                    <a:pt x="2930" y="2741"/>
                    <a:pt x="3119" y="2741"/>
                  </a:cubicBezTo>
                  <a:close/>
                  <a:moveTo>
                    <a:pt x="3151" y="0"/>
                  </a:moveTo>
                  <a:cubicBezTo>
                    <a:pt x="1449" y="0"/>
                    <a:pt x="63" y="1386"/>
                    <a:pt x="63" y="3088"/>
                  </a:cubicBezTo>
                  <a:cubicBezTo>
                    <a:pt x="63" y="3592"/>
                    <a:pt x="158" y="4096"/>
                    <a:pt x="441" y="4568"/>
                  </a:cubicBezTo>
                  <a:lnTo>
                    <a:pt x="63" y="5734"/>
                  </a:lnTo>
                  <a:cubicBezTo>
                    <a:pt x="0" y="5828"/>
                    <a:pt x="0" y="5955"/>
                    <a:pt x="126" y="6081"/>
                  </a:cubicBezTo>
                  <a:cubicBezTo>
                    <a:pt x="171" y="6125"/>
                    <a:pt x="263" y="6170"/>
                    <a:pt x="357" y="6170"/>
                  </a:cubicBezTo>
                  <a:cubicBezTo>
                    <a:pt x="396" y="6170"/>
                    <a:pt x="436" y="6162"/>
                    <a:pt x="473" y="6144"/>
                  </a:cubicBezTo>
                  <a:lnTo>
                    <a:pt x="1638" y="5765"/>
                  </a:lnTo>
                  <a:cubicBezTo>
                    <a:pt x="2079" y="6049"/>
                    <a:pt x="2615" y="6144"/>
                    <a:pt x="3151" y="6144"/>
                  </a:cubicBezTo>
                  <a:cubicBezTo>
                    <a:pt x="4852" y="6144"/>
                    <a:pt x="6270" y="4789"/>
                    <a:pt x="6270" y="3088"/>
                  </a:cubicBezTo>
                  <a:cubicBezTo>
                    <a:pt x="6270" y="1386"/>
                    <a:pt x="4852" y="0"/>
                    <a:pt x="3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" name="Google Shape;370;p21"/>
          <p:cNvGrpSpPr/>
          <p:nvPr/>
        </p:nvGrpSpPr>
        <p:grpSpPr>
          <a:xfrm>
            <a:off x="1345275" y="1174426"/>
            <a:ext cx="294298" cy="279760"/>
            <a:chOff x="-32576675" y="3944600"/>
            <a:chExt cx="307200" cy="292025"/>
          </a:xfrm>
        </p:grpSpPr>
        <p:sp>
          <p:nvSpPr>
            <p:cNvPr id="371" name="Google Shape;371;p21"/>
            <p:cNvSpPr/>
            <p:nvPr/>
          </p:nvSpPr>
          <p:spPr>
            <a:xfrm>
              <a:off x="-32482950" y="3944600"/>
              <a:ext cx="213475" cy="214650"/>
            </a:xfrm>
            <a:custGeom>
              <a:rect b="b" l="l" r="r" t="t"/>
              <a:pathLst>
                <a:path extrusionOk="0" h="8586" w="8539">
                  <a:moveTo>
                    <a:pt x="5156" y="1"/>
                  </a:moveTo>
                  <a:cubicBezTo>
                    <a:pt x="4372" y="1"/>
                    <a:pt x="3593" y="308"/>
                    <a:pt x="2994" y="922"/>
                  </a:cubicBezTo>
                  <a:lnTo>
                    <a:pt x="1450" y="2466"/>
                  </a:lnTo>
                  <a:cubicBezTo>
                    <a:pt x="1681" y="2417"/>
                    <a:pt x="1916" y="2392"/>
                    <a:pt x="2152" y="2392"/>
                  </a:cubicBezTo>
                  <a:cubicBezTo>
                    <a:pt x="2529" y="2392"/>
                    <a:pt x="2909" y="2456"/>
                    <a:pt x="3277" y="2592"/>
                  </a:cubicBezTo>
                  <a:lnTo>
                    <a:pt x="3939" y="1899"/>
                  </a:lnTo>
                  <a:cubicBezTo>
                    <a:pt x="4270" y="1568"/>
                    <a:pt x="4703" y="1402"/>
                    <a:pt x="5136" y="1402"/>
                  </a:cubicBezTo>
                  <a:cubicBezTo>
                    <a:pt x="5569" y="1402"/>
                    <a:pt x="6003" y="1568"/>
                    <a:pt x="6333" y="1899"/>
                  </a:cubicBezTo>
                  <a:cubicBezTo>
                    <a:pt x="7027" y="2592"/>
                    <a:pt x="7027" y="3631"/>
                    <a:pt x="6333" y="4325"/>
                  </a:cubicBezTo>
                  <a:lnTo>
                    <a:pt x="3939" y="6719"/>
                  </a:lnTo>
                  <a:cubicBezTo>
                    <a:pt x="3608" y="7050"/>
                    <a:pt x="3175" y="7215"/>
                    <a:pt x="2742" y="7215"/>
                  </a:cubicBezTo>
                  <a:cubicBezTo>
                    <a:pt x="2309" y="7215"/>
                    <a:pt x="1875" y="7050"/>
                    <a:pt x="1545" y="6719"/>
                  </a:cubicBezTo>
                  <a:cubicBezTo>
                    <a:pt x="1261" y="6435"/>
                    <a:pt x="1104" y="6089"/>
                    <a:pt x="1072" y="5742"/>
                  </a:cubicBezTo>
                  <a:lnTo>
                    <a:pt x="1" y="6782"/>
                  </a:lnTo>
                  <a:cubicBezTo>
                    <a:pt x="158" y="7097"/>
                    <a:pt x="348" y="7381"/>
                    <a:pt x="600" y="7664"/>
                  </a:cubicBezTo>
                  <a:cubicBezTo>
                    <a:pt x="1214" y="8278"/>
                    <a:pt x="2002" y="8586"/>
                    <a:pt x="2781" y="8586"/>
                  </a:cubicBezTo>
                  <a:cubicBezTo>
                    <a:pt x="3561" y="8586"/>
                    <a:pt x="4333" y="8278"/>
                    <a:pt x="4916" y="7664"/>
                  </a:cubicBezTo>
                  <a:lnTo>
                    <a:pt x="7342" y="5270"/>
                  </a:lnTo>
                  <a:cubicBezTo>
                    <a:pt x="8539" y="4073"/>
                    <a:pt x="8539" y="2151"/>
                    <a:pt x="7342" y="922"/>
                  </a:cubicBezTo>
                  <a:cubicBezTo>
                    <a:pt x="6727" y="308"/>
                    <a:pt x="5940" y="1"/>
                    <a:pt x="5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1"/>
            <p:cNvSpPr/>
            <p:nvPr/>
          </p:nvSpPr>
          <p:spPr>
            <a:xfrm>
              <a:off x="-32576675" y="4020200"/>
              <a:ext cx="215850" cy="216425"/>
            </a:xfrm>
            <a:custGeom>
              <a:rect b="b" l="l" r="r" t="t"/>
              <a:pathLst>
                <a:path extrusionOk="0" h="8657" w="8634">
                  <a:moveTo>
                    <a:pt x="5865" y="1"/>
                  </a:moveTo>
                  <a:cubicBezTo>
                    <a:pt x="5081" y="1"/>
                    <a:pt x="4301" y="308"/>
                    <a:pt x="3718" y="922"/>
                  </a:cubicBezTo>
                  <a:lnTo>
                    <a:pt x="1230" y="3411"/>
                  </a:lnTo>
                  <a:cubicBezTo>
                    <a:pt x="1" y="4640"/>
                    <a:pt x="1" y="6562"/>
                    <a:pt x="1230" y="7759"/>
                  </a:cubicBezTo>
                  <a:cubicBezTo>
                    <a:pt x="1844" y="8358"/>
                    <a:pt x="2632" y="8657"/>
                    <a:pt x="3415" y="8657"/>
                  </a:cubicBezTo>
                  <a:cubicBezTo>
                    <a:pt x="4199" y="8657"/>
                    <a:pt x="4979" y="8358"/>
                    <a:pt x="5577" y="7759"/>
                  </a:cubicBezTo>
                  <a:lnTo>
                    <a:pt x="7152" y="6184"/>
                  </a:lnTo>
                  <a:lnTo>
                    <a:pt x="7152" y="6184"/>
                  </a:lnTo>
                  <a:cubicBezTo>
                    <a:pt x="6938" y="6218"/>
                    <a:pt x="6719" y="6235"/>
                    <a:pt x="6499" y="6235"/>
                  </a:cubicBezTo>
                  <a:cubicBezTo>
                    <a:pt x="6106" y="6235"/>
                    <a:pt x="5709" y="6179"/>
                    <a:pt x="5325" y="6058"/>
                  </a:cubicBezTo>
                  <a:lnTo>
                    <a:pt x="4569" y="6814"/>
                  </a:lnTo>
                  <a:cubicBezTo>
                    <a:pt x="4238" y="7145"/>
                    <a:pt x="3805" y="7310"/>
                    <a:pt x="3372" y="7310"/>
                  </a:cubicBezTo>
                  <a:cubicBezTo>
                    <a:pt x="2939" y="7310"/>
                    <a:pt x="2505" y="7145"/>
                    <a:pt x="2175" y="6814"/>
                  </a:cubicBezTo>
                  <a:cubicBezTo>
                    <a:pt x="1513" y="6121"/>
                    <a:pt x="1513" y="5081"/>
                    <a:pt x="2175" y="4388"/>
                  </a:cubicBezTo>
                  <a:lnTo>
                    <a:pt x="4664" y="1899"/>
                  </a:lnTo>
                  <a:cubicBezTo>
                    <a:pt x="4994" y="1568"/>
                    <a:pt x="5428" y="1403"/>
                    <a:pt x="5861" y="1403"/>
                  </a:cubicBezTo>
                  <a:cubicBezTo>
                    <a:pt x="6294" y="1403"/>
                    <a:pt x="6727" y="1568"/>
                    <a:pt x="7058" y="1899"/>
                  </a:cubicBezTo>
                  <a:cubicBezTo>
                    <a:pt x="7342" y="2183"/>
                    <a:pt x="7499" y="2561"/>
                    <a:pt x="7531" y="2907"/>
                  </a:cubicBezTo>
                  <a:lnTo>
                    <a:pt x="8287" y="2151"/>
                  </a:lnTo>
                  <a:lnTo>
                    <a:pt x="8633" y="1805"/>
                  </a:lnTo>
                  <a:cubicBezTo>
                    <a:pt x="8476" y="1490"/>
                    <a:pt x="8287" y="1206"/>
                    <a:pt x="8035" y="922"/>
                  </a:cubicBezTo>
                  <a:cubicBezTo>
                    <a:pt x="7436" y="308"/>
                    <a:pt x="6648" y="1"/>
                    <a:pt x="58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2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Horizontal funnel diagram infographics</a:t>
            </a:r>
            <a:endParaRPr/>
          </a:p>
        </p:txBody>
      </p:sp>
      <p:sp>
        <p:nvSpPr>
          <p:cNvPr id="378" name="Google Shape;378;p22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22"/>
          <p:cNvSpPr/>
          <p:nvPr/>
        </p:nvSpPr>
        <p:spPr>
          <a:xfrm rot="5400000">
            <a:off x="4393496" y="2847161"/>
            <a:ext cx="1316807" cy="645152"/>
          </a:xfrm>
          <a:custGeom>
            <a:rect b="b" l="l" r="r" t="t"/>
            <a:pathLst>
              <a:path extrusionOk="0" h="860203" w="1755743">
                <a:moveTo>
                  <a:pt x="0" y="860203"/>
                </a:moveTo>
                <a:lnTo>
                  <a:pt x="450152" y="457010"/>
                </a:lnTo>
                <a:lnTo>
                  <a:pt x="450152" y="0"/>
                </a:lnTo>
                <a:lnTo>
                  <a:pt x="1305592" y="0"/>
                </a:lnTo>
                <a:lnTo>
                  <a:pt x="1305592" y="457010"/>
                </a:lnTo>
                <a:lnTo>
                  <a:pt x="1755743" y="860203"/>
                </a:lnTo>
                <a:lnTo>
                  <a:pt x="0" y="86020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2"/>
          <p:cNvSpPr/>
          <p:nvPr/>
        </p:nvSpPr>
        <p:spPr>
          <a:xfrm rot="5400000">
            <a:off x="5526387" y="2771688"/>
            <a:ext cx="641580" cy="796100"/>
          </a:xfrm>
          <a:custGeom>
            <a:rect b="b" l="l" r="r" t="t"/>
            <a:pathLst>
              <a:path extrusionOk="0" h="1061466" w="855440">
                <a:moveTo>
                  <a:pt x="0" y="0"/>
                </a:moveTo>
                <a:lnTo>
                  <a:pt x="855440" y="0"/>
                </a:lnTo>
                <a:lnTo>
                  <a:pt x="855440" y="1061466"/>
                </a:lnTo>
                <a:lnTo>
                  <a:pt x="0" y="10614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2"/>
          <p:cNvSpPr/>
          <p:nvPr/>
        </p:nvSpPr>
        <p:spPr>
          <a:xfrm rot="5400000">
            <a:off x="6107961" y="2772831"/>
            <a:ext cx="1213723" cy="789884"/>
          </a:xfrm>
          <a:custGeom>
            <a:rect b="b" l="l" r="r" t="t"/>
            <a:pathLst>
              <a:path extrusionOk="0" h="1053179" w="1618297">
                <a:moveTo>
                  <a:pt x="384048" y="1053179"/>
                </a:moveTo>
                <a:lnTo>
                  <a:pt x="384048" y="692563"/>
                </a:lnTo>
                <a:lnTo>
                  <a:pt x="0" y="0"/>
                </a:lnTo>
                <a:lnTo>
                  <a:pt x="1618298" y="0"/>
                </a:lnTo>
                <a:lnTo>
                  <a:pt x="1239488" y="680180"/>
                </a:lnTo>
                <a:lnTo>
                  <a:pt x="1239488" y="1053179"/>
                </a:lnTo>
                <a:lnTo>
                  <a:pt x="384048" y="105317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2"/>
          <p:cNvSpPr/>
          <p:nvPr/>
        </p:nvSpPr>
        <p:spPr>
          <a:xfrm rot="5400000">
            <a:off x="6491830" y="2772438"/>
            <a:ext cx="2177986" cy="792813"/>
          </a:xfrm>
          <a:custGeom>
            <a:rect b="b" l="l" r="r" t="t"/>
            <a:pathLst>
              <a:path extrusionOk="0" h="1057084" w="2903981">
                <a:moveTo>
                  <a:pt x="586168" y="1057085"/>
                </a:moveTo>
                <a:lnTo>
                  <a:pt x="0" y="0"/>
                </a:lnTo>
                <a:lnTo>
                  <a:pt x="2903982" y="0"/>
                </a:lnTo>
                <a:lnTo>
                  <a:pt x="2315242" y="1057085"/>
                </a:lnTo>
                <a:lnTo>
                  <a:pt x="586168" y="105708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2"/>
          <p:cNvSpPr/>
          <p:nvPr/>
        </p:nvSpPr>
        <p:spPr>
          <a:xfrm rot="5400000">
            <a:off x="6885486" y="2847626"/>
            <a:ext cx="2976872" cy="644080"/>
          </a:xfrm>
          <a:custGeom>
            <a:rect b="b" l="l" r="r" t="t"/>
            <a:pathLst>
              <a:path extrusionOk="0" h="858774" w="3969162">
                <a:moveTo>
                  <a:pt x="476250" y="858774"/>
                </a:moveTo>
                <a:lnTo>
                  <a:pt x="0" y="0"/>
                </a:lnTo>
                <a:lnTo>
                  <a:pt x="3969163" y="0"/>
                </a:lnTo>
                <a:lnTo>
                  <a:pt x="3490913" y="858774"/>
                </a:lnTo>
                <a:lnTo>
                  <a:pt x="476250" y="85877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4890650" y="3008424"/>
            <a:ext cx="322500" cy="322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5685925" y="3008424"/>
            <a:ext cx="322500" cy="322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6553575" y="3008424"/>
            <a:ext cx="322500" cy="322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7419575" y="3008424"/>
            <a:ext cx="322500" cy="322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8216500" y="3008424"/>
            <a:ext cx="322500" cy="322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468675" y="1607524"/>
            <a:ext cx="322500" cy="322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0" name="Google Shape;390;p22"/>
          <p:cNvSpPr txBox="1"/>
          <p:nvPr/>
        </p:nvSpPr>
        <p:spPr>
          <a:xfrm>
            <a:off x="940287" y="1427662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468675" y="2744224"/>
            <a:ext cx="322500" cy="322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940287" y="2564362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a gas giant and has several rings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468675" y="3880924"/>
            <a:ext cx="322500" cy="32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940287" y="3701062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also known as the Blue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2454650" y="2063412"/>
            <a:ext cx="322500" cy="322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6" name="Google Shape;396;p22"/>
          <p:cNvSpPr txBox="1"/>
          <p:nvPr/>
        </p:nvSpPr>
        <p:spPr>
          <a:xfrm>
            <a:off x="2926262" y="1883549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very cold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2454650" y="3200112"/>
            <a:ext cx="322500" cy="322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2926262" y="3020249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the eighth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99" name="Google Shape;399;p22"/>
          <p:cNvCxnSpPr>
            <a:stCxn id="389" idx="6"/>
            <a:endCxn id="390" idx="1"/>
          </p:cNvCxnSpPr>
          <p:nvPr/>
        </p:nvCxnSpPr>
        <p:spPr>
          <a:xfrm>
            <a:off x="791175" y="1768774"/>
            <a:ext cx="14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22"/>
          <p:cNvCxnSpPr>
            <a:stCxn id="391" idx="6"/>
            <a:endCxn id="392" idx="1"/>
          </p:cNvCxnSpPr>
          <p:nvPr/>
        </p:nvCxnSpPr>
        <p:spPr>
          <a:xfrm>
            <a:off x="791175" y="2905474"/>
            <a:ext cx="14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22"/>
          <p:cNvCxnSpPr>
            <a:stCxn id="393" idx="6"/>
            <a:endCxn id="394" idx="1"/>
          </p:cNvCxnSpPr>
          <p:nvPr/>
        </p:nvCxnSpPr>
        <p:spPr>
          <a:xfrm>
            <a:off x="791175" y="4042174"/>
            <a:ext cx="14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22"/>
          <p:cNvCxnSpPr>
            <a:stCxn id="395" idx="6"/>
            <a:endCxn id="396" idx="1"/>
          </p:cNvCxnSpPr>
          <p:nvPr/>
        </p:nvCxnSpPr>
        <p:spPr>
          <a:xfrm>
            <a:off x="2777150" y="2224662"/>
            <a:ext cx="14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22"/>
          <p:cNvCxnSpPr>
            <a:stCxn id="397" idx="6"/>
            <a:endCxn id="398" idx="1"/>
          </p:cNvCxnSpPr>
          <p:nvPr/>
        </p:nvCxnSpPr>
        <p:spPr>
          <a:xfrm>
            <a:off x="2777150" y="3361362"/>
            <a:ext cx="14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22"/>
          <p:cNvCxnSpPr/>
          <p:nvPr/>
        </p:nvCxnSpPr>
        <p:spPr>
          <a:xfrm>
            <a:off x="5410175" y="1156625"/>
            <a:ext cx="0" cy="350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22"/>
          <p:cNvCxnSpPr/>
          <p:nvPr/>
        </p:nvCxnSpPr>
        <p:spPr>
          <a:xfrm>
            <a:off x="6278300" y="1156625"/>
            <a:ext cx="0" cy="350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22"/>
          <p:cNvCxnSpPr/>
          <p:nvPr/>
        </p:nvCxnSpPr>
        <p:spPr>
          <a:xfrm>
            <a:off x="7146425" y="1156625"/>
            <a:ext cx="0" cy="350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2"/>
          <p:cNvCxnSpPr/>
          <p:nvPr/>
        </p:nvCxnSpPr>
        <p:spPr>
          <a:xfrm>
            <a:off x="8014550" y="1156625"/>
            <a:ext cx="0" cy="350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8" name="Google Shape;408;p22"/>
          <p:cNvSpPr txBox="1"/>
          <p:nvPr/>
        </p:nvSpPr>
        <p:spPr>
          <a:xfrm flipH="1">
            <a:off x="4728900" y="1156625"/>
            <a:ext cx="68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 flipH="1">
            <a:off x="5503588" y="1156625"/>
            <a:ext cx="68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 flipH="1">
            <a:off x="6371713" y="1156625"/>
            <a:ext cx="68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 flipH="1">
            <a:off x="7239838" y="1156625"/>
            <a:ext cx="68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 flipH="1">
            <a:off x="8037100" y="1156625"/>
            <a:ext cx="68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40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413" name="Google Shape;413;p22"/>
          <p:cNvCxnSpPr/>
          <p:nvPr/>
        </p:nvCxnSpPr>
        <p:spPr>
          <a:xfrm>
            <a:off x="8695950" y="1156613"/>
            <a:ext cx="0" cy="348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Horizontal funnel diagram infographics</a:t>
            </a: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0" name="Google Shape;420;p23"/>
          <p:cNvCxnSpPr>
            <a:endCxn id="421" idx="6"/>
          </p:cNvCxnSpPr>
          <p:nvPr/>
        </p:nvCxnSpPr>
        <p:spPr>
          <a:xfrm>
            <a:off x="927240" y="1625374"/>
            <a:ext cx="134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22" name="Google Shape;422;p23"/>
          <p:cNvSpPr txBox="1"/>
          <p:nvPr/>
        </p:nvSpPr>
        <p:spPr>
          <a:xfrm>
            <a:off x="3840037" y="1284274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 flipH="1">
            <a:off x="5190599" y="1418375"/>
            <a:ext cx="8655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1" name="Google Shape;421;p23"/>
          <p:cNvSpPr/>
          <p:nvPr/>
        </p:nvSpPr>
        <p:spPr>
          <a:xfrm flipH="1">
            <a:off x="2269740" y="1418374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24" name="Google Shape;424;p23"/>
          <p:cNvCxnSpPr>
            <a:stCxn id="421" idx="2"/>
            <a:endCxn id="422" idx="1"/>
          </p:cNvCxnSpPr>
          <p:nvPr/>
        </p:nvCxnSpPr>
        <p:spPr>
          <a:xfrm>
            <a:off x="2683740" y="1625374"/>
            <a:ext cx="115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p23"/>
          <p:cNvCxnSpPr>
            <a:endCxn id="426" idx="6"/>
          </p:cNvCxnSpPr>
          <p:nvPr/>
        </p:nvCxnSpPr>
        <p:spPr>
          <a:xfrm>
            <a:off x="1919065" y="4134962"/>
            <a:ext cx="134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27" name="Google Shape;427;p23"/>
          <p:cNvSpPr txBox="1"/>
          <p:nvPr/>
        </p:nvSpPr>
        <p:spPr>
          <a:xfrm>
            <a:off x="4831862" y="3793862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the eighth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 flipH="1">
            <a:off x="6182424" y="3927963"/>
            <a:ext cx="8655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380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6" name="Google Shape;426;p23"/>
          <p:cNvSpPr/>
          <p:nvPr/>
        </p:nvSpPr>
        <p:spPr>
          <a:xfrm flipH="1">
            <a:off x="3261565" y="3927962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29" name="Google Shape;429;p23"/>
          <p:cNvCxnSpPr>
            <a:stCxn id="426" idx="2"/>
            <a:endCxn id="427" idx="1"/>
          </p:cNvCxnSpPr>
          <p:nvPr/>
        </p:nvCxnSpPr>
        <p:spPr>
          <a:xfrm>
            <a:off x="3675565" y="4134962"/>
            <a:ext cx="115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p23"/>
          <p:cNvCxnSpPr>
            <a:endCxn id="431" idx="6"/>
          </p:cNvCxnSpPr>
          <p:nvPr/>
        </p:nvCxnSpPr>
        <p:spPr>
          <a:xfrm>
            <a:off x="2698390" y="2461903"/>
            <a:ext cx="134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32" name="Google Shape;432;p23"/>
          <p:cNvSpPr txBox="1"/>
          <p:nvPr/>
        </p:nvSpPr>
        <p:spPr>
          <a:xfrm>
            <a:off x="5611187" y="2120804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also known as the Blue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3" name="Google Shape;433;p23"/>
          <p:cNvSpPr txBox="1"/>
          <p:nvPr/>
        </p:nvSpPr>
        <p:spPr>
          <a:xfrm flipH="1">
            <a:off x="6961749" y="2254904"/>
            <a:ext cx="8655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31" name="Google Shape;431;p23"/>
          <p:cNvSpPr/>
          <p:nvPr/>
        </p:nvSpPr>
        <p:spPr>
          <a:xfrm flipH="1">
            <a:off x="4040890" y="2254903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34" name="Google Shape;434;p23"/>
          <p:cNvCxnSpPr>
            <a:stCxn id="431" idx="2"/>
            <a:endCxn id="432" idx="1"/>
          </p:cNvCxnSpPr>
          <p:nvPr/>
        </p:nvCxnSpPr>
        <p:spPr>
          <a:xfrm>
            <a:off x="4454890" y="2461903"/>
            <a:ext cx="115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23"/>
          <p:cNvCxnSpPr>
            <a:endCxn id="436" idx="6"/>
          </p:cNvCxnSpPr>
          <p:nvPr/>
        </p:nvCxnSpPr>
        <p:spPr>
          <a:xfrm>
            <a:off x="3567365" y="3298433"/>
            <a:ext cx="134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37" name="Google Shape;437;p23"/>
          <p:cNvSpPr txBox="1"/>
          <p:nvPr/>
        </p:nvSpPr>
        <p:spPr>
          <a:xfrm>
            <a:off x="6480162" y="2957333"/>
            <a:ext cx="13581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8" name="Google Shape;438;p23"/>
          <p:cNvSpPr txBox="1"/>
          <p:nvPr/>
        </p:nvSpPr>
        <p:spPr>
          <a:xfrm flipH="1">
            <a:off x="7830724" y="3091433"/>
            <a:ext cx="8655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36" name="Google Shape;436;p23"/>
          <p:cNvSpPr/>
          <p:nvPr/>
        </p:nvSpPr>
        <p:spPr>
          <a:xfrm flipH="1">
            <a:off x="4909865" y="3091433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39" name="Google Shape;439;p23"/>
          <p:cNvCxnSpPr>
            <a:stCxn id="436" idx="2"/>
            <a:endCxn id="437" idx="1"/>
          </p:cNvCxnSpPr>
          <p:nvPr/>
        </p:nvCxnSpPr>
        <p:spPr>
          <a:xfrm>
            <a:off x="5323865" y="3298433"/>
            <a:ext cx="115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0" name="Google Shape;440;p23"/>
          <p:cNvSpPr/>
          <p:nvPr/>
        </p:nvSpPr>
        <p:spPr>
          <a:xfrm rot="-5400000">
            <a:off x="-1027538" y="2929983"/>
            <a:ext cx="3281932" cy="331305"/>
          </a:xfrm>
          <a:custGeom>
            <a:rect b="b" l="l" r="r" t="t"/>
            <a:pathLst>
              <a:path extrusionOk="0" h="201708" w="1998132">
                <a:moveTo>
                  <a:pt x="999071" y="0"/>
                </a:moveTo>
                <a:cubicBezTo>
                  <a:pt x="447296" y="0"/>
                  <a:pt x="0" y="45151"/>
                  <a:pt x="0" y="100850"/>
                </a:cubicBezTo>
                <a:cubicBezTo>
                  <a:pt x="0" y="102236"/>
                  <a:pt x="277" y="103604"/>
                  <a:pt x="823" y="104972"/>
                </a:cubicBezTo>
                <a:cubicBezTo>
                  <a:pt x="22221" y="158766"/>
                  <a:pt x="460961" y="201709"/>
                  <a:pt x="999071" y="201709"/>
                </a:cubicBezTo>
                <a:cubicBezTo>
                  <a:pt x="1537180" y="201709"/>
                  <a:pt x="1966559" y="159666"/>
                  <a:pt x="1996496" y="106687"/>
                </a:cubicBezTo>
                <a:cubicBezTo>
                  <a:pt x="1997587" y="104756"/>
                  <a:pt x="1998132" y="102807"/>
                  <a:pt x="1998132" y="100850"/>
                </a:cubicBezTo>
                <a:cubicBezTo>
                  <a:pt x="1998141" y="45151"/>
                  <a:pt x="1550845" y="0"/>
                  <a:pt x="999071" y="0"/>
                </a:cubicBezTo>
                <a:close/>
                <a:moveTo>
                  <a:pt x="1685199" y="104972"/>
                </a:moveTo>
                <a:cubicBezTo>
                  <a:pt x="1664078" y="141377"/>
                  <a:pt x="1364957" y="170240"/>
                  <a:pt x="999071" y="170240"/>
                </a:cubicBezTo>
                <a:cubicBezTo>
                  <a:pt x="633184" y="170240"/>
                  <a:pt x="334063" y="141377"/>
                  <a:pt x="312942" y="104972"/>
                </a:cubicBezTo>
                <a:cubicBezTo>
                  <a:pt x="312154" y="103604"/>
                  <a:pt x="311755" y="102236"/>
                  <a:pt x="311755" y="100850"/>
                </a:cubicBezTo>
                <a:cubicBezTo>
                  <a:pt x="311755" y="62531"/>
                  <a:pt x="619476" y="31469"/>
                  <a:pt x="999071" y="31469"/>
                </a:cubicBezTo>
                <a:cubicBezTo>
                  <a:pt x="1378666" y="31469"/>
                  <a:pt x="1686386" y="62531"/>
                  <a:pt x="1686386" y="100850"/>
                </a:cubicBezTo>
                <a:cubicBezTo>
                  <a:pt x="1686386" y="102236"/>
                  <a:pt x="1685979" y="103604"/>
                  <a:pt x="1685199" y="1049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3"/>
          <p:cNvSpPr/>
          <p:nvPr/>
        </p:nvSpPr>
        <p:spPr>
          <a:xfrm rot="-5400000">
            <a:off x="-515463" y="2981435"/>
            <a:ext cx="2257830" cy="227930"/>
          </a:xfrm>
          <a:custGeom>
            <a:rect b="b" l="l" r="r" t="t"/>
            <a:pathLst>
              <a:path extrusionOk="0" h="138770" w="1374630">
                <a:moveTo>
                  <a:pt x="1374630" y="69381"/>
                </a:moveTo>
                <a:cubicBezTo>
                  <a:pt x="1374630" y="70767"/>
                  <a:pt x="1374223" y="72135"/>
                  <a:pt x="1373444" y="73503"/>
                </a:cubicBezTo>
                <a:cubicBezTo>
                  <a:pt x="1352323" y="109908"/>
                  <a:pt x="1053202" y="138771"/>
                  <a:pt x="687315" y="138771"/>
                </a:cubicBezTo>
                <a:cubicBezTo>
                  <a:pt x="321428" y="138771"/>
                  <a:pt x="22307" y="109908"/>
                  <a:pt x="1186" y="73503"/>
                </a:cubicBezTo>
                <a:cubicBezTo>
                  <a:pt x="398" y="72135"/>
                  <a:pt x="0" y="70767"/>
                  <a:pt x="0" y="69381"/>
                </a:cubicBezTo>
                <a:cubicBezTo>
                  <a:pt x="0" y="31062"/>
                  <a:pt x="307720" y="0"/>
                  <a:pt x="687315" y="0"/>
                </a:cubicBezTo>
                <a:cubicBezTo>
                  <a:pt x="1066910" y="0"/>
                  <a:pt x="1374630" y="31062"/>
                  <a:pt x="1374630" y="69381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3"/>
          <p:cNvSpPr/>
          <p:nvPr/>
        </p:nvSpPr>
        <p:spPr>
          <a:xfrm rot="-5400000">
            <a:off x="-595430" y="2673058"/>
            <a:ext cx="3278049" cy="846650"/>
          </a:xfrm>
          <a:custGeom>
            <a:rect b="b" l="l" r="r" t="t"/>
            <a:pathLst>
              <a:path extrusionOk="0" h="515464" w="1995768">
                <a:moveTo>
                  <a:pt x="1995768" y="1715"/>
                </a:moveTo>
                <a:lnTo>
                  <a:pt x="1803170" y="418165"/>
                </a:lnTo>
                <a:cubicBezTo>
                  <a:pt x="1803170" y="418165"/>
                  <a:pt x="1803170" y="418165"/>
                  <a:pt x="1803170" y="418182"/>
                </a:cubicBezTo>
                <a:lnTo>
                  <a:pt x="1801005" y="422867"/>
                </a:lnTo>
                <a:cubicBezTo>
                  <a:pt x="1801005" y="422867"/>
                  <a:pt x="1801005" y="422867"/>
                  <a:pt x="1801005" y="422885"/>
                </a:cubicBezTo>
                <a:cubicBezTo>
                  <a:pt x="1791505" y="437545"/>
                  <a:pt x="1756962" y="451314"/>
                  <a:pt x="1702761" y="463524"/>
                </a:cubicBezTo>
                <a:cubicBezTo>
                  <a:pt x="1565307" y="494508"/>
                  <a:pt x="1301378" y="515465"/>
                  <a:pt x="998360" y="515465"/>
                </a:cubicBezTo>
                <a:cubicBezTo>
                  <a:pt x="695343" y="515465"/>
                  <a:pt x="431180" y="494491"/>
                  <a:pt x="293778" y="463490"/>
                </a:cubicBezTo>
                <a:cubicBezTo>
                  <a:pt x="238694" y="451063"/>
                  <a:pt x="203960" y="437034"/>
                  <a:pt x="195223" y="422088"/>
                </a:cubicBezTo>
                <a:cubicBezTo>
                  <a:pt x="195223" y="422088"/>
                  <a:pt x="195223" y="422071"/>
                  <a:pt x="195223" y="422062"/>
                </a:cubicBezTo>
                <a:lnTo>
                  <a:pt x="193785" y="418979"/>
                </a:lnTo>
                <a:cubicBezTo>
                  <a:pt x="193785" y="418979"/>
                  <a:pt x="193785" y="418962"/>
                  <a:pt x="193785" y="418953"/>
                </a:cubicBezTo>
                <a:lnTo>
                  <a:pt x="0" y="0"/>
                </a:lnTo>
                <a:lnTo>
                  <a:pt x="95" y="0"/>
                </a:lnTo>
                <a:cubicBezTo>
                  <a:pt x="21493" y="53794"/>
                  <a:pt x="460234" y="96737"/>
                  <a:pt x="998343" y="96737"/>
                </a:cubicBezTo>
                <a:cubicBezTo>
                  <a:pt x="1536453" y="96737"/>
                  <a:pt x="1965832" y="54694"/>
                  <a:pt x="1995768" y="171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3"/>
          <p:cNvSpPr/>
          <p:nvPr/>
        </p:nvSpPr>
        <p:spPr>
          <a:xfrm rot="-5400000">
            <a:off x="699857" y="2602002"/>
            <a:ext cx="2503311" cy="986011"/>
          </a:xfrm>
          <a:custGeom>
            <a:rect b="b" l="l" r="r" t="t"/>
            <a:pathLst>
              <a:path extrusionOk="0" h="600311" w="1524086">
                <a:moveTo>
                  <a:pt x="1524078" y="0"/>
                </a:moveTo>
                <a:lnTo>
                  <a:pt x="1290632" y="504770"/>
                </a:lnTo>
                <a:lnTo>
                  <a:pt x="1287263" y="512035"/>
                </a:lnTo>
                <a:cubicBezTo>
                  <a:pt x="1278058" y="526125"/>
                  <a:pt x="1253586" y="539305"/>
                  <a:pt x="1217094" y="550969"/>
                </a:cubicBezTo>
                <a:cubicBezTo>
                  <a:pt x="1124687" y="580516"/>
                  <a:pt x="955235" y="600312"/>
                  <a:pt x="761485" y="600312"/>
                </a:cubicBezTo>
                <a:cubicBezTo>
                  <a:pt x="567734" y="600312"/>
                  <a:pt x="398049" y="580490"/>
                  <a:pt x="305685" y="550909"/>
                </a:cubicBezTo>
                <a:cubicBezTo>
                  <a:pt x="270839" y="539764"/>
                  <a:pt x="246990" y="527216"/>
                  <a:pt x="236962" y="513819"/>
                </a:cubicBezTo>
                <a:cubicBezTo>
                  <a:pt x="236962" y="513819"/>
                  <a:pt x="236962" y="513819"/>
                  <a:pt x="236962" y="513819"/>
                </a:cubicBezTo>
                <a:lnTo>
                  <a:pt x="231957" y="502986"/>
                </a:lnTo>
                <a:lnTo>
                  <a:pt x="231957" y="502986"/>
                </a:lnTo>
                <a:cubicBezTo>
                  <a:pt x="231957" y="502986"/>
                  <a:pt x="0" y="1429"/>
                  <a:pt x="0" y="1429"/>
                </a:cubicBezTo>
                <a:cubicBezTo>
                  <a:pt x="33825" y="53006"/>
                  <a:pt x="361886" y="93481"/>
                  <a:pt x="761615" y="93481"/>
                </a:cubicBezTo>
                <a:cubicBezTo>
                  <a:pt x="1161343" y="93481"/>
                  <a:pt x="1495423" y="52261"/>
                  <a:pt x="1524087" y="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3"/>
          <p:cNvSpPr/>
          <p:nvPr/>
        </p:nvSpPr>
        <p:spPr>
          <a:xfrm rot="-5400000">
            <a:off x="3477921" y="2739187"/>
            <a:ext cx="657848" cy="720289"/>
          </a:xfrm>
          <a:custGeom>
            <a:rect b="b" l="l" r="r" t="t"/>
            <a:pathLst>
              <a:path extrusionOk="0" h="438532" w="400516">
                <a:moveTo>
                  <a:pt x="400517" y="11041"/>
                </a:moveTo>
                <a:lnTo>
                  <a:pt x="202809" y="438532"/>
                </a:lnTo>
                <a:lnTo>
                  <a:pt x="0" y="0"/>
                </a:lnTo>
                <a:cubicBezTo>
                  <a:pt x="25078" y="42415"/>
                  <a:pt x="107033" y="73503"/>
                  <a:pt x="204272" y="73503"/>
                </a:cubicBezTo>
                <a:cubicBezTo>
                  <a:pt x="292843" y="73503"/>
                  <a:pt x="368745" y="47706"/>
                  <a:pt x="400517" y="1104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3"/>
          <p:cNvSpPr/>
          <p:nvPr/>
        </p:nvSpPr>
        <p:spPr>
          <a:xfrm rot="-5400000">
            <a:off x="241272" y="2980646"/>
            <a:ext cx="2511333" cy="230121"/>
          </a:xfrm>
          <a:custGeom>
            <a:rect b="b" l="l" r="r" t="t"/>
            <a:pathLst>
              <a:path extrusionOk="0" h="140104" w="1528970">
                <a:moveTo>
                  <a:pt x="1528962" y="39245"/>
                </a:moveTo>
                <a:cubicBezTo>
                  <a:pt x="1528962" y="40943"/>
                  <a:pt x="1528650" y="42623"/>
                  <a:pt x="1528027" y="44285"/>
                </a:cubicBezTo>
                <a:cubicBezTo>
                  <a:pt x="1528027" y="44285"/>
                  <a:pt x="1528027" y="44285"/>
                  <a:pt x="1528027" y="44303"/>
                </a:cubicBezTo>
                <a:cubicBezTo>
                  <a:pt x="1527741" y="45073"/>
                  <a:pt x="1527386" y="45844"/>
                  <a:pt x="1526962" y="46615"/>
                </a:cubicBezTo>
                <a:cubicBezTo>
                  <a:pt x="1526962" y="46615"/>
                  <a:pt x="1526962" y="46621"/>
                  <a:pt x="1526962" y="46632"/>
                </a:cubicBezTo>
                <a:cubicBezTo>
                  <a:pt x="1498298" y="98884"/>
                  <a:pt x="1167881" y="140104"/>
                  <a:pt x="764490" y="140104"/>
                </a:cubicBezTo>
                <a:cubicBezTo>
                  <a:pt x="361098" y="140104"/>
                  <a:pt x="36700" y="99629"/>
                  <a:pt x="2875" y="48052"/>
                </a:cubicBezTo>
                <a:lnTo>
                  <a:pt x="2875" y="48052"/>
                </a:lnTo>
                <a:cubicBezTo>
                  <a:pt x="1749" y="46346"/>
                  <a:pt x="953" y="44623"/>
                  <a:pt x="485" y="42891"/>
                </a:cubicBezTo>
                <a:lnTo>
                  <a:pt x="485" y="42891"/>
                </a:lnTo>
                <a:cubicBezTo>
                  <a:pt x="156" y="41679"/>
                  <a:pt x="0" y="40466"/>
                  <a:pt x="0" y="39245"/>
                </a:cubicBezTo>
                <a:cubicBezTo>
                  <a:pt x="0" y="25321"/>
                  <a:pt x="21381" y="12054"/>
                  <a:pt x="60063" y="0"/>
                </a:cubicBezTo>
                <a:cubicBezTo>
                  <a:pt x="197466" y="31001"/>
                  <a:pt x="461498" y="51975"/>
                  <a:pt x="764646" y="51975"/>
                </a:cubicBezTo>
                <a:cubicBezTo>
                  <a:pt x="1067793" y="51975"/>
                  <a:pt x="1331601" y="31019"/>
                  <a:pt x="1469046" y="35"/>
                </a:cubicBezTo>
                <a:cubicBezTo>
                  <a:pt x="1507633" y="12089"/>
                  <a:pt x="1528971" y="25329"/>
                  <a:pt x="1528971" y="3924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3"/>
          <p:cNvSpPr/>
          <p:nvPr/>
        </p:nvSpPr>
        <p:spPr>
          <a:xfrm rot="-5400000">
            <a:off x="1673603" y="2982974"/>
            <a:ext cx="1606281" cy="225924"/>
          </a:xfrm>
          <a:custGeom>
            <a:rect b="b" l="l" r="r" t="t"/>
            <a:pathLst>
              <a:path extrusionOk="0" h="137549" w="977949">
                <a:moveTo>
                  <a:pt x="977941" y="36691"/>
                </a:moveTo>
                <a:cubicBezTo>
                  <a:pt x="977941" y="38864"/>
                  <a:pt x="977603" y="41029"/>
                  <a:pt x="976945" y="43168"/>
                </a:cubicBezTo>
                <a:cubicBezTo>
                  <a:pt x="976945" y="43168"/>
                  <a:pt x="976945" y="43186"/>
                  <a:pt x="976945" y="43194"/>
                </a:cubicBezTo>
                <a:cubicBezTo>
                  <a:pt x="976287" y="45325"/>
                  <a:pt x="975308" y="47446"/>
                  <a:pt x="974018" y="49533"/>
                </a:cubicBezTo>
                <a:cubicBezTo>
                  <a:pt x="974018" y="49550"/>
                  <a:pt x="974018" y="49559"/>
                  <a:pt x="974001" y="49568"/>
                </a:cubicBezTo>
                <a:cubicBezTo>
                  <a:pt x="943346" y="99187"/>
                  <a:pt x="737879" y="137550"/>
                  <a:pt x="488975" y="137550"/>
                </a:cubicBezTo>
                <a:cubicBezTo>
                  <a:pt x="240071" y="137550"/>
                  <a:pt x="43350" y="100807"/>
                  <a:pt x="6131" y="52720"/>
                </a:cubicBezTo>
                <a:cubicBezTo>
                  <a:pt x="6131" y="52720"/>
                  <a:pt x="6131" y="52703"/>
                  <a:pt x="6114" y="52694"/>
                </a:cubicBezTo>
                <a:cubicBezTo>
                  <a:pt x="2927" y="48563"/>
                  <a:pt x="944" y="44355"/>
                  <a:pt x="268" y="40068"/>
                </a:cubicBezTo>
                <a:cubicBezTo>
                  <a:pt x="268" y="40068"/>
                  <a:pt x="268" y="40051"/>
                  <a:pt x="268" y="40042"/>
                </a:cubicBezTo>
                <a:cubicBezTo>
                  <a:pt x="95" y="38925"/>
                  <a:pt x="0" y="37808"/>
                  <a:pt x="0" y="36682"/>
                </a:cubicBezTo>
                <a:cubicBezTo>
                  <a:pt x="0" y="23745"/>
                  <a:pt x="11812" y="11370"/>
                  <a:pt x="33322" y="0"/>
                </a:cubicBezTo>
                <a:cubicBezTo>
                  <a:pt x="125677" y="29590"/>
                  <a:pt x="295242" y="49403"/>
                  <a:pt x="489122" y="49403"/>
                </a:cubicBezTo>
                <a:cubicBezTo>
                  <a:pt x="683003" y="49403"/>
                  <a:pt x="852324" y="29607"/>
                  <a:pt x="944731" y="61"/>
                </a:cubicBezTo>
                <a:cubicBezTo>
                  <a:pt x="966181" y="11413"/>
                  <a:pt x="977950" y="23762"/>
                  <a:pt x="977950" y="366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3"/>
          <p:cNvSpPr/>
          <p:nvPr/>
        </p:nvSpPr>
        <p:spPr>
          <a:xfrm rot="-5400000">
            <a:off x="3112102" y="2985948"/>
            <a:ext cx="696977" cy="213564"/>
          </a:xfrm>
          <a:custGeom>
            <a:rect b="b" l="l" r="r" t="t"/>
            <a:pathLst>
              <a:path extrusionOk="0" h="130024" w="424339">
                <a:moveTo>
                  <a:pt x="424322" y="29174"/>
                </a:moveTo>
                <a:cubicBezTo>
                  <a:pt x="424322" y="30647"/>
                  <a:pt x="424253" y="32119"/>
                  <a:pt x="424123" y="33573"/>
                </a:cubicBezTo>
                <a:cubicBezTo>
                  <a:pt x="424123" y="33573"/>
                  <a:pt x="424123" y="33591"/>
                  <a:pt x="424123" y="33599"/>
                </a:cubicBezTo>
                <a:cubicBezTo>
                  <a:pt x="423040" y="45584"/>
                  <a:pt x="417550" y="57015"/>
                  <a:pt x="408414" y="67554"/>
                </a:cubicBezTo>
                <a:lnTo>
                  <a:pt x="408414" y="67554"/>
                </a:lnTo>
                <a:cubicBezTo>
                  <a:pt x="376642" y="104219"/>
                  <a:pt x="300740" y="130025"/>
                  <a:pt x="212170" y="130025"/>
                </a:cubicBezTo>
                <a:cubicBezTo>
                  <a:pt x="114931" y="130025"/>
                  <a:pt x="32976" y="98936"/>
                  <a:pt x="7898" y="56521"/>
                </a:cubicBezTo>
                <a:lnTo>
                  <a:pt x="7898" y="56521"/>
                </a:lnTo>
                <a:cubicBezTo>
                  <a:pt x="5715" y="52832"/>
                  <a:pt x="3966" y="49074"/>
                  <a:pt x="2684" y="45247"/>
                </a:cubicBezTo>
                <a:cubicBezTo>
                  <a:pt x="2684" y="45247"/>
                  <a:pt x="2667" y="45229"/>
                  <a:pt x="2667" y="45212"/>
                </a:cubicBezTo>
                <a:cubicBezTo>
                  <a:pt x="909" y="39990"/>
                  <a:pt x="0" y="34630"/>
                  <a:pt x="0" y="29174"/>
                </a:cubicBezTo>
                <a:cubicBezTo>
                  <a:pt x="0" y="19761"/>
                  <a:pt x="2710" y="10660"/>
                  <a:pt x="7785" y="2026"/>
                </a:cubicBezTo>
                <a:cubicBezTo>
                  <a:pt x="54079" y="26265"/>
                  <a:pt x="127288" y="41904"/>
                  <a:pt x="209684" y="41904"/>
                </a:cubicBezTo>
                <a:cubicBezTo>
                  <a:pt x="292081" y="41904"/>
                  <a:pt x="369307" y="25390"/>
                  <a:pt x="415325" y="0"/>
                </a:cubicBezTo>
                <a:cubicBezTo>
                  <a:pt x="421187" y="9231"/>
                  <a:pt x="424339" y="19034"/>
                  <a:pt x="424339" y="2917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3"/>
          <p:cNvSpPr/>
          <p:nvPr/>
        </p:nvSpPr>
        <p:spPr>
          <a:xfrm rot="-5400000">
            <a:off x="2138853" y="2605658"/>
            <a:ext cx="1589740" cy="977008"/>
          </a:xfrm>
          <a:custGeom>
            <a:rect b="b" l="l" r="r" t="t"/>
            <a:pathLst>
              <a:path extrusionOk="0" h="594830" w="967878">
                <a:moveTo>
                  <a:pt x="967879" y="0"/>
                </a:moveTo>
                <a:lnTo>
                  <a:pt x="733757" y="506242"/>
                </a:lnTo>
                <a:cubicBezTo>
                  <a:pt x="733757" y="506242"/>
                  <a:pt x="733757" y="506277"/>
                  <a:pt x="733739" y="506285"/>
                </a:cubicBezTo>
                <a:lnTo>
                  <a:pt x="728137" y="518383"/>
                </a:lnTo>
                <a:cubicBezTo>
                  <a:pt x="720265" y="531009"/>
                  <a:pt x="706392" y="542691"/>
                  <a:pt x="687817" y="552926"/>
                </a:cubicBezTo>
                <a:cubicBezTo>
                  <a:pt x="641791" y="578316"/>
                  <a:pt x="566834" y="594830"/>
                  <a:pt x="482177" y="594830"/>
                </a:cubicBezTo>
                <a:cubicBezTo>
                  <a:pt x="397521" y="594830"/>
                  <a:pt x="326572" y="579182"/>
                  <a:pt x="280278" y="554953"/>
                </a:cubicBezTo>
                <a:cubicBezTo>
                  <a:pt x="263755" y="546310"/>
                  <a:pt x="250670" y="536560"/>
                  <a:pt x="241820" y="526047"/>
                </a:cubicBezTo>
                <a:lnTo>
                  <a:pt x="228952" y="498223"/>
                </a:lnTo>
                <a:lnTo>
                  <a:pt x="0" y="3152"/>
                </a:lnTo>
                <a:cubicBezTo>
                  <a:pt x="37219" y="51239"/>
                  <a:pt x="239222" y="87982"/>
                  <a:pt x="482844" y="87982"/>
                </a:cubicBezTo>
                <a:cubicBezTo>
                  <a:pt x="726465" y="87982"/>
                  <a:pt x="937215" y="49620"/>
                  <a:pt x="9678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9" name="Google Shape;449;p23"/>
          <p:cNvGrpSpPr/>
          <p:nvPr/>
        </p:nvGrpSpPr>
        <p:grpSpPr>
          <a:xfrm>
            <a:off x="4974851" y="3156419"/>
            <a:ext cx="284028" cy="284023"/>
            <a:chOff x="-42994575" y="3950300"/>
            <a:chExt cx="319025" cy="317450"/>
          </a:xfrm>
        </p:grpSpPr>
        <p:sp>
          <p:nvSpPr>
            <p:cNvPr id="450" name="Google Shape;450;p23"/>
            <p:cNvSpPr/>
            <p:nvPr/>
          </p:nvSpPr>
          <p:spPr>
            <a:xfrm>
              <a:off x="-42930775" y="4225200"/>
              <a:ext cx="191425" cy="42550"/>
            </a:xfrm>
            <a:custGeom>
              <a:rect b="b" l="l" r="r" t="t"/>
              <a:pathLst>
                <a:path extrusionOk="0" h="1702" w="7657">
                  <a:moveTo>
                    <a:pt x="442" y="0"/>
                  </a:moveTo>
                  <a:cubicBezTo>
                    <a:pt x="190" y="0"/>
                    <a:pt x="1" y="221"/>
                    <a:pt x="1" y="441"/>
                  </a:cubicBezTo>
                  <a:lnTo>
                    <a:pt x="1" y="1292"/>
                  </a:lnTo>
                  <a:cubicBezTo>
                    <a:pt x="1" y="1512"/>
                    <a:pt x="190" y="1701"/>
                    <a:pt x="442" y="1701"/>
                  </a:cubicBezTo>
                  <a:lnTo>
                    <a:pt x="7215" y="1701"/>
                  </a:lnTo>
                  <a:cubicBezTo>
                    <a:pt x="7499" y="1701"/>
                    <a:pt x="7656" y="1512"/>
                    <a:pt x="7656" y="1292"/>
                  </a:cubicBezTo>
                  <a:lnTo>
                    <a:pt x="7656" y="441"/>
                  </a:lnTo>
                  <a:cubicBezTo>
                    <a:pt x="7656" y="221"/>
                    <a:pt x="7436" y="0"/>
                    <a:pt x="7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-42908725" y="4163750"/>
              <a:ext cx="148900" cy="42550"/>
            </a:xfrm>
            <a:custGeom>
              <a:rect b="b" l="l" r="r" t="t"/>
              <a:pathLst>
                <a:path extrusionOk="0" h="1702" w="5956">
                  <a:moveTo>
                    <a:pt x="442" y="1"/>
                  </a:moveTo>
                  <a:cubicBezTo>
                    <a:pt x="190" y="1"/>
                    <a:pt x="1" y="190"/>
                    <a:pt x="1" y="410"/>
                  </a:cubicBezTo>
                  <a:lnTo>
                    <a:pt x="1" y="1261"/>
                  </a:lnTo>
                  <a:cubicBezTo>
                    <a:pt x="1" y="1481"/>
                    <a:pt x="190" y="1702"/>
                    <a:pt x="442" y="1702"/>
                  </a:cubicBezTo>
                  <a:lnTo>
                    <a:pt x="5514" y="1702"/>
                  </a:lnTo>
                  <a:cubicBezTo>
                    <a:pt x="5735" y="1702"/>
                    <a:pt x="5955" y="1481"/>
                    <a:pt x="5955" y="1261"/>
                  </a:cubicBezTo>
                  <a:lnTo>
                    <a:pt x="5955" y="410"/>
                  </a:lnTo>
                  <a:cubicBezTo>
                    <a:pt x="5955" y="190"/>
                    <a:pt x="5735" y="1"/>
                    <a:pt x="5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-42994575" y="3950300"/>
              <a:ext cx="319025" cy="211125"/>
            </a:xfrm>
            <a:custGeom>
              <a:rect b="b" l="l" r="r" t="t"/>
              <a:pathLst>
                <a:path extrusionOk="0" h="8445" w="12761">
                  <a:moveTo>
                    <a:pt x="6428" y="852"/>
                  </a:moveTo>
                  <a:cubicBezTo>
                    <a:pt x="6648" y="852"/>
                    <a:pt x="6806" y="1009"/>
                    <a:pt x="6869" y="1261"/>
                  </a:cubicBezTo>
                  <a:lnTo>
                    <a:pt x="6869" y="1324"/>
                  </a:lnTo>
                  <a:cubicBezTo>
                    <a:pt x="6806" y="1513"/>
                    <a:pt x="6648" y="1702"/>
                    <a:pt x="6428" y="1702"/>
                  </a:cubicBezTo>
                  <a:cubicBezTo>
                    <a:pt x="6176" y="1702"/>
                    <a:pt x="6018" y="1576"/>
                    <a:pt x="5987" y="1324"/>
                  </a:cubicBezTo>
                  <a:lnTo>
                    <a:pt x="5987" y="1261"/>
                  </a:lnTo>
                  <a:cubicBezTo>
                    <a:pt x="6018" y="1041"/>
                    <a:pt x="6176" y="852"/>
                    <a:pt x="6428" y="852"/>
                  </a:cubicBezTo>
                  <a:close/>
                  <a:moveTo>
                    <a:pt x="2112" y="2742"/>
                  </a:moveTo>
                  <a:lnTo>
                    <a:pt x="3340" y="6396"/>
                  </a:lnTo>
                  <a:lnTo>
                    <a:pt x="914" y="6396"/>
                  </a:lnTo>
                  <a:lnTo>
                    <a:pt x="2112" y="2742"/>
                  </a:lnTo>
                  <a:close/>
                  <a:moveTo>
                    <a:pt x="10681" y="2742"/>
                  </a:moveTo>
                  <a:lnTo>
                    <a:pt x="11878" y="6396"/>
                  </a:lnTo>
                  <a:lnTo>
                    <a:pt x="9452" y="6396"/>
                  </a:lnTo>
                  <a:lnTo>
                    <a:pt x="10681" y="2742"/>
                  </a:lnTo>
                  <a:close/>
                  <a:moveTo>
                    <a:pt x="6333" y="1"/>
                  </a:moveTo>
                  <a:cubicBezTo>
                    <a:pt x="5798" y="1"/>
                    <a:pt x="5325" y="347"/>
                    <a:pt x="5168" y="852"/>
                  </a:cubicBezTo>
                  <a:lnTo>
                    <a:pt x="1292" y="852"/>
                  </a:lnTo>
                  <a:cubicBezTo>
                    <a:pt x="1103" y="852"/>
                    <a:pt x="914" y="1009"/>
                    <a:pt x="883" y="1198"/>
                  </a:cubicBezTo>
                  <a:cubicBezTo>
                    <a:pt x="820" y="1482"/>
                    <a:pt x="1040" y="1702"/>
                    <a:pt x="1292" y="1702"/>
                  </a:cubicBezTo>
                  <a:lnTo>
                    <a:pt x="1576" y="1702"/>
                  </a:lnTo>
                  <a:cubicBezTo>
                    <a:pt x="1" y="6491"/>
                    <a:pt x="32" y="6333"/>
                    <a:pt x="32" y="6459"/>
                  </a:cubicBezTo>
                  <a:cubicBezTo>
                    <a:pt x="64" y="7562"/>
                    <a:pt x="1009" y="8444"/>
                    <a:pt x="2112" y="8444"/>
                  </a:cubicBezTo>
                  <a:cubicBezTo>
                    <a:pt x="3277" y="8444"/>
                    <a:pt x="4159" y="7562"/>
                    <a:pt x="4159" y="6459"/>
                  </a:cubicBezTo>
                  <a:cubicBezTo>
                    <a:pt x="4159" y="6333"/>
                    <a:pt x="4222" y="6491"/>
                    <a:pt x="2647" y="1702"/>
                  </a:cubicBezTo>
                  <a:lnTo>
                    <a:pt x="5105" y="1702"/>
                  </a:lnTo>
                  <a:lnTo>
                    <a:pt x="5105" y="7342"/>
                  </a:lnTo>
                  <a:cubicBezTo>
                    <a:pt x="5105" y="7594"/>
                    <a:pt x="5325" y="7783"/>
                    <a:pt x="5546" y="7783"/>
                  </a:cubicBezTo>
                  <a:lnTo>
                    <a:pt x="7247" y="7783"/>
                  </a:lnTo>
                  <a:cubicBezTo>
                    <a:pt x="7499" y="7783"/>
                    <a:pt x="7688" y="7594"/>
                    <a:pt x="7688" y="7342"/>
                  </a:cubicBezTo>
                  <a:lnTo>
                    <a:pt x="7688" y="1702"/>
                  </a:lnTo>
                  <a:lnTo>
                    <a:pt x="10177" y="1702"/>
                  </a:lnTo>
                  <a:cubicBezTo>
                    <a:pt x="8602" y="6491"/>
                    <a:pt x="8633" y="6333"/>
                    <a:pt x="8633" y="6459"/>
                  </a:cubicBezTo>
                  <a:cubicBezTo>
                    <a:pt x="8665" y="7562"/>
                    <a:pt x="9578" y="8444"/>
                    <a:pt x="10681" y="8444"/>
                  </a:cubicBezTo>
                  <a:cubicBezTo>
                    <a:pt x="11815" y="8444"/>
                    <a:pt x="12729" y="7562"/>
                    <a:pt x="12729" y="6459"/>
                  </a:cubicBezTo>
                  <a:cubicBezTo>
                    <a:pt x="12729" y="6333"/>
                    <a:pt x="12760" y="6491"/>
                    <a:pt x="11185" y="1702"/>
                  </a:cubicBezTo>
                  <a:lnTo>
                    <a:pt x="11437" y="1702"/>
                  </a:lnTo>
                  <a:cubicBezTo>
                    <a:pt x="11626" y="1702"/>
                    <a:pt x="11815" y="1576"/>
                    <a:pt x="11847" y="1356"/>
                  </a:cubicBezTo>
                  <a:cubicBezTo>
                    <a:pt x="11910" y="1104"/>
                    <a:pt x="11689" y="852"/>
                    <a:pt x="11437" y="852"/>
                  </a:cubicBezTo>
                  <a:lnTo>
                    <a:pt x="7530" y="852"/>
                  </a:lnTo>
                  <a:cubicBezTo>
                    <a:pt x="7373" y="347"/>
                    <a:pt x="6900" y="1"/>
                    <a:pt x="6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3" name="Google Shape;453;p23"/>
          <p:cNvGrpSpPr/>
          <p:nvPr/>
        </p:nvGrpSpPr>
        <p:grpSpPr>
          <a:xfrm>
            <a:off x="4107995" y="2322000"/>
            <a:ext cx="279816" cy="279781"/>
            <a:chOff x="-41117650" y="3605525"/>
            <a:chExt cx="324500" cy="317500"/>
          </a:xfrm>
        </p:grpSpPr>
        <p:sp>
          <p:nvSpPr>
            <p:cNvPr id="454" name="Google Shape;454;p23"/>
            <p:cNvSpPr/>
            <p:nvPr/>
          </p:nvSpPr>
          <p:spPr>
            <a:xfrm>
              <a:off x="-41016850" y="3605525"/>
              <a:ext cx="106350" cy="105375"/>
            </a:xfrm>
            <a:custGeom>
              <a:rect b="b" l="l" r="r" t="t"/>
              <a:pathLst>
                <a:path extrusionOk="0" h="4215" w="4254">
                  <a:moveTo>
                    <a:pt x="2064" y="1"/>
                  </a:moveTo>
                  <a:cubicBezTo>
                    <a:pt x="1954" y="1"/>
                    <a:pt x="1844" y="40"/>
                    <a:pt x="1765" y="119"/>
                  </a:cubicBezTo>
                  <a:lnTo>
                    <a:pt x="1" y="1883"/>
                  </a:lnTo>
                  <a:lnTo>
                    <a:pt x="2332" y="4214"/>
                  </a:lnTo>
                  <a:lnTo>
                    <a:pt x="4096" y="2450"/>
                  </a:lnTo>
                  <a:cubicBezTo>
                    <a:pt x="4254" y="2293"/>
                    <a:pt x="4254" y="2009"/>
                    <a:pt x="4096" y="1852"/>
                  </a:cubicBezTo>
                  <a:lnTo>
                    <a:pt x="2364" y="119"/>
                  </a:lnTo>
                  <a:cubicBezTo>
                    <a:pt x="2285" y="40"/>
                    <a:pt x="2175" y="1"/>
                    <a:pt x="2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-40900275" y="3721300"/>
              <a:ext cx="107125" cy="105375"/>
            </a:xfrm>
            <a:custGeom>
              <a:rect b="b" l="l" r="r" t="t"/>
              <a:pathLst>
                <a:path extrusionOk="0" h="4215" w="4285">
                  <a:moveTo>
                    <a:pt x="2064" y="1"/>
                  </a:moveTo>
                  <a:cubicBezTo>
                    <a:pt x="1954" y="1"/>
                    <a:pt x="1843" y="40"/>
                    <a:pt x="1765" y="119"/>
                  </a:cubicBezTo>
                  <a:lnTo>
                    <a:pt x="0" y="1915"/>
                  </a:lnTo>
                  <a:lnTo>
                    <a:pt x="2300" y="4215"/>
                  </a:lnTo>
                  <a:lnTo>
                    <a:pt x="4128" y="2482"/>
                  </a:lnTo>
                  <a:cubicBezTo>
                    <a:pt x="4285" y="2324"/>
                    <a:pt x="4285" y="2072"/>
                    <a:pt x="4128" y="1915"/>
                  </a:cubicBezTo>
                  <a:lnTo>
                    <a:pt x="2363" y="119"/>
                  </a:lnTo>
                  <a:cubicBezTo>
                    <a:pt x="2285" y="40"/>
                    <a:pt x="2174" y="1"/>
                    <a:pt x="2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-41117650" y="3668350"/>
              <a:ext cx="262300" cy="254675"/>
            </a:xfrm>
            <a:custGeom>
              <a:rect b="b" l="l" r="r" t="t"/>
              <a:pathLst>
                <a:path extrusionOk="0" h="10187" w="10492">
                  <a:moveTo>
                    <a:pt x="3497" y="0"/>
                  </a:moveTo>
                  <a:lnTo>
                    <a:pt x="1764" y="1733"/>
                  </a:lnTo>
                  <a:cubicBezTo>
                    <a:pt x="1166" y="2332"/>
                    <a:pt x="725" y="3088"/>
                    <a:pt x="504" y="3812"/>
                  </a:cubicBezTo>
                  <a:cubicBezTo>
                    <a:pt x="0" y="5514"/>
                    <a:pt x="410" y="7404"/>
                    <a:pt x="1764" y="8759"/>
                  </a:cubicBezTo>
                  <a:cubicBezTo>
                    <a:pt x="2667" y="9661"/>
                    <a:pt x="3919" y="10187"/>
                    <a:pt x="5273" y="10187"/>
                  </a:cubicBezTo>
                  <a:cubicBezTo>
                    <a:pt x="5384" y="10187"/>
                    <a:pt x="5496" y="10183"/>
                    <a:pt x="5608" y="10176"/>
                  </a:cubicBezTo>
                  <a:cubicBezTo>
                    <a:pt x="6679" y="10082"/>
                    <a:pt x="7876" y="9609"/>
                    <a:pt x="8758" y="8759"/>
                  </a:cubicBezTo>
                  <a:lnTo>
                    <a:pt x="10491" y="7026"/>
                  </a:lnTo>
                  <a:lnTo>
                    <a:pt x="8191" y="4694"/>
                  </a:lnTo>
                  <a:lnTo>
                    <a:pt x="6396" y="6396"/>
                  </a:lnTo>
                  <a:cubicBezTo>
                    <a:pt x="6077" y="6715"/>
                    <a:pt x="5645" y="6880"/>
                    <a:pt x="5214" y="6880"/>
                  </a:cubicBezTo>
                  <a:cubicBezTo>
                    <a:pt x="4794" y="6880"/>
                    <a:pt x="4375" y="6722"/>
                    <a:pt x="4064" y="6396"/>
                  </a:cubicBezTo>
                  <a:cubicBezTo>
                    <a:pt x="3434" y="5766"/>
                    <a:pt x="3434" y="4694"/>
                    <a:pt x="4064" y="4064"/>
                  </a:cubicBezTo>
                  <a:lnTo>
                    <a:pt x="5797" y="2332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7" name="Google Shape;457;p23"/>
          <p:cNvSpPr/>
          <p:nvPr/>
        </p:nvSpPr>
        <p:spPr>
          <a:xfrm>
            <a:off x="2362364" y="1494978"/>
            <a:ext cx="228774" cy="275901"/>
          </a:xfrm>
          <a:custGeom>
            <a:rect b="b" l="l" r="r" t="t"/>
            <a:pathLst>
              <a:path extrusionOk="0" h="12729" w="10776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8" name="Google Shape;458;p23"/>
          <p:cNvGrpSpPr/>
          <p:nvPr/>
        </p:nvGrpSpPr>
        <p:grpSpPr>
          <a:xfrm>
            <a:off x="3328699" y="4005995"/>
            <a:ext cx="267664" cy="267009"/>
            <a:chOff x="-38537400" y="3588000"/>
            <a:chExt cx="316650" cy="315875"/>
          </a:xfrm>
        </p:grpSpPr>
        <p:sp>
          <p:nvSpPr>
            <p:cNvPr id="459" name="Google Shape;459;p23"/>
            <p:cNvSpPr/>
            <p:nvPr/>
          </p:nvSpPr>
          <p:spPr>
            <a:xfrm>
              <a:off x="-38327900" y="3719550"/>
              <a:ext cx="20500" cy="41750"/>
            </a:xfrm>
            <a:custGeom>
              <a:rect b="b" l="l" r="r" t="t"/>
              <a:pathLst>
                <a:path extrusionOk="0" h="1670" w="82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190" y="1607"/>
                    <a:pt x="442" y="1670"/>
                  </a:cubicBezTo>
                  <a:cubicBezTo>
                    <a:pt x="631" y="1607"/>
                    <a:pt x="820" y="1449"/>
                    <a:pt x="820" y="1229"/>
                  </a:cubicBezTo>
                  <a:lnTo>
                    <a:pt x="8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-38452350" y="3719550"/>
              <a:ext cx="21300" cy="41750"/>
            </a:xfrm>
            <a:custGeom>
              <a:rect b="b" l="l" r="r" t="t"/>
              <a:pathLst>
                <a:path extrusionOk="0" h="1670" w="852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221" y="1607"/>
                    <a:pt x="410" y="1670"/>
                  </a:cubicBezTo>
                  <a:cubicBezTo>
                    <a:pt x="631" y="1607"/>
                    <a:pt x="851" y="1449"/>
                    <a:pt x="851" y="1229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3"/>
            <p:cNvSpPr/>
            <p:nvPr/>
          </p:nvSpPr>
          <p:spPr>
            <a:xfrm>
              <a:off x="-38516925" y="3759700"/>
              <a:ext cx="275700" cy="144175"/>
            </a:xfrm>
            <a:custGeom>
              <a:rect b="b" l="l" r="r" t="t"/>
              <a:pathLst>
                <a:path extrusionOk="0" h="5767" w="11028">
                  <a:moveTo>
                    <a:pt x="7152" y="1671"/>
                  </a:moveTo>
                  <a:cubicBezTo>
                    <a:pt x="7404" y="1671"/>
                    <a:pt x="7593" y="1860"/>
                    <a:pt x="7593" y="2112"/>
                  </a:cubicBezTo>
                  <a:lnTo>
                    <a:pt x="7593" y="3750"/>
                  </a:lnTo>
                  <a:cubicBezTo>
                    <a:pt x="7593" y="4002"/>
                    <a:pt x="7404" y="4159"/>
                    <a:pt x="7152" y="4159"/>
                  </a:cubicBezTo>
                  <a:lnTo>
                    <a:pt x="3844" y="4159"/>
                  </a:lnTo>
                  <a:cubicBezTo>
                    <a:pt x="3624" y="4159"/>
                    <a:pt x="3434" y="3939"/>
                    <a:pt x="3434" y="3750"/>
                  </a:cubicBezTo>
                  <a:lnTo>
                    <a:pt x="3434" y="2112"/>
                  </a:lnTo>
                  <a:cubicBezTo>
                    <a:pt x="3434" y="1860"/>
                    <a:pt x="3624" y="1671"/>
                    <a:pt x="3844" y="1671"/>
                  </a:cubicBezTo>
                  <a:close/>
                  <a:moveTo>
                    <a:pt x="0" y="1"/>
                  </a:moveTo>
                  <a:lnTo>
                    <a:pt x="0" y="4537"/>
                  </a:lnTo>
                  <a:cubicBezTo>
                    <a:pt x="0" y="5199"/>
                    <a:pt x="568" y="5766"/>
                    <a:pt x="1261" y="5766"/>
                  </a:cubicBezTo>
                  <a:lnTo>
                    <a:pt x="9798" y="5766"/>
                  </a:lnTo>
                  <a:cubicBezTo>
                    <a:pt x="10460" y="5766"/>
                    <a:pt x="11027" y="5199"/>
                    <a:pt x="11027" y="4537"/>
                  </a:cubicBezTo>
                  <a:lnTo>
                    <a:pt x="11027" y="1"/>
                  </a:lnTo>
                  <a:lnTo>
                    <a:pt x="9168" y="1"/>
                  </a:lnTo>
                  <a:cubicBezTo>
                    <a:pt x="9011" y="473"/>
                    <a:pt x="8538" y="851"/>
                    <a:pt x="8003" y="851"/>
                  </a:cubicBezTo>
                  <a:cubicBezTo>
                    <a:pt x="7436" y="851"/>
                    <a:pt x="6995" y="473"/>
                    <a:pt x="6806" y="1"/>
                  </a:cubicBezTo>
                  <a:lnTo>
                    <a:pt x="4159" y="1"/>
                  </a:lnTo>
                  <a:cubicBezTo>
                    <a:pt x="4002" y="473"/>
                    <a:pt x="3560" y="851"/>
                    <a:pt x="2993" y="851"/>
                  </a:cubicBezTo>
                  <a:cubicBezTo>
                    <a:pt x="2489" y="851"/>
                    <a:pt x="2017" y="536"/>
                    <a:pt x="18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3"/>
            <p:cNvSpPr/>
            <p:nvPr/>
          </p:nvSpPr>
          <p:spPr>
            <a:xfrm>
              <a:off x="-38537400" y="3588000"/>
              <a:ext cx="316650" cy="151250"/>
            </a:xfrm>
            <a:custGeom>
              <a:rect b="b" l="l" r="r" t="t"/>
              <a:pathLst>
                <a:path extrusionOk="0" h="6050" w="12666">
                  <a:moveTo>
                    <a:pt x="7971" y="820"/>
                  </a:moveTo>
                  <a:cubicBezTo>
                    <a:pt x="8223" y="820"/>
                    <a:pt x="8381" y="1009"/>
                    <a:pt x="8412" y="1229"/>
                  </a:cubicBezTo>
                  <a:lnTo>
                    <a:pt x="8412" y="1639"/>
                  </a:lnTo>
                  <a:lnTo>
                    <a:pt x="4253" y="1639"/>
                  </a:lnTo>
                  <a:lnTo>
                    <a:pt x="4253" y="1229"/>
                  </a:lnTo>
                  <a:cubicBezTo>
                    <a:pt x="4253" y="1009"/>
                    <a:pt x="4443" y="851"/>
                    <a:pt x="4663" y="820"/>
                  </a:cubicBezTo>
                  <a:close/>
                  <a:moveTo>
                    <a:pt x="4632" y="1"/>
                  </a:moveTo>
                  <a:cubicBezTo>
                    <a:pt x="3970" y="1"/>
                    <a:pt x="3403" y="536"/>
                    <a:pt x="3403" y="1229"/>
                  </a:cubicBezTo>
                  <a:lnTo>
                    <a:pt x="3403" y="1639"/>
                  </a:lnTo>
                  <a:lnTo>
                    <a:pt x="1229" y="1639"/>
                  </a:lnTo>
                  <a:cubicBezTo>
                    <a:pt x="536" y="1639"/>
                    <a:pt x="0" y="2175"/>
                    <a:pt x="0" y="2868"/>
                  </a:cubicBezTo>
                  <a:lnTo>
                    <a:pt x="0" y="5609"/>
                  </a:lnTo>
                  <a:cubicBezTo>
                    <a:pt x="0" y="5861"/>
                    <a:pt x="189" y="6050"/>
                    <a:pt x="378" y="6050"/>
                  </a:cubicBezTo>
                  <a:lnTo>
                    <a:pt x="2584" y="6050"/>
                  </a:lnTo>
                  <a:lnTo>
                    <a:pt x="2584" y="4821"/>
                  </a:lnTo>
                  <a:cubicBezTo>
                    <a:pt x="2584" y="4600"/>
                    <a:pt x="2804" y="4380"/>
                    <a:pt x="3025" y="4380"/>
                  </a:cubicBezTo>
                  <a:lnTo>
                    <a:pt x="4663" y="4380"/>
                  </a:lnTo>
                  <a:cubicBezTo>
                    <a:pt x="4915" y="4380"/>
                    <a:pt x="5104" y="4600"/>
                    <a:pt x="5104" y="4821"/>
                  </a:cubicBezTo>
                  <a:lnTo>
                    <a:pt x="5104" y="6050"/>
                  </a:lnTo>
                  <a:lnTo>
                    <a:pt x="7593" y="6050"/>
                  </a:lnTo>
                  <a:lnTo>
                    <a:pt x="7593" y="4821"/>
                  </a:lnTo>
                  <a:cubicBezTo>
                    <a:pt x="7593" y="4600"/>
                    <a:pt x="7782" y="4380"/>
                    <a:pt x="7971" y="4380"/>
                  </a:cubicBezTo>
                  <a:lnTo>
                    <a:pt x="9641" y="4380"/>
                  </a:lnTo>
                  <a:cubicBezTo>
                    <a:pt x="9861" y="4380"/>
                    <a:pt x="10019" y="4600"/>
                    <a:pt x="10019" y="4821"/>
                  </a:cubicBezTo>
                  <a:lnTo>
                    <a:pt x="10019" y="6050"/>
                  </a:lnTo>
                  <a:lnTo>
                    <a:pt x="12224" y="6050"/>
                  </a:lnTo>
                  <a:cubicBezTo>
                    <a:pt x="12476" y="6050"/>
                    <a:pt x="12665" y="5861"/>
                    <a:pt x="12665" y="5609"/>
                  </a:cubicBezTo>
                  <a:lnTo>
                    <a:pt x="12665" y="2868"/>
                  </a:lnTo>
                  <a:cubicBezTo>
                    <a:pt x="12665" y="2238"/>
                    <a:pt x="12067" y="1639"/>
                    <a:pt x="11405" y="1639"/>
                  </a:cubicBezTo>
                  <a:lnTo>
                    <a:pt x="9200" y="1639"/>
                  </a:lnTo>
                  <a:lnTo>
                    <a:pt x="9200" y="1229"/>
                  </a:lnTo>
                  <a:cubicBezTo>
                    <a:pt x="9200" y="568"/>
                    <a:pt x="8664" y="32"/>
                    <a:pt x="7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Horizontal funnel diagram infographics</a:t>
            </a:r>
            <a:endParaRPr/>
          </a:p>
        </p:txBody>
      </p:sp>
      <p:sp>
        <p:nvSpPr>
          <p:cNvPr id="468" name="Google Shape;468;p24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779362" y="3464049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3317456" y="1900374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4163487" y="1379149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2471424" y="2421599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1625393" y="2942824"/>
            <a:ext cx="414000" cy="41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74" name="Google Shape;474;p24"/>
          <p:cNvCxnSpPr>
            <a:stCxn id="469" idx="4"/>
          </p:cNvCxnSpPr>
          <p:nvPr/>
        </p:nvCxnSpPr>
        <p:spPr>
          <a:xfrm>
            <a:off x="986362" y="3878049"/>
            <a:ext cx="0" cy="371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24"/>
          <p:cNvCxnSpPr>
            <a:stCxn id="473" idx="4"/>
          </p:cNvCxnSpPr>
          <p:nvPr/>
        </p:nvCxnSpPr>
        <p:spPr>
          <a:xfrm>
            <a:off x="1832393" y="3356824"/>
            <a:ext cx="0" cy="317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24"/>
          <p:cNvCxnSpPr>
            <a:stCxn id="472" idx="4"/>
          </p:cNvCxnSpPr>
          <p:nvPr/>
        </p:nvCxnSpPr>
        <p:spPr>
          <a:xfrm>
            <a:off x="2678424" y="2835599"/>
            <a:ext cx="0" cy="317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24"/>
          <p:cNvCxnSpPr>
            <a:stCxn id="471" idx="4"/>
          </p:cNvCxnSpPr>
          <p:nvPr/>
        </p:nvCxnSpPr>
        <p:spPr>
          <a:xfrm>
            <a:off x="4370487" y="1793149"/>
            <a:ext cx="0" cy="317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24"/>
          <p:cNvCxnSpPr>
            <a:stCxn id="470" idx="4"/>
          </p:cNvCxnSpPr>
          <p:nvPr/>
        </p:nvCxnSpPr>
        <p:spPr>
          <a:xfrm>
            <a:off x="3524456" y="2314374"/>
            <a:ext cx="0" cy="317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79" name="Google Shape;479;p24"/>
          <p:cNvSpPr txBox="1"/>
          <p:nvPr/>
        </p:nvSpPr>
        <p:spPr>
          <a:xfrm>
            <a:off x="6316387" y="1213350"/>
            <a:ext cx="22176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5285687" y="1363341"/>
            <a:ext cx="322500" cy="322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81" name="Google Shape;481;p24"/>
          <p:cNvCxnSpPr>
            <a:stCxn id="480" idx="6"/>
            <a:endCxn id="479" idx="1"/>
          </p:cNvCxnSpPr>
          <p:nvPr/>
        </p:nvCxnSpPr>
        <p:spPr>
          <a:xfrm>
            <a:off x="5608187" y="1524591"/>
            <a:ext cx="708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82" name="Google Shape;482;p24"/>
          <p:cNvSpPr txBox="1"/>
          <p:nvPr/>
        </p:nvSpPr>
        <p:spPr>
          <a:xfrm>
            <a:off x="6316387" y="1896814"/>
            <a:ext cx="22176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a gas giant and has several rings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3" name="Google Shape;483;p24"/>
          <p:cNvSpPr/>
          <p:nvPr/>
        </p:nvSpPr>
        <p:spPr>
          <a:xfrm>
            <a:off x="5285687" y="2046805"/>
            <a:ext cx="322500" cy="322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84" name="Google Shape;484;p24"/>
          <p:cNvCxnSpPr>
            <a:stCxn id="483" idx="6"/>
            <a:endCxn id="482" idx="1"/>
          </p:cNvCxnSpPr>
          <p:nvPr/>
        </p:nvCxnSpPr>
        <p:spPr>
          <a:xfrm>
            <a:off x="5608187" y="2208055"/>
            <a:ext cx="708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85" name="Google Shape;485;p24"/>
          <p:cNvSpPr txBox="1"/>
          <p:nvPr/>
        </p:nvSpPr>
        <p:spPr>
          <a:xfrm>
            <a:off x="6316387" y="2580278"/>
            <a:ext cx="22176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also known as the Blue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5285687" y="2730269"/>
            <a:ext cx="322500" cy="32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87" name="Google Shape;487;p24"/>
          <p:cNvCxnSpPr>
            <a:stCxn id="486" idx="6"/>
            <a:endCxn id="485" idx="1"/>
          </p:cNvCxnSpPr>
          <p:nvPr/>
        </p:nvCxnSpPr>
        <p:spPr>
          <a:xfrm>
            <a:off x="5608187" y="2891519"/>
            <a:ext cx="708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88" name="Google Shape;488;p24"/>
          <p:cNvSpPr txBox="1"/>
          <p:nvPr/>
        </p:nvSpPr>
        <p:spPr>
          <a:xfrm>
            <a:off x="6316387" y="3263742"/>
            <a:ext cx="22176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the eighth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9" name="Google Shape;489;p24"/>
          <p:cNvSpPr/>
          <p:nvPr/>
        </p:nvSpPr>
        <p:spPr>
          <a:xfrm>
            <a:off x="5285687" y="3413733"/>
            <a:ext cx="322500" cy="322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90" name="Google Shape;490;p24"/>
          <p:cNvCxnSpPr>
            <a:stCxn id="489" idx="6"/>
            <a:endCxn id="488" idx="1"/>
          </p:cNvCxnSpPr>
          <p:nvPr/>
        </p:nvCxnSpPr>
        <p:spPr>
          <a:xfrm>
            <a:off x="5608187" y="3574983"/>
            <a:ext cx="708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91" name="Google Shape;491;p24"/>
          <p:cNvSpPr txBox="1"/>
          <p:nvPr/>
        </p:nvSpPr>
        <p:spPr>
          <a:xfrm>
            <a:off x="6316387" y="3947206"/>
            <a:ext cx="22176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2" name="Google Shape;492;p24"/>
          <p:cNvSpPr/>
          <p:nvPr/>
        </p:nvSpPr>
        <p:spPr>
          <a:xfrm>
            <a:off x="5285687" y="4097197"/>
            <a:ext cx="322500" cy="322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93" name="Google Shape;493;p24"/>
          <p:cNvCxnSpPr>
            <a:stCxn id="492" idx="6"/>
            <a:endCxn id="491" idx="1"/>
          </p:cNvCxnSpPr>
          <p:nvPr/>
        </p:nvCxnSpPr>
        <p:spPr>
          <a:xfrm>
            <a:off x="5608187" y="4258447"/>
            <a:ext cx="708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94" name="Google Shape;494;p24"/>
          <p:cNvSpPr/>
          <p:nvPr/>
        </p:nvSpPr>
        <p:spPr>
          <a:xfrm rot="-5400000">
            <a:off x="675092" y="4048893"/>
            <a:ext cx="622553" cy="752711"/>
          </a:xfrm>
          <a:custGeom>
            <a:rect b="b" l="l" r="r" t="t"/>
            <a:pathLst>
              <a:path extrusionOk="0" h="553464" w="605891">
                <a:moveTo>
                  <a:pt x="596051" y="441736"/>
                </a:moveTo>
                <a:lnTo>
                  <a:pt x="368689" y="38162"/>
                </a:lnTo>
                <a:cubicBezTo>
                  <a:pt x="339733" y="-13178"/>
                  <a:pt x="265724" y="-12606"/>
                  <a:pt x="237625" y="39210"/>
                </a:cubicBezTo>
                <a:cubicBezTo>
                  <a:pt x="186571" y="133221"/>
                  <a:pt x="106656" y="273906"/>
                  <a:pt x="10168" y="441069"/>
                </a:cubicBezTo>
                <a:cubicBezTo>
                  <a:pt x="-18693" y="490980"/>
                  <a:pt x="17312" y="553464"/>
                  <a:pt x="75033" y="553464"/>
                </a:cubicBezTo>
                <a:lnTo>
                  <a:pt x="530900" y="553464"/>
                </a:lnTo>
                <a:cubicBezTo>
                  <a:pt x="588240" y="553464"/>
                  <a:pt x="624245" y="491742"/>
                  <a:pt x="596146" y="44183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4"/>
          <p:cNvSpPr/>
          <p:nvPr/>
        </p:nvSpPr>
        <p:spPr>
          <a:xfrm rot="-5400000">
            <a:off x="1234653" y="3728439"/>
            <a:ext cx="1188219" cy="827950"/>
          </a:xfrm>
          <a:custGeom>
            <a:rect b="b" l="l" r="r" t="t"/>
            <a:pathLst>
              <a:path extrusionOk="0" h="451199" w="1156418">
                <a:moveTo>
                  <a:pt x="186457" y="37147"/>
                </a:moveTo>
                <a:cubicBezTo>
                  <a:pt x="130641" y="133064"/>
                  <a:pt x="71395" y="234410"/>
                  <a:pt x="10435" y="338328"/>
                </a:cubicBezTo>
                <a:cubicBezTo>
                  <a:pt x="-18902" y="388239"/>
                  <a:pt x="17103" y="451199"/>
                  <a:pt x="75015" y="451199"/>
                </a:cubicBezTo>
                <a:lnTo>
                  <a:pt x="1081426" y="451199"/>
                </a:lnTo>
                <a:cubicBezTo>
                  <a:pt x="1138767" y="451199"/>
                  <a:pt x="1174771" y="389477"/>
                  <a:pt x="1146672" y="339566"/>
                </a:cubicBezTo>
                <a:lnTo>
                  <a:pt x="976842" y="38100"/>
                </a:lnTo>
                <a:cubicBezTo>
                  <a:pt x="963602" y="14573"/>
                  <a:pt x="938646" y="0"/>
                  <a:pt x="911595" y="0"/>
                </a:cubicBezTo>
                <a:lnTo>
                  <a:pt x="251227" y="0"/>
                </a:lnTo>
                <a:cubicBezTo>
                  <a:pt x="224557" y="0"/>
                  <a:pt x="199887" y="14192"/>
                  <a:pt x="186552" y="3714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4"/>
          <p:cNvSpPr/>
          <p:nvPr/>
        </p:nvSpPr>
        <p:spPr>
          <a:xfrm rot="-5400000">
            <a:off x="1830633" y="3444024"/>
            <a:ext cx="1757049" cy="827950"/>
          </a:xfrm>
          <a:custGeom>
            <a:rect b="b" l="l" r="r" t="t"/>
            <a:pathLst>
              <a:path extrusionOk="0" h="451199" w="1710023">
                <a:moveTo>
                  <a:pt x="188374" y="36862"/>
                </a:moveTo>
                <a:cubicBezTo>
                  <a:pt x="129224" y="137350"/>
                  <a:pt x="69407" y="238601"/>
                  <a:pt x="10542" y="338233"/>
                </a:cubicBezTo>
                <a:cubicBezTo>
                  <a:pt x="-18985" y="388144"/>
                  <a:pt x="17019" y="451199"/>
                  <a:pt x="75026" y="451199"/>
                </a:cubicBezTo>
                <a:lnTo>
                  <a:pt x="1635031" y="451199"/>
                </a:lnTo>
                <a:cubicBezTo>
                  <a:pt x="1692372" y="451199"/>
                  <a:pt x="1728376" y="389477"/>
                  <a:pt x="1700277" y="339566"/>
                </a:cubicBezTo>
                <a:lnTo>
                  <a:pt x="1530447" y="38100"/>
                </a:lnTo>
                <a:cubicBezTo>
                  <a:pt x="1517207" y="14573"/>
                  <a:pt x="1492251" y="0"/>
                  <a:pt x="1465200" y="0"/>
                </a:cubicBezTo>
                <a:lnTo>
                  <a:pt x="252953" y="0"/>
                </a:lnTo>
                <a:cubicBezTo>
                  <a:pt x="226379" y="0"/>
                  <a:pt x="201899" y="14002"/>
                  <a:pt x="188469" y="3686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4"/>
          <p:cNvSpPr/>
          <p:nvPr/>
        </p:nvSpPr>
        <p:spPr>
          <a:xfrm rot="-5400000">
            <a:off x="2426014" y="3158662"/>
            <a:ext cx="2327598" cy="828124"/>
          </a:xfrm>
          <a:custGeom>
            <a:rect b="b" l="l" r="r" t="t"/>
            <a:pathLst>
              <a:path extrusionOk="0" h="451294" w="2265302">
                <a:moveTo>
                  <a:pt x="2255557" y="339566"/>
                </a:moveTo>
                <a:lnTo>
                  <a:pt x="2085726" y="38100"/>
                </a:lnTo>
                <a:cubicBezTo>
                  <a:pt x="2072486" y="14573"/>
                  <a:pt x="2047531" y="0"/>
                  <a:pt x="2020480" y="0"/>
                </a:cubicBezTo>
                <a:lnTo>
                  <a:pt x="253973" y="0"/>
                </a:lnTo>
                <a:cubicBezTo>
                  <a:pt x="227494" y="0"/>
                  <a:pt x="203015" y="14002"/>
                  <a:pt x="189489" y="36767"/>
                </a:cubicBezTo>
                <a:cubicBezTo>
                  <a:pt x="127100" y="142113"/>
                  <a:pt x="66807" y="243650"/>
                  <a:pt x="10610" y="338138"/>
                </a:cubicBezTo>
                <a:cubicBezTo>
                  <a:pt x="-19013" y="388048"/>
                  <a:pt x="16896" y="451294"/>
                  <a:pt x="74999" y="451294"/>
                </a:cubicBezTo>
                <a:lnTo>
                  <a:pt x="2190311" y="451294"/>
                </a:lnTo>
                <a:cubicBezTo>
                  <a:pt x="2247651" y="451294"/>
                  <a:pt x="2283656" y="389572"/>
                  <a:pt x="2255557" y="33966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4"/>
          <p:cNvSpPr/>
          <p:nvPr/>
        </p:nvSpPr>
        <p:spPr>
          <a:xfrm rot="-5400000">
            <a:off x="3021931" y="2866844"/>
            <a:ext cx="2904243" cy="835116"/>
          </a:xfrm>
          <a:custGeom>
            <a:rect b="b" l="l" r="r" t="t"/>
            <a:pathLst>
              <a:path extrusionOk="0" h="455104" w="2826514">
                <a:moveTo>
                  <a:pt x="192632" y="36576"/>
                </a:moveTo>
                <a:cubicBezTo>
                  <a:pt x="117384" y="162973"/>
                  <a:pt x="54519" y="268415"/>
                  <a:pt x="10704" y="341852"/>
                </a:cubicBezTo>
                <a:cubicBezTo>
                  <a:pt x="-19109" y="391763"/>
                  <a:pt x="16895" y="455105"/>
                  <a:pt x="74998" y="455105"/>
                </a:cubicBezTo>
                <a:lnTo>
                  <a:pt x="2751523" y="455105"/>
                </a:lnTo>
                <a:cubicBezTo>
                  <a:pt x="2808863" y="455105"/>
                  <a:pt x="2844868" y="393383"/>
                  <a:pt x="2816769" y="343471"/>
                </a:cubicBezTo>
                <a:lnTo>
                  <a:pt x="2644748" y="38100"/>
                </a:lnTo>
                <a:cubicBezTo>
                  <a:pt x="2631508" y="14573"/>
                  <a:pt x="2606552" y="0"/>
                  <a:pt x="2579501" y="0"/>
                </a:cubicBezTo>
                <a:lnTo>
                  <a:pt x="257021" y="0"/>
                </a:lnTo>
                <a:cubicBezTo>
                  <a:pt x="230636" y="0"/>
                  <a:pt x="206157" y="14002"/>
                  <a:pt x="192632" y="3667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4"/>
          <p:cNvSpPr/>
          <p:nvPr/>
        </p:nvSpPr>
        <p:spPr>
          <a:xfrm>
            <a:off x="480975" y="4401500"/>
            <a:ext cx="4451400" cy="33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500" name="Google Shape;500;p24"/>
          <p:cNvGrpSpPr/>
          <p:nvPr/>
        </p:nvGrpSpPr>
        <p:grpSpPr>
          <a:xfrm>
            <a:off x="3376855" y="1970167"/>
            <a:ext cx="285568" cy="274411"/>
            <a:chOff x="-62890750" y="3747425"/>
            <a:chExt cx="330825" cy="317900"/>
          </a:xfrm>
        </p:grpSpPr>
        <p:sp>
          <p:nvSpPr>
            <p:cNvPr id="501" name="Google Shape;501;p24"/>
            <p:cNvSpPr/>
            <p:nvPr/>
          </p:nvSpPr>
          <p:spPr>
            <a:xfrm>
              <a:off x="-62890750" y="3747425"/>
              <a:ext cx="313500" cy="195825"/>
            </a:xfrm>
            <a:custGeom>
              <a:rect b="b" l="l" r="r" t="t"/>
              <a:pathLst>
                <a:path extrusionOk="0" h="7833" w="12540">
                  <a:moveTo>
                    <a:pt x="6591" y="0"/>
                  </a:moveTo>
                  <a:cubicBezTo>
                    <a:pt x="4966" y="0"/>
                    <a:pt x="3342" y="616"/>
                    <a:pt x="2112" y="1846"/>
                  </a:cubicBezTo>
                  <a:cubicBezTo>
                    <a:pt x="663" y="3296"/>
                    <a:pt x="1" y="5438"/>
                    <a:pt x="379" y="7454"/>
                  </a:cubicBezTo>
                  <a:cubicBezTo>
                    <a:pt x="442" y="7675"/>
                    <a:pt x="568" y="7832"/>
                    <a:pt x="789" y="7832"/>
                  </a:cubicBezTo>
                  <a:lnTo>
                    <a:pt x="852" y="7832"/>
                  </a:lnTo>
                  <a:cubicBezTo>
                    <a:pt x="1104" y="7801"/>
                    <a:pt x="1198" y="7549"/>
                    <a:pt x="1167" y="7360"/>
                  </a:cubicBezTo>
                  <a:cubicBezTo>
                    <a:pt x="852" y="5596"/>
                    <a:pt x="1419" y="3737"/>
                    <a:pt x="2710" y="2477"/>
                  </a:cubicBezTo>
                  <a:cubicBezTo>
                    <a:pt x="3719" y="1437"/>
                    <a:pt x="5136" y="870"/>
                    <a:pt x="6617" y="870"/>
                  </a:cubicBezTo>
                  <a:cubicBezTo>
                    <a:pt x="7940" y="870"/>
                    <a:pt x="9200" y="1342"/>
                    <a:pt x="10177" y="2193"/>
                  </a:cubicBezTo>
                  <a:lnTo>
                    <a:pt x="9610" y="2792"/>
                  </a:lnTo>
                  <a:cubicBezTo>
                    <a:pt x="9484" y="2918"/>
                    <a:pt x="9452" y="3075"/>
                    <a:pt x="9484" y="3170"/>
                  </a:cubicBezTo>
                  <a:cubicBezTo>
                    <a:pt x="9515" y="3327"/>
                    <a:pt x="9641" y="3422"/>
                    <a:pt x="9799" y="3453"/>
                  </a:cubicBezTo>
                  <a:lnTo>
                    <a:pt x="12036" y="3926"/>
                  </a:lnTo>
                  <a:lnTo>
                    <a:pt x="12130" y="3926"/>
                  </a:lnTo>
                  <a:cubicBezTo>
                    <a:pt x="12225" y="3926"/>
                    <a:pt x="12319" y="3894"/>
                    <a:pt x="12382" y="3800"/>
                  </a:cubicBezTo>
                  <a:cubicBezTo>
                    <a:pt x="12508" y="3674"/>
                    <a:pt x="12540" y="3579"/>
                    <a:pt x="12508" y="3422"/>
                  </a:cubicBezTo>
                  <a:lnTo>
                    <a:pt x="12036" y="1153"/>
                  </a:lnTo>
                  <a:cubicBezTo>
                    <a:pt x="12004" y="1027"/>
                    <a:pt x="11878" y="901"/>
                    <a:pt x="11752" y="838"/>
                  </a:cubicBezTo>
                  <a:cubicBezTo>
                    <a:pt x="11715" y="831"/>
                    <a:pt x="11678" y="827"/>
                    <a:pt x="11642" y="827"/>
                  </a:cubicBezTo>
                  <a:cubicBezTo>
                    <a:pt x="11526" y="827"/>
                    <a:pt x="11422" y="868"/>
                    <a:pt x="11374" y="964"/>
                  </a:cubicBezTo>
                  <a:lnTo>
                    <a:pt x="10776" y="1563"/>
                  </a:lnTo>
                  <a:cubicBezTo>
                    <a:pt x="9583" y="521"/>
                    <a:pt x="8087" y="0"/>
                    <a:pt x="6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-62874975" y="3869075"/>
              <a:ext cx="315050" cy="196250"/>
            </a:xfrm>
            <a:custGeom>
              <a:rect b="b" l="l" r="r" t="t"/>
              <a:pathLst>
                <a:path extrusionOk="0" h="7850" w="12602">
                  <a:moveTo>
                    <a:pt x="11779" y="0"/>
                  </a:moveTo>
                  <a:cubicBezTo>
                    <a:pt x="11759" y="0"/>
                    <a:pt x="11739" y="2"/>
                    <a:pt x="11720" y="5"/>
                  </a:cubicBezTo>
                  <a:cubicBezTo>
                    <a:pt x="11499" y="36"/>
                    <a:pt x="11373" y="288"/>
                    <a:pt x="11405" y="477"/>
                  </a:cubicBezTo>
                  <a:cubicBezTo>
                    <a:pt x="11720" y="2242"/>
                    <a:pt x="11184" y="4101"/>
                    <a:pt x="9861" y="5361"/>
                  </a:cubicBezTo>
                  <a:cubicBezTo>
                    <a:pt x="8853" y="6400"/>
                    <a:pt x="7435" y="6967"/>
                    <a:pt x="5986" y="6967"/>
                  </a:cubicBezTo>
                  <a:cubicBezTo>
                    <a:pt x="4631" y="6967"/>
                    <a:pt x="3371" y="6495"/>
                    <a:pt x="2394" y="5644"/>
                  </a:cubicBezTo>
                  <a:lnTo>
                    <a:pt x="2993" y="5046"/>
                  </a:lnTo>
                  <a:cubicBezTo>
                    <a:pt x="3088" y="4920"/>
                    <a:pt x="3151" y="4762"/>
                    <a:pt x="3088" y="4668"/>
                  </a:cubicBezTo>
                  <a:cubicBezTo>
                    <a:pt x="3056" y="4510"/>
                    <a:pt x="2962" y="4416"/>
                    <a:pt x="2772" y="4384"/>
                  </a:cubicBezTo>
                  <a:lnTo>
                    <a:pt x="536" y="3912"/>
                  </a:lnTo>
                  <a:cubicBezTo>
                    <a:pt x="498" y="3904"/>
                    <a:pt x="465" y="3900"/>
                    <a:pt x="433" y="3900"/>
                  </a:cubicBezTo>
                  <a:cubicBezTo>
                    <a:pt x="332" y="3900"/>
                    <a:pt x="254" y="3941"/>
                    <a:pt x="158" y="4038"/>
                  </a:cubicBezTo>
                  <a:cubicBezTo>
                    <a:pt x="32" y="4132"/>
                    <a:pt x="0" y="4258"/>
                    <a:pt x="32" y="4416"/>
                  </a:cubicBezTo>
                  <a:lnTo>
                    <a:pt x="504" y="6652"/>
                  </a:lnTo>
                  <a:cubicBezTo>
                    <a:pt x="536" y="6810"/>
                    <a:pt x="662" y="6936"/>
                    <a:pt x="788" y="6967"/>
                  </a:cubicBezTo>
                  <a:lnTo>
                    <a:pt x="882" y="6967"/>
                  </a:lnTo>
                  <a:cubicBezTo>
                    <a:pt x="1008" y="6967"/>
                    <a:pt x="1103" y="6936"/>
                    <a:pt x="1166" y="6873"/>
                  </a:cubicBezTo>
                  <a:lnTo>
                    <a:pt x="1764" y="6274"/>
                  </a:lnTo>
                  <a:cubicBezTo>
                    <a:pt x="2930" y="7346"/>
                    <a:pt x="4442" y="7850"/>
                    <a:pt x="5923" y="7850"/>
                  </a:cubicBezTo>
                  <a:cubicBezTo>
                    <a:pt x="7561" y="7850"/>
                    <a:pt x="9168" y="7220"/>
                    <a:pt x="10428" y="5991"/>
                  </a:cubicBezTo>
                  <a:cubicBezTo>
                    <a:pt x="11909" y="4510"/>
                    <a:pt x="12602" y="2368"/>
                    <a:pt x="12192" y="320"/>
                  </a:cubicBezTo>
                  <a:cubicBezTo>
                    <a:pt x="12164" y="122"/>
                    <a:pt x="11958" y="0"/>
                    <a:pt x="11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4"/>
            <p:cNvSpPr/>
            <p:nvPr/>
          </p:nvSpPr>
          <p:spPr>
            <a:xfrm>
              <a:off x="-62751325" y="3834525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630" y="1"/>
                  </a:moveTo>
                  <a:cubicBezTo>
                    <a:pt x="410" y="221"/>
                    <a:pt x="158" y="599"/>
                    <a:pt x="0" y="1072"/>
                  </a:cubicBezTo>
                  <a:lnTo>
                    <a:pt x="630" y="1072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4"/>
            <p:cNvSpPr/>
            <p:nvPr/>
          </p:nvSpPr>
          <p:spPr>
            <a:xfrm>
              <a:off x="-62715100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1" y="1"/>
                  </a:moveTo>
                  <a:lnTo>
                    <a:pt x="1" y="1041"/>
                  </a:lnTo>
                  <a:cubicBezTo>
                    <a:pt x="253" y="852"/>
                    <a:pt x="473" y="473"/>
                    <a:pt x="6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-62751325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0" y="1"/>
                  </a:moveTo>
                  <a:cubicBezTo>
                    <a:pt x="158" y="473"/>
                    <a:pt x="410" y="852"/>
                    <a:pt x="630" y="1041"/>
                  </a:cubicBezTo>
                  <a:lnTo>
                    <a:pt x="6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-62822225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127" y="0"/>
                  </a:moveTo>
                  <a:cubicBezTo>
                    <a:pt x="32" y="316"/>
                    <a:pt x="1" y="631"/>
                    <a:pt x="1" y="977"/>
                  </a:cubicBezTo>
                  <a:cubicBezTo>
                    <a:pt x="1" y="1324"/>
                    <a:pt x="32" y="1670"/>
                    <a:pt x="127" y="1922"/>
                  </a:cubicBezTo>
                  <a:lnTo>
                    <a:pt x="1765" y="1922"/>
                  </a:lnTo>
                  <a:cubicBezTo>
                    <a:pt x="1734" y="1607"/>
                    <a:pt x="1702" y="1292"/>
                    <a:pt x="1702" y="977"/>
                  </a:cubicBezTo>
                  <a:cubicBezTo>
                    <a:pt x="1702" y="662"/>
                    <a:pt x="1734" y="316"/>
                    <a:pt x="1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-62715100" y="3833750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1" y="0"/>
                  </a:moveTo>
                  <a:lnTo>
                    <a:pt x="1" y="1071"/>
                  </a:lnTo>
                  <a:lnTo>
                    <a:pt x="631" y="1071"/>
                  </a:lnTo>
                  <a:cubicBezTo>
                    <a:pt x="505" y="599"/>
                    <a:pt x="253" y="189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-62758425" y="3881000"/>
              <a:ext cx="22875" cy="48075"/>
            </a:xfrm>
            <a:custGeom>
              <a:rect b="b" l="l" r="r" t="t"/>
              <a:pathLst>
                <a:path extrusionOk="0" h="1923" w="915">
                  <a:moveTo>
                    <a:pt x="95" y="0"/>
                  </a:moveTo>
                  <a:cubicBezTo>
                    <a:pt x="64" y="316"/>
                    <a:pt x="1" y="631"/>
                    <a:pt x="1" y="977"/>
                  </a:cubicBezTo>
                  <a:cubicBezTo>
                    <a:pt x="1" y="1324"/>
                    <a:pt x="64" y="1670"/>
                    <a:pt x="95" y="1922"/>
                  </a:cubicBezTo>
                  <a:lnTo>
                    <a:pt x="914" y="1922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-62715100" y="3809325"/>
              <a:ext cx="74850" cy="51225"/>
            </a:xfrm>
            <a:custGeom>
              <a:rect b="b" l="l" r="r" t="t"/>
              <a:pathLst>
                <a:path extrusionOk="0" h="2049" w="2994">
                  <a:moveTo>
                    <a:pt x="1" y="1"/>
                  </a:moveTo>
                  <a:lnTo>
                    <a:pt x="1" y="32"/>
                  </a:lnTo>
                  <a:cubicBezTo>
                    <a:pt x="631" y="253"/>
                    <a:pt x="1198" y="1009"/>
                    <a:pt x="1481" y="2048"/>
                  </a:cubicBezTo>
                  <a:lnTo>
                    <a:pt x="2994" y="2048"/>
                  </a:lnTo>
                  <a:cubicBezTo>
                    <a:pt x="2426" y="946"/>
                    <a:pt x="1324" y="15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-62715875" y="3950300"/>
              <a:ext cx="75625" cy="51225"/>
            </a:xfrm>
            <a:custGeom>
              <a:rect b="b" l="l" r="r" t="t"/>
              <a:pathLst>
                <a:path extrusionOk="0" h="2049" w="3025">
                  <a:moveTo>
                    <a:pt x="1512" y="1"/>
                  </a:moveTo>
                  <a:cubicBezTo>
                    <a:pt x="1229" y="1009"/>
                    <a:pt x="662" y="1765"/>
                    <a:pt x="0" y="1986"/>
                  </a:cubicBezTo>
                  <a:lnTo>
                    <a:pt x="0" y="2049"/>
                  </a:lnTo>
                  <a:lnTo>
                    <a:pt x="32" y="2049"/>
                  </a:lnTo>
                  <a:cubicBezTo>
                    <a:pt x="1355" y="1891"/>
                    <a:pt x="2457" y="1104"/>
                    <a:pt x="3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-62811200" y="3949525"/>
              <a:ext cx="75650" cy="52000"/>
            </a:xfrm>
            <a:custGeom>
              <a:rect b="b" l="l" r="r" t="t"/>
              <a:pathLst>
                <a:path extrusionOk="0" h="2080" w="3026">
                  <a:moveTo>
                    <a:pt x="1" y="0"/>
                  </a:moveTo>
                  <a:cubicBezTo>
                    <a:pt x="600" y="1166"/>
                    <a:pt x="1702" y="1954"/>
                    <a:pt x="3025" y="2080"/>
                  </a:cubicBezTo>
                  <a:lnTo>
                    <a:pt x="3025" y="2017"/>
                  </a:lnTo>
                  <a:cubicBezTo>
                    <a:pt x="2364" y="1796"/>
                    <a:pt x="1860" y="1040"/>
                    <a:pt x="15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-62673350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0" y="0"/>
                  </a:moveTo>
                  <a:cubicBezTo>
                    <a:pt x="32" y="316"/>
                    <a:pt x="63" y="631"/>
                    <a:pt x="63" y="977"/>
                  </a:cubicBezTo>
                  <a:cubicBezTo>
                    <a:pt x="63" y="1324"/>
                    <a:pt x="32" y="1670"/>
                    <a:pt x="0" y="1922"/>
                  </a:cubicBezTo>
                  <a:lnTo>
                    <a:pt x="1639" y="1922"/>
                  </a:lnTo>
                  <a:cubicBezTo>
                    <a:pt x="1733" y="1670"/>
                    <a:pt x="1765" y="1292"/>
                    <a:pt x="1765" y="977"/>
                  </a:cubicBezTo>
                  <a:cubicBezTo>
                    <a:pt x="1765" y="662"/>
                    <a:pt x="1733" y="316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4"/>
            <p:cNvSpPr/>
            <p:nvPr/>
          </p:nvSpPr>
          <p:spPr>
            <a:xfrm>
              <a:off x="-62810400" y="3810125"/>
              <a:ext cx="75625" cy="51200"/>
            </a:xfrm>
            <a:custGeom>
              <a:rect b="b" l="l" r="r" t="t"/>
              <a:pathLst>
                <a:path extrusionOk="0" h="2048" w="3025">
                  <a:moveTo>
                    <a:pt x="2993" y="0"/>
                  </a:moveTo>
                  <a:cubicBezTo>
                    <a:pt x="1702" y="158"/>
                    <a:pt x="599" y="945"/>
                    <a:pt x="0" y="2048"/>
                  </a:cubicBezTo>
                  <a:lnTo>
                    <a:pt x="1544" y="2048"/>
                  </a:lnTo>
                  <a:cubicBezTo>
                    <a:pt x="1828" y="1008"/>
                    <a:pt x="2363" y="284"/>
                    <a:pt x="3025" y="32"/>
                  </a:cubicBezTo>
                  <a:lnTo>
                    <a:pt x="30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-62715100" y="3881000"/>
              <a:ext cx="22850" cy="48075"/>
            </a:xfrm>
            <a:custGeom>
              <a:rect b="b" l="l" r="r" t="t"/>
              <a:pathLst>
                <a:path extrusionOk="0" h="1923" w="914">
                  <a:moveTo>
                    <a:pt x="1" y="0"/>
                  </a:moveTo>
                  <a:lnTo>
                    <a:pt x="1" y="1922"/>
                  </a:lnTo>
                  <a:lnTo>
                    <a:pt x="851" y="1922"/>
                  </a:lnTo>
                  <a:cubicBezTo>
                    <a:pt x="883" y="1607"/>
                    <a:pt x="914" y="1292"/>
                    <a:pt x="914" y="977"/>
                  </a:cubicBezTo>
                  <a:cubicBezTo>
                    <a:pt x="914" y="662"/>
                    <a:pt x="883" y="316"/>
                    <a:pt x="8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5" name="Google Shape;515;p24"/>
          <p:cNvGrpSpPr/>
          <p:nvPr/>
        </p:nvGrpSpPr>
        <p:grpSpPr>
          <a:xfrm>
            <a:off x="846472" y="3531475"/>
            <a:ext cx="279810" cy="279127"/>
            <a:chOff x="-64410850" y="4094450"/>
            <a:chExt cx="317425" cy="316650"/>
          </a:xfrm>
        </p:grpSpPr>
        <p:sp>
          <p:nvSpPr>
            <p:cNvPr id="516" name="Google Shape;516;p24"/>
            <p:cNvSpPr/>
            <p:nvPr/>
          </p:nvSpPr>
          <p:spPr>
            <a:xfrm>
              <a:off x="-64410850" y="4348850"/>
              <a:ext cx="317425" cy="62250"/>
            </a:xfrm>
            <a:custGeom>
              <a:rect b="b" l="l" r="r" t="t"/>
              <a:pathLst>
                <a:path extrusionOk="0" h="2490" w="12697">
                  <a:moveTo>
                    <a:pt x="3403" y="0"/>
                  </a:moveTo>
                  <a:cubicBezTo>
                    <a:pt x="2741" y="0"/>
                    <a:pt x="2206" y="536"/>
                    <a:pt x="2206" y="1229"/>
                  </a:cubicBezTo>
                  <a:lnTo>
                    <a:pt x="2206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12287" y="2489"/>
                  </a:lnTo>
                  <a:cubicBezTo>
                    <a:pt x="12508" y="2489"/>
                    <a:pt x="12697" y="2269"/>
                    <a:pt x="12697" y="2048"/>
                  </a:cubicBezTo>
                  <a:cubicBezTo>
                    <a:pt x="12634" y="1859"/>
                    <a:pt x="12445" y="1639"/>
                    <a:pt x="12193" y="1639"/>
                  </a:cubicBezTo>
                  <a:lnTo>
                    <a:pt x="10429" y="1639"/>
                  </a:lnTo>
                  <a:lnTo>
                    <a:pt x="10429" y="1229"/>
                  </a:lnTo>
                  <a:cubicBezTo>
                    <a:pt x="10429" y="536"/>
                    <a:pt x="9861" y="0"/>
                    <a:pt x="9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4"/>
            <p:cNvSpPr/>
            <p:nvPr/>
          </p:nvSpPr>
          <p:spPr>
            <a:xfrm>
              <a:off x="-64315550" y="4094450"/>
              <a:ext cx="122100" cy="192200"/>
            </a:xfrm>
            <a:custGeom>
              <a:rect b="b" l="l" r="r" t="t"/>
              <a:pathLst>
                <a:path extrusionOk="0" h="7688" w="4884">
                  <a:moveTo>
                    <a:pt x="2489" y="0"/>
                  </a:moveTo>
                  <a:cubicBezTo>
                    <a:pt x="2269" y="0"/>
                    <a:pt x="2080" y="189"/>
                    <a:pt x="2080" y="410"/>
                  </a:cubicBezTo>
                  <a:lnTo>
                    <a:pt x="2080" y="819"/>
                  </a:lnTo>
                  <a:lnTo>
                    <a:pt x="1639" y="819"/>
                  </a:lnTo>
                  <a:cubicBezTo>
                    <a:pt x="1418" y="819"/>
                    <a:pt x="1261" y="1040"/>
                    <a:pt x="1261" y="1229"/>
                  </a:cubicBezTo>
                  <a:cubicBezTo>
                    <a:pt x="1261" y="1450"/>
                    <a:pt x="1450" y="1670"/>
                    <a:pt x="1639" y="1670"/>
                  </a:cubicBezTo>
                  <a:lnTo>
                    <a:pt x="2080" y="1670"/>
                  </a:lnTo>
                  <a:lnTo>
                    <a:pt x="2080" y="2489"/>
                  </a:lnTo>
                  <a:lnTo>
                    <a:pt x="1481" y="2489"/>
                  </a:lnTo>
                  <a:cubicBezTo>
                    <a:pt x="820" y="2489"/>
                    <a:pt x="347" y="3151"/>
                    <a:pt x="599" y="3781"/>
                  </a:cubicBezTo>
                  <a:cubicBezTo>
                    <a:pt x="662" y="3970"/>
                    <a:pt x="694" y="4222"/>
                    <a:pt x="788" y="4411"/>
                  </a:cubicBezTo>
                  <a:lnTo>
                    <a:pt x="473" y="4411"/>
                  </a:lnTo>
                  <a:cubicBezTo>
                    <a:pt x="221" y="4411"/>
                    <a:pt x="63" y="4632"/>
                    <a:pt x="63" y="4821"/>
                  </a:cubicBezTo>
                  <a:cubicBezTo>
                    <a:pt x="0" y="5010"/>
                    <a:pt x="158" y="5199"/>
                    <a:pt x="379" y="5199"/>
                  </a:cubicBezTo>
                  <a:lnTo>
                    <a:pt x="820" y="5199"/>
                  </a:lnTo>
                  <a:cubicBezTo>
                    <a:pt x="851" y="6081"/>
                    <a:pt x="694" y="6900"/>
                    <a:pt x="316" y="7687"/>
                  </a:cubicBezTo>
                  <a:lnTo>
                    <a:pt x="4569" y="7687"/>
                  </a:lnTo>
                  <a:cubicBezTo>
                    <a:pt x="4159" y="6900"/>
                    <a:pt x="4002" y="6081"/>
                    <a:pt x="4065" y="5199"/>
                  </a:cubicBezTo>
                  <a:lnTo>
                    <a:pt x="4474" y="5199"/>
                  </a:lnTo>
                  <a:cubicBezTo>
                    <a:pt x="4726" y="5199"/>
                    <a:pt x="4884" y="5010"/>
                    <a:pt x="4884" y="4821"/>
                  </a:cubicBezTo>
                  <a:cubicBezTo>
                    <a:pt x="4884" y="4568"/>
                    <a:pt x="4695" y="4411"/>
                    <a:pt x="4474" y="4411"/>
                  </a:cubicBezTo>
                  <a:lnTo>
                    <a:pt x="4159" y="4411"/>
                  </a:lnTo>
                  <a:cubicBezTo>
                    <a:pt x="4222" y="4222"/>
                    <a:pt x="4285" y="3970"/>
                    <a:pt x="4380" y="3781"/>
                  </a:cubicBezTo>
                  <a:cubicBezTo>
                    <a:pt x="4600" y="3151"/>
                    <a:pt x="4128" y="2489"/>
                    <a:pt x="3466" y="2489"/>
                  </a:cubicBezTo>
                  <a:lnTo>
                    <a:pt x="2867" y="2489"/>
                  </a:lnTo>
                  <a:lnTo>
                    <a:pt x="2867" y="1670"/>
                  </a:lnTo>
                  <a:lnTo>
                    <a:pt x="3309" y="1670"/>
                  </a:lnTo>
                  <a:cubicBezTo>
                    <a:pt x="3561" y="1670"/>
                    <a:pt x="3687" y="1450"/>
                    <a:pt x="3687" y="1229"/>
                  </a:cubicBezTo>
                  <a:cubicBezTo>
                    <a:pt x="3687" y="977"/>
                    <a:pt x="3498" y="819"/>
                    <a:pt x="3309" y="819"/>
                  </a:cubicBezTo>
                  <a:lnTo>
                    <a:pt x="2867" y="819"/>
                  </a:lnTo>
                  <a:lnTo>
                    <a:pt x="2867" y="410"/>
                  </a:lnTo>
                  <a:cubicBezTo>
                    <a:pt x="2867" y="158"/>
                    <a:pt x="2678" y="0"/>
                    <a:pt x="24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4"/>
            <p:cNvSpPr/>
            <p:nvPr/>
          </p:nvSpPr>
          <p:spPr>
            <a:xfrm>
              <a:off x="-64335250" y="4307100"/>
              <a:ext cx="161500" cy="21300"/>
            </a:xfrm>
            <a:custGeom>
              <a:rect b="b" l="l" r="r" t="t"/>
              <a:pathLst>
                <a:path extrusionOk="0" h="852" w="6460">
                  <a:moveTo>
                    <a:pt x="1167" y="1"/>
                  </a:moveTo>
                  <a:cubicBezTo>
                    <a:pt x="631" y="1"/>
                    <a:pt x="190" y="379"/>
                    <a:pt x="1" y="851"/>
                  </a:cubicBezTo>
                  <a:lnTo>
                    <a:pt x="6459" y="851"/>
                  </a:lnTo>
                  <a:cubicBezTo>
                    <a:pt x="6302" y="379"/>
                    <a:pt x="5861" y="1"/>
                    <a:pt x="5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9" name="Google Shape;519;p24"/>
          <p:cNvGrpSpPr/>
          <p:nvPr/>
        </p:nvGrpSpPr>
        <p:grpSpPr>
          <a:xfrm>
            <a:off x="4230564" y="1456389"/>
            <a:ext cx="279817" cy="259525"/>
            <a:chOff x="-62511900" y="4129100"/>
            <a:chExt cx="304050" cy="282000"/>
          </a:xfrm>
        </p:grpSpPr>
        <p:sp>
          <p:nvSpPr>
            <p:cNvPr id="520" name="Google Shape;520;p24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4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4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4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5" name="Google Shape;525;p24"/>
          <p:cNvGrpSpPr/>
          <p:nvPr/>
        </p:nvGrpSpPr>
        <p:grpSpPr>
          <a:xfrm>
            <a:off x="1731967" y="3010259"/>
            <a:ext cx="200876" cy="279134"/>
            <a:chOff x="-64001300" y="4093650"/>
            <a:chExt cx="228450" cy="317450"/>
          </a:xfrm>
        </p:grpSpPr>
        <p:sp>
          <p:nvSpPr>
            <p:cNvPr id="526" name="Google Shape;526;p24"/>
            <p:cNvSpPr/>
            <p:nvPr/>
          </p:nvSpPr>
          <p:spPr>
            <a:xfrm>
              <a:off x="-63933550" y="4328375"/>
              <a:ext cx="93750" cy="40975"/>
            </a:xfrm>
            <a:custGeom>
              <a:rect b="b" l="l" r="r" t="t"/>
              <a:pathLst>
                <a:path extrusionOk="0" h="1639" w="3750">
                  <a:moveTo>
                    <a:pt x="1859" y="0"/>
                  </a:moveTo>
                  <a:cubicBezTo>
                    <a:pt x="1009" y="0"/>
                    <a:pt x="315" y="662"/>
                    <a:pt x="0" y="1638"/>
                  </a:cubicBezTo>
                  <a:lnTo>
                    <a:pt x="3749" y="1638"/>
                  </a:lnTo>
                  <a:cubicBezTo>
                    <a:pt x="3434" y="662"/>
                    <a:pt x="2710" y="0"/>
                    <a:pt x="1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4"/>
            <p:cNvSpPr/>
            <p:nvPr/>
          </p:nvSpPr>
          <p:spPr>
            <a:xfrm>
              <a:off x="-63980025" y="4135400"/>
              <a:ext cx="185900" cy="234725"/>
            </a:xfrm>
            <a:custGeom>
              <a:rect b="b" l="l" r="r" t="t"/>
              <a:pathLst>
                <a:path extrusionOk="0" h="9389" w="7436">
                  <a:moveTo>
                    <a:pt x="6617" y="1"/>
                  </a:moveTo>
                  <a:lnTo>
                    <a:pt x="6617" y="725"/>
                  </a:lnTo>
                  <a:cubicBezTo>
                    <a:pt x="6196" y="593"/>
                    <a:pt x="5771" y="530"/>
                    <a:pt x="5358" y="530"/>
                  </a:cubicBezTo>
                  <a:cubicBezTo>
                    <a:pt x="4686" y="530"/>
                    <a:pt x="4044" y="697"/>
                    <a:pt x="3498" y="1009"/>
                  </a:cubicBezTo>
                  <a:cubicBezTo>
                    <a:pt x="3103" y="1242"/>
                    <a:pt x="2617" y="1373"/>
                    <a:pt x="2085" y="1373"/>
                  </a:cubicBezTo>
                  <a:cubicBezTo>
                    <a:pt x="1683" y="1373"/>
                    <a:pt x="1254" y="1298"/>
                    <a:pt x="820" y="1135"/>
                  </a:cubicBezTo>
                  <a:lnTo>
                    <a:pt x="820" y="32"/>
                  </a:lnTo>
                  <a:lnTo>
                    <a:pt x="1" y="32"/>
                  </a:lnTo>
                  <a:lnTo>
                    <a:pt x="1" y="1418"/>
                  </a:lnTo>
                  <a:cubicBezTo>
                    <a:pt x="1" y="2867"/>
                    <a:pt x="820" y="4096"/>
                    <a:pt x="2017" y="4726"/>
                  </a:cubicBezTo>
                  <a:cubicBezTo>
                    <a:pt x="820" y="5356"/>
                    <a:pt x="1" y="6554"/>
                    <a:pt x="1" y="8034"/>
                  </a:cubicBezTo>
                  <a:lnTo>
                    <a:pt x="1" y="9389"/>
                  </a:lnTo>
                  <a:lnTo>
                    <a:pt x="820" y="9389"/>
                  </a:lnTo>
                  <a:lnTo>
                    <a:pt x="820" y="8034"/>
                  </a:lnTo>
                  <a:cubicBezTo>
                    <a:pt x="820" y="6396"/>
                    <a:pt x="2143" y="5104"/>
                    <a:pt x="3750" y="5104"/>
                  </a:cubicBezTo>
                  <a:cubicBezTo>
                    <a:pt x="5356" y="5104"/>
                    <a:pt x="6617" y="6396"/>
                    <a:pt x="6617" y="8034"/>
                  </a:cubicBezTo>
                  <a:lnTo>
                    <a:pt x="6617" y="9389"/>
                  </a:lnTo>
                  <a:lnTo>
                    <a:pt x="7436" y="9389"/>
                  </a:lnTo>
                  <a:lnTo>
                    <a:pt x="7436" y="9357"/>
                  </a:lnTo>
                  <a:lnTo>
                    <a:pt x="7436" y="7971"/>
                  </a:lnTo>
                  <a:cubicBezTo>
                    <a:pt x="7436" y="6522"/>
                    <a:pt x="6617" y="5293"/>
                    <a:pt x="5451" y="4663"/>
                  </a:cubicBezTo>
                  <a:cubicBezTo>
                    <a:pt x="6617" y="4033"/>
                    <a:pt x="7436" y="2836"/>
                    <a:pt x="7436" y="1355"/>
                  </a:cubicBezTo>
                  <a:lnTo>
                    <a:pt x="74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4"/>
            <p:cNvSpPr/>
            <p:nvPr/>
          </p:nvSpPr>
          <p:spPr>
            <a:xfrm>
              <a:off x="-64001300" y="4389800"/>
              <a:ext cx="228450" cy="21300"/>
            </a:xfrm>
            <a:custGeom>
              <a:rect b="b" l="l" r="r" t="t"/>
              <a:pathLst>
                <a:path extrusionOk="0" h="852" w="9138">
                  <a:moveTo>
                    <a:pt x="411" y="1"/>
                  </a:moveTo>
                  <a:cubicBezTo>
                    <a:pt x="190" y="1"/>
                    <a:pt x="1" y="221"/>
                    <a:pt x="1" y="410"/>
                  </a:cubicBezTo>
                  <a:cubicBezTo>
                    <a:pt x="1" y="631"/>
                    <a:pt x="190" y="851"/>
                    <a:pt x="411" y="851"/>
                  </a:cubicBezTo>
                  <a:lnTo>
                    <a:pt x="8696" y="851"/>
                  </a:lnTo>
                  <a:cubicBezTo>
                    <a:pt x="8917" y="851"/>
                    <a:pt x="9074" y="631"/>
                    <a:pt x="9074" y="410"/>
                  </a:cubicBezTo>
                  <a:cubicBezTo>
                    <a:pt x="9137" y="221"/>
                    <a:pt x="8917" y="1"/>
                    <a:pt x="8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-64001300" y="4093650"/>
              <a:ext cx="226875" cy="20500"/>
            </a:xfrm>
            <a:custGeom>
              <a:rect b="b" l="l" r="r" t="t"/>
              <a:pathLst>
                <a:path extrusionOk="0" h="820" w="9075">
                  <a:moveTo>
                    <a:pt x="411" y="1"/>
                  </a:moveTo>
                  <a:cubicBezTo>
                    <a:pt x="190" y="1"/>
                    <a:pt x="1" y="190"/>
                    <a:pt x="1" y="410"/>
                  </a:cubicBezTo>
                  <a:cubicBezTo>
                    <a:pt x="32" y="631"/>
                    <a:pt x="190" y="820"/>
                    <a:pt x="411" y="820"/>
                  </a:cubicBezTo>
                  <a:lnTo>
                    <a:pt x="8696" y="820"/>
                  </a:lnTo>
                  <a:cubicBezTo>
                    <a:pt x="8917" y="820"/>
                    <a:pt x="9074" y="631"/>
                    <a:pt x="9074" y="410"/>
                  </a:cubicBezTo>
                  <a:cubicBezTo>
                    <a:pt x="9074" y="158"/>
                    <a:pt x="8885" y="1"/>
                    <a:pt x="8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0" name="Google Shape;530;p24"/>
          <p:cNvGrpSpPr/>
          <p:nvPr/>
        </p:nvGrpSpPr>
        <p:grpSpPr>
          <a:xfrm>
            <a:off x="2538540" y="2490016"/>
            <a:ext cx="279756" cy="277181"/>
            <a:chOff x="-63679950" y="4093450"/>
            <a:chExt cx="320600" cy="317650"/>
          </a:xfrm>
        </p:grpSpPr>
        <p:sp>
          <p:nvSpPr>
            <p:cNvPr id="531" name="Google Shape;531;p24"/>
            <p:cNvSpPr/>
            <p:nvPr/>
          </p:nvSpPr>
          <p:spPr>
            <a:xfrm>
              <a:off x="-63595650" y="4093450"/>
              <a:ext cx="236300" cy="230425"/>
            </a:xfrm>
            <a:custGeom>
              <a:rect b="b" l="l" r="r" t="t"/>
              <a:pathLst>
                <a:path extrusionOk="0" h="9217" w="9452">
                  <a:moveTo>
                    <a:pt x="3387" y="836"/>
                  </a:moveTo>
                  <a:cubicBezTo>
                    <a:pt x="3497" y="836"/>
                    <a:pt x="3607" y="875"/>
                    <a:pt x="3686" y="954"/>
                  </a:cubicBezTo>
                  <a:cubicBezTo>
                    <a:pt x="3844" y="1111"/>
                    <a:pt x="3844" y="1395"/>
                    <a:pt x="3686" y="1553"/>
                  </a:cubicBezTo>
                  <a:lnTo>
                    <a:pt x="1638" y="3600"/>
                  </a:lnTo>
                  <a:cubicBezTo>
                    <a:pt x="1560" y="3679"/>
                    <a:pt x="1449" y="3718"/>
                    <a:pt x="1339" y="3718"/>
                  </a:cubicBezTo>
                  <a:cubicBezTo>
                    <a:pt x="1229" y="3718"/>
                    <a:pt x="1118" y="3679"/>
                    <a:pt x="1040" y="3600"/>
                  </a:cubicBezTo>
                  <a:cubicBezTo>
                    <a:pt x="882" y="3443"/>
                    <a:pt x="882" y="3159"/>
                    <a:pt x="1040" y="3002"/>
                  </a:cubicBezTo>
                  <a:lnTo>
                    <a:pt x="3088" y="954"/>
                  </a:lnTo>
                  <a:cubicBezTo>
                    <a:pt x="3166" y="875"/>
                    <a:pt x="3277" y="836"/>
                    <a:pt x="3387" y="836"/>
                  </a:cubicBezTo>
                  <a:close/>
                  <a:moveTo>
                    <a:pt x="8081" y="5530"/>
                  </a:moveTo>
                  <a:cubicBezTo>
                    <a:pt x="8191" y="5530"/>
                    <a:pt x="8302" y="5569"/>
                    <a:pt x="8380" y="5648"/>
                  </a:cubicBezTo>
                  <a:cubicBezTo>
                    <a:pt x="8538" y="5806"/>
                    <a:pt x="8538" y="6089"/>
                    <a:pt x="8380" y="6247"/>
                  </a:cubicBezTo>
                  <a:lnTo>
                    <a:pt x="6333" y="8295"/>
                  </a:lnTo>
                  <a:cubicBezTo>
                    <a:pt x="6254" y="8358"/>
                    <a:pt x="6143" y="8389"/>
                    <a:pt x="6033" y="8389"/>
                  </a:cubicBezTo>
                  <a:cubicBezTo>
                    <a:pt x="5923" y="8389"/>
                    <a:pt x="5813" y="8358"/>
                    <a:pt x="5734" y="8295"/>
                  </a:cubicBezTo>
                  <a:cubicBezTo>
                    <a:pt x="5576" y="8137"/>
                    <a:pt x="5576" y="7853"/>
                    <a:pt x="5734" y="7696"/>
                  </a:cubicBezTo>
                  <a:lnTo>
                    <a:pt x="7782" y="5648"/>
                  </a:lnTo>
                  <a:cubicBezTo>
                    <a:pt x="7861" y="5569"/>
                    <a:pt x="7971" y="5530"/>
                    <a:pt x="8081" y="5530"/>
                  </a:cubicBezTo>
                  <a:close/>
                  <a:moveTo>
                    <a:pt x="3414" y="1"/>
                  </a:moveTo>
                  <a:cubicBezTo>
                    <a:pt x="3095" y="1"/>
                    <a:pt x="2772" y="119"/>
                    <a:pt x="2520" y="355"/>
                  </a:cubicBezTo>
                  <a:lnTo>
                    <a:pt x="473" y="2403"/>
                  </a:lnTo>
                  <a:cubicBezTo>
                    <a:pt x="0" y="2876"/>
                    <a:pt x="0" y="3663"/>
                    <a:pt x="473" y="4199"/>
                  </a:cubicBezTo>
                  <a:cubicBezTo>
                    <a:pt x="700" y="4406"/>
                    <a:pt x="1008" y="4544"/>
                    <a:pt x="1345" y="4544"/>
                  </a:cubicBezTo>
                  <a:cubicBezTo>
                    <a:pt x="1522" y="4544"/>
                    <a:pt x="1706" y="4506"/>
                    <a:pt x="1890" y="4419"/>
                  </a:cubicBezTo>
                  <a:lnTo>
                    <a:pt x="4915" y="7444"/>
                  </a:lnTo>
                  <a:cubicBezTo>
                    <a:pt x="4663" y="7980"/>
                    <a:pt x="4789" y="8515"/>
                    <a:pt x="5135" y="8862"/>
                  </a:cubicBezTo>
                  <a:cubicBezTo>
                    <a:pt x="5372" y="9098"/>
                    <a:pt x="5687" y="9216"/>
                    <a:pt x="6010" y="9216"/>
                  </a:cubicBezTo>
                  <a:cubicBezTo>
                    <a:pt x="6333" y="9216"/>
                    <a:pt x="6663" y="9098"/>
                    <a:pt x="6931" y="8862"/>
                  </a:cubicBezTo>
                  <a:lnTo>
                    <a:pt x="8979" y="6814"/>
                  </a:lnTo>
                  <a:cubicBezTo>
                    <a:pt x="9452" y="6341"/>
                    <a:pt x="9452" y="5554"/>
                    <a:pt x="8979" y="5050"/>
                  </a:cubicBezTo>
                  <a:cubicBezTo>
                    <a:pt x="8757" y="4828"/>
                    <a:pt x="8445" y="4696"/>
                    <a:pt x="8117" y="4696"/>
                  </a:cubicBezTo>
                  <a:cubicBezTo>
                    <a:pt x="7933" y="4696"/>
                    <a:pt x="7743" y="4738"/>
                    <a:pt x="7561" y="4829"/>
                  </a:cubicBezTo>
                  <a:lnTo>
                    <a:pt x="4505" y="1773"/>
                  </a:lnTo>
                  <a:cubicBezTo>
                    <a:pt x="4757" y="1269"/>
                    <a:pt x="4631" y="733"/>
                    <a:pt x="4285" y="355"/>
                  </a:cubicBezTo>
                  <a:cubicBezTo>
                    <a:pt x="4048" y="119"/>
                    <a:pt x="3733" y="1"/>
                    <a:pt x="3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4"/>
            <p:cNvSpPr/>
            <p:nvPr/>
          </p:nvSpPr>
          <p:spPr>
            <a:xfrm>
              <a:off x="-63679950" y="4233850"/>
              <a:ext cx="177250" cy="177250"/>
            </a:xfrm>
            <a:custGeom>
              <a:rect b="b" l="l" r="r" t="t"/>
              <a:pathLst>
                <a:path extrusionOk="0" h="7090" w="7090">
                  <a:moveTo>
                    <a:pt x="5325" y="1"/>
                  </a:moveTo>
                  <a:lnTo>
                    <a:pt x="4160" y="1166"/>
                  </a:lnTo>
                  <a:cubicBezTo>
                    <a:pt x="4081" y="1088"/>
                    <a:pt x="3971" y="1048"/>
                    <a:pt x="3860" y="1048"/>
                  </a:cubicBezTo>
                  <a:cubicBezTo>
                    <a:pt x="3750" y="1048"/>
                    <a:pt x="3640" y="1088"/>
                    <a:pt x="3561" y="1166"/>
                  </a:cubicBezTo>
                  <a:lnTo>
                    <a:pt x="474" y="4254"/>
                  </a:lnTo>
                  <a:cubicBezTo>
                    <a:pt x="159" y="4569"/>
                    <a:pt x="1" y="4947"/>
                    <a:pt x="1" y="5419"/>
                  </a:cubicBezTo>
                  <a:cubicBezTo>
                    <a:pt x="1" y="5861"/>
                    <a:pt x="159" y="6302"/>
                    <a:pt x="474" y="6617"/>
                  </a:cubicBezTo>
                  <a:cubicBezTo>
                    <a:pt x="789" y="6932"/>
                    <a:pt x="1214" y="7089"/>
                    <a:pt x="1639" y="7089"/>
                  </a:cubicBezTo>
                  <a:cubicBezTo>
                    <a:pt x="2065" y="7089"/>
                    <a:pt x="2490" y="6932"/>
                    <a:pt x="2805" y="6617"/>
                  </a:cubicBezTo>
                  <a:lnTo>
                    <a:pt x="5892" y="3529"/>
                  </a:lnTo>
                  <a:cubicBezTo>
                    <a:pt x="6081" y="3372"/>
                    <a:pt x="6081" y="3088"/>
                    <a:pt x="5924" y="2931"/>
                  </a:cubicBezTo>
                  <a:lnTo>
                    <a:pt x="7090" y="1765"/>
                  </a:lnTo>
                  <a:lnTo>
                    <a:pt x="53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4"/>
            <p:cNvSpPr/>
            <p:nvPr/>
          </p:nvSpPr>
          <p:spPr>
            <a:xfrm>
              <a:off x="-63548400" y="4348850"/>
              <a:ext cx="185900" cy="62250"/>
            </a:xfrm>
            <a:custGeom>
              <a:rect b="b" l="l" r="r" t="t"/>
              <a:pathLst>
                <a:path extrusionOk="0" h="2490" w="7436">
                  <a:moveTo>
                    <a:pt x="2048" y="0"/>
                  </a:moveTo>
                  <a:cubicBezTo>
                    <a:pt x="1355" y="0"/>
                    <a:pt x="819" y="536"/>
                    <a:pt x="819" y="1229"/>
                  </a:cubicBezTo>
                  <a:lnTo>
                    <a:pt x="819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7026" y="2489"/>
                  </a:lnTo>
                  <a:cubicBezTo>
                    <a:pt x="7278" y="2489"/>
                    <a:pt x="7435" y="2269"/>
                    <a:pt x="7435" y="2048"/>
                  </a:cubicBezTo>
                  <a:cubicBezTo>
                    <a:pt x="7435" y="1859"/>
                    <a:pt x="7246" y="1639"/>
                    <a:pt x="6994" y="1639"/>
                  </a:cubicBezTo>
                  <a:lnTo>
                    <a:pt x="6616" y="1639"/>
                  </a:lnTo>
                  <a:lnTo>
                    <a:pt x="6616" y="1229"/>
                  </a:lnTo>
                  <a:cubicBezTo>
                    <a:pt x="6616" y="536"/>
                    <a:pt x="6049" y="0"/>
                    <a:pt x="5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Horizontal funnel diagram infographics</a:t>
            </a:r>
            <a:endParaRPr/>
          </a:p>
        </p:txBody>
      </p:sp>
      <p:sp>
        <p:nvSpPr>
          <p:cNvPr id="539" name="Google Shape;539;p25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0" name="Google Shape;540;p25"/>
          <p:cNvSpPr/>
          <p:nvPr/>
        </p:nvSpPr>
        <p:spPr>
          <a:xfrm flipH="1">
            <a:off x="472859" y="2904508"/>
            <a:ext cx="269700" cy="269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 sz="117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1" name="Google Shape;541;p25"/>
          <p:cNvSpPr/>
          <p:nvPr/>
        </p:nvSpPr>
        <p:spPr>
          <a:xfrm flipH="1">
            <a:off x="472859" y="3350175"/>
            <a:ext cx="269700" cy="26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 sz="117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2" name="Google Shape;542;p25"/>
          <p:cNvSpPr/>
          <p:nvPr/>
        </p:nvSpPr>
        <p:spPr>
          <a:xfrm flipH="1">
            <a:off x="472859" y="3795842"/>
            <a:ext cx="269700" cy="269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 sz="117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3" name="Google Shape;543;p25"/>
          <p:cNvSpPr/>
          <p:nvPr/>
        </p:nvSpPr>
        <p:spPr>
          <a:xfrm flipH="1">
            <a:off x="472859" y="4241509"/>
            <a:ext cx="269700" cy="26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</a:t>
            </a:r>
            <a:endParaRPr sz="117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44" name="Google Shape;544;p25" title="Chart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4350" y="1125506"/>
            <a:ext cx="6377098" cy="1304688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25"/>
          <p:cNvSpPr txBox="1"/>
          <p:nvPr/>
        </p:nvSpPr>
        <p:spPr>
          <a:xfrm>
            <a:off x="452550" y="1125520"/>
            <a:ext cx="1515300" cy="13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 the link in the graph to modify its data and then paste the new one here. </a:t>
            </a:r>
            <a:r>
              <a:rPr lang="en" sz="1000" u="sng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click here</a:t>
            </a:r>
            <a:endParaRPr sz="1000" u="sng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aphicFrame>
        <p:nvGraphicFramePr>
          <p:cNvPr id="546" name="Google Shape;546;p25"/>
          <p:cNvGraphicFramePr/>
          <p:nvPr/>
        </p:nvGraphicFramePr>
        <p:xfrm>
          <a:off x="1266884" y="2545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{F9EA724C-1799-4E02-8EEE-A64AB496120D}</a:tableStyleId>
              </a:tblPr>
              <a:tblGrid>
                <a:gridCol w="1953425"/>
                <a:gridCol w="1874525"/>
                <a:gridCol w="1874525"/>
                <a:gridCol w="1874525"/>
              </a:tblGrid>
              <a:tr h="34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Stage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Volume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Conversion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Drop-off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3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Awareness</a:t>
                      </a:r>
                      <a:endParaRPr sz="15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-1,000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Interest</a:t>
                      </a:r>
                      <a:endParaRPr sz="15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30,000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30%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-5,000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Consideration</a:t>
                      </a:r>
                      <a:endParaRPr sz="15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60,000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60%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-3,800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Conversion</a:t>
                      </a:r>
                      <a:endParaRPr sz="15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90,000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90%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-900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Horizontal funnel diagram infographics</a:t>
            </a:r>
            <a:endParaRPr/>
          </a:p>
        </p:txBody>
      </p:sp>
      <p:sp>
        <p:nvSpPr>
          <p:cNvPr id="552" name="Google Shape;552;p2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26"/>
          <p:cNvSpPr/>
          <p:nvPr/>
        </p:nvSpPr>
        <p:spPr>
          <a:xfrm rot="-5400000">
            <a:off x="1789808" y="2672676"/>
            <a:ext cx="2244083" cy="282050"/>
          </a:xfrm>
          <a:custGeom>
            <a:rect b="b" l="l" r="r" t="t"/>
            <a:pathLst>
              <a:path extrusionOk="0" h="138770" w="1374630">
                <a:moveTo>
                  <a:pt x="1374630" y="69381"/>
                </a:moveTo>
                <a:cubicBezTo>
                  <a:pt x="1374630" y="70767"/>
                  <a:pt x="1374223" y="72135"/>
                  <a:pt x="1373444" y="73503"/>
                </a:cubicBezTo>
                <a:cubicBezTo>
                  <a:pt x="1352323" y="109908"/>
                  <a:pt x="1053202" y="138771"/>
                  <a:pt x="687315" y="138771"/>
                </a:cubicBezTo>
                <a:cubicBezTo>
                  <a:pt x="321428" y="138771"/>
                  <a:pt x="22307" y="109908"/>
                  <a:pt x="1186" y="73503"/>
                </a:cubicBezTo>
                <a:cubicBezTo>
                  <a:pt x="398" y="72135"/>
                  <a:pt x="0" y="70767"/>
                  <a:pt x="0" y="69381"/>
                </a:cubicBezTo>
                <a:cubicBezTo>
                  <a:pt x="0" y="31062"/>
                  <a:pt x="307720" y="0"/>
                  <a:pt x="687315" y="0"/>
                </a:cubicBezTo>
                <a:cubicBezTo>
                  <a:pt x="1066910" y="0"/>
                  <a:pt x="1374630" y="31062"/>
                  <a:pt x="1374630" y="69381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6"/>
          <p:cNvSpPr/>
          <p:nvPr/>
        </p:nvSpPr>
        <p:spPr>
          <a:xfrm rot="-5400000">
            <a:off x="1280777" y="2608715"/>
            <a:ext cx="3261950" cy="409972"/>
          </a:xfrm>
          <a:custGeom>
            <a:rect b="b" l="l" r="r" t="t"/>
            <a:pathLst>
              <a:path extrusionOk="0" h="201708" w="1998132">
                <a:moveTo>
                  <a:pt x="999071" y="0"/>
                </a:moveTo>
                <a:cubicBezTo>
                  <a:pt x="447296" y="0"/>
                  <a:pt x="0" y="45151"/>
                  <a:pt x="0" y="100850"/>
                </a:cubicBezTo>
                <a:cubicBezTo>
                  <a:pt x="0" y="102236"/>
                  <a:pt x="277" y="103604"/>
                  <a:pt x="823" y="104972"/>
                </a:cubicBezTo>
                <a:cubicBezTo>
                  <a:pt x="22221" y="158766"/>
                  <a:pt x="460961" y="201709"/>
                  <a:pt x="999071" y="201709"/>
                </a:cubicBezTo>
                <a:cubicBezTo>
                  <a:pt x="1537180" y="201709"/>
                  <a:pt x="1966559" y="159666"/>
                  <a:pt x="1996496" y="106687"/>
                </a:cubicBezTo>
                <a:cubicBezTo>
                  <a:pt x="1997587" y="104756"/>
                  <a:pt x="1998132" y="102807"/>
                  <a:pt x="1998132" y="100850"/>
                </a:cubicBezTo>
                <a:cubicBezTo>
                  <a:pt x="1998141" y="45151"/>
                  <a:pt x="1550845" y="0"/>
                  <a:pt x="999071" y="0"/>
                </a:cubicBezTo>
                <a:close/>
                <a:moveTo>
                  <a:pt x="1685199" y="104972"/>
                </a:moveTo>
                <a:cubicBezTo>
                  <a:pt x="1664078" y="141377"/>
                  <a:pt x="1364957" y="170240"/>
                  <a:pt x="999071" y="170240"/>
                </a:cubicBezTo>
                <a:cubicBezTo>
                  <a:pt x="633184" y="170240"/>
                  <a:pt x="334063" y="141377"/>
                  <a:pt x="312942" y="104972"/>
                </a:cubicBezTo>
                <a:cubicBezTo>
                  <a:pt x="312154" y="103604"/>
                  <a:pt x="311755" y="102236"/>
                  <a:pt x="311755" y="100850"/>
                </a:cubicBezTo>
                <a:cubicBezTo>
                  <a:pt x="311755" y="62531"/>
                  <a:pt x="619476" y="31469"/>
                  <a:pt x="999071" y="31469"/>
                </a:cubicBezTo>
                <a:cubicBezTo>
                  <a:pt x="1378666" y="31469"/>
                  <a:pt x="1686386" y="62531"/>
                  <a:pt x="1686386" y="100850"/>
                </a:cubicBezTo>
                <a:cubicBezTo>
                  <a:pt x="1686386" y="102236"/>
                  <a:pt x="1685979" y="103604"/>
                  <a:pt x="1685199" y="1049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6"/>
          <p:cNvSpPr/>
          <p:nvPr/>
        </p:nvSpPr>
        <p:spPr>
          <a:xfrm rot="-5400000">
            <a:off x="1815243" y="2289860"/>
            <a:ext cx="3258091" cy="1047681"/>
          </a:xfrm>
          <a:custGeom>
            <a:rect b="b" l="l" r="r" t="t"/>
            <a:pathLst>
              <a:path extrusionOk="0" h="515464" w="1995768">
                <a:moveTo>
                  <a:pt x="1995768" y="1715"/>
                </a:moveTo>
                <a:lnTo>
                  <a:pt x="1803170" y="418165"/>
                </a:lnTo>
                <a:cubicBezTo>
                  <a:pt x="1803170" y="418165"/>
                  <a:pt x="1803170" y="418165"/>
                  <a:pt x="1803170" y="418182"/>
                </a:cubicBezTo>
                <a:lnTo>
                  <a:pt x="1801005" y="422867"/>
                </a:lnTo>
                <a:cubicBezTo>
                  <a:pt x="1801005" y="422867"/>
                  <a:pt x="1801005" y="422867"/>
                  <a:pt x="1801005" y="422885"/>
                </a:cubicBezTo>
                <a:cubicBezTo>
                  <a:pt x="1791505" y="437545"/>
                  <a:pt x="1756962" y="451314"/>
                  <a:pt x="1702761" y="463524"/>
                </a:cubicBezTo>
                <a:cubicBezTo>
                  <a:pt x="1565307" y="494508"/>
                  <a:pt x="1301378" y="515465"/>
                  <a:pt x="998360" y="515465"/>
                </a:cubicBezTo>
                <a:cubicBezTo>
                  <a:pt x="695343" y="515465"/>
                  <a:pt x="431180" y="494491"/>
                  <a:pt x="293778" y="463490"/>
                </a:cubicBezTo>
                <a:cubicBezTo>
                  <a:pt x="238694" y="451063"/>
                  <a:pt x="203960" y="437034"/>
                  <a:pt x="195223" y="422088"/>
                </a:cubicBezTo>
                <a:cubicBezTo>
                  <a:pt x="195223" y="422088"/>
                  <a:pt x="195223" y="422071"/>
                  <a:pt x="195223" y="422062"/>
                </a:cubicBezTo>
                <a:lnTo>
                  <a:pt x="193785" y="418979"/>
                </a:lnTo>
                <a:cubicBezTo>
                  <a:pt x="193785" y="418979"/>
                  <a:pt x="193785" y="418962"/>
                  <a:pt x="193785" y="418953"/>
                </a:cubicBezTo>
                <a:lnTo>
                  <a:pt x="0" y="0"/>
                </a:lnTo>
                <a:lnTo>
                  <a:pt x="95" y="0"/>
                </a:lnTo>
                <a:cubicBezTo>
                  <a:pt x="21493" y="53794"/>
                  <a:pt x="460234" y="96737"/>
                  <a:pt x="998343" y="96737"/>
                </a:cubicBezTo>
                <a:cubicBezTo>
                  <a:pt x="1536453" y="96737"/>
                  <a:pt x="1965832" y="54694"/>
                  <a:pt x="1995768" y="171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6"/>
          <p:cNvSpPr/>
          <p:nvPr/>
        </p:nvSpPr>
        <p:spPr>
          <a:xfrm rot="-5400000">
            <a:off x="3286215" y="2703899"/>
            <a:ext cx="1742344" cy="219604"/>
          </a:xfrm>
          <a:custGeom>
            <a:rect b="b" l="l" r="r" t="t"/>
            <a:pathLst>
              <a:path extrusionOk="0" h="138770" w="1374630">
                <a:moveTo>
                  <a:pt x="1374630" y="69381"/>
                </a:moveTo>
                <a:cubicBezTo>
                  <a:pt x="1374630" y="70767"/>
                  <a:pt x="1374223" y="72135"/>
                  <a:pt x="1373444" y="73503"/>
                </a:cubicBezTo>
                <a:cubicBezTo>
                  <a:pt x="1352323" y="109908"/>
                  <a:pt x="1053202" y="138771"/>
                  <a:pt x="687315" y="138771"/>
                </a:cubicBezTo>
                <a:cubicBezTo>
                  <a:pt x="321428" y="138771"/>
                  <a:pt x="22307" y="109908"/>
                  <a:pt x="1186" y="73503"/>
                </a:cubicBezTo>
                <a:cubicBezTo>
                  <a:pt x="398" y="72135"/>
                  <a:pt x="0" y="70767"/>
                  <a:pt x="0" y="69381"/>
                </a:cubicBezTo>
                <a:cubicBezTo>
                  <a:pt x="0" y="31062"/>
                  <a:pt x="307720" y="0"/>
                  <a:pt x="687315" y="0"/>
                </a:cubicBezTo>
                <a:cubicBezTo>
                  <a:pt x="1066910" y="0"/>
                  <a:pt x="1374630" y="31062"/>
                  <a:pt x="1374630" y="69381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6"/>
          <p:cNvSpPr/>
          <p:nvPr/>
        </p:nvSpPr>
        <p:spPr>
          <a:xfrm rot="-5400000">
            <a:off x="2891037" y="2654099"/>
            <a:ext cx="2532632" cy="319203"/>
          </a:xfrm>
          <a:custGeom>
            <a:rect b="b" l="l" r="r" t="t"/>
            <a:pathLst>
              <a:path extrusionOk="0" h="201708" w="1998132">
                <a:moveTo>
                  <a:pt x="999071" y="0"/>
                </a:moveTo>
                <a:cubicBezTo>
                  <a:pt x="447296" y="0"/>
                  <a:pt x="0" y="45151"/>
                  <a:pt x="0" y="100850"/>
                </a:cubicBezTo>
                <a:cubicBezTo>
                  <a:pt x="0" y="102236"/>
                  <a:pt x="277" y="103604"/>
                  <a:pt x="823" y="104972"/>
                </a:cubicBezTo>
                <a:cubicBezTo>
                  <a:pt x="22221" y="158766"/>
                  <a:pt x="460961" y="201709"/>
                  <a:pt x="999071" y="201709"/>
                </a:cubicBezTo>
                <a:cubicBezTo>
                  <a:pt x="1537180" y="201709"/>
                  <a:pt x="1966559" y="159666"/>
                  <a:pt x="1996496" y="106687"/>
                </a:cubicBezTo>
                <a:cubicBezTo>
                  <a:pt x="1997587" y="104756"/>
                  <a:pt x="1998132" y="102807"/>
                  <a:pt x="1998132" y="100850"/>
                </a:cubicBezTo>
                <a:cubicBezTo>
                  <a:pt x="1998141" y="45151"/>
                  <a:pt x="1550845" y="0"/>
                  <a:pt x="999071" y="0"/>
                </a:cubicBezTo>
                <a:close/>
                <a:moveTo>
                  <a:pt x="1685199" y="104972"/>
                </a:moveTo>
                <a:cubicBezTo>
                  <a:pt x="1664078" y="141377"/>
                  <a:pt x="1364957" y="170240"/>
                  <a:pt x="999071" y="170240"/>
                </a:cubicBezTo>
                <a:cubicBezTo>
                  <a:pt x="633184" y="170240"/>
                  <a:pt x="334063" y="141377"/>
                  <a:pt x="312942" y="104972"/>
                </a:cubicBezTo>
                <a:cubicBezTo>
                  <a:pt x="312154" y="103604"/>
                  <a:pt x="311755" y="102236"/>
                  <a:pt x="311755" y="100850"/>
                </a:cubicBezTo>
                <a:cubicBezTo>
                  <a:pt x="311755" y="62531"/>
                  <a:pt x="619476" y="31469"/>
                  <a:pt x="999071" y="31469"/>
                </a:cubicBezTo>
                <a:cubicBezTo>
                  <a:pt x="1378666" y="31469"/>
                  <a:pt x="1686386" y="62531"/>
                  <a:pt x="1686386" y="100850"/>
                </a:cubicBezTo>
                <a:cubicBezTo>
                  <a:pt x="1686386" y="102236"/>
                  <a:pt x="1685979" y="103604"/>
                  <a:pt x="1685199" y="1049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6"/>
          <p:cNvSpPr/>
          <p:nvPr/>
        </p:nvSpPr>
        <p:spPr>
          <a:xfrm rot="-5400000">
            <a:off x="3307024" y="2405840"/>
            <a:ext cx="2529636" cy="815722"/>
          </a:xfrm>
          <a:custGeom>
            <a:rect b="b" l="l" r="r" t="t"/>
            <a:pathLst>
              <a:path extrusionOk="0" h="515464" w="1995768">
                <a:moveTo>
                  <a:pt x="1995768" y="1715"/>
                </a:moveTo>
                <a:lnTo>
                  <a:pt x="1803170" y="418165"/>
                </a:lnTo>
                <a:cubicBezTo>
                  <a:pt x="1803170" y="418165"/>
                  <a:pt x="1803170" y="418165"/>
                  <a:pt x="1803170" y="418182"/>
                </a:cubicBezTo>
                <a:lnTo>
                  <a:pt x="1801005" y="422867"/>
                </a:lnTo>
                <a:cubicBezTo>
                  <a:pt x="1801005" y="422867"/>
                  <a:pt x="1801005" y="422867"/>
                  <a:pt x="1801005" y="422885"/>
                </a:cubicBezTo>
                <a:cubicBezTo>
                  <a:pt x="1791505" y="437545"/>
                  <a:pt x="1756962" y="451314"/>
                  <a:pt x="1702761" y="463524"/>
                </a:cubicBezTo>
                <a:cubicBezTo>
                  <a:pt x="1565307" y="494508"/>
                  <a:pt x="1301378" y="515465"/>
                  <a:pt x="998360" y="515465"/>
                </a:cubicBezTo>
                <a:cubicBezTo>
                  <a:pt x="695343" y="515465"/>
                  <a:pt x="431180" y="494491"/>
                  <a:pt x="293778" y="463490"/>
                </a:cubicBezTo>
                <a:cubicBezTo>
                  <a:pt x="238694" y="451063"/>
                  <a:pt x="203960" y="437034"/>
                  <a:pt x="195223" y="422088"/>
                </a:cubicBezTo>
                <a:cubicBezTo>
                  <a:pt x="195223" y="422088"/>
                  <a:pt x="195223" y="422071"/>
                  <a:pt x="195223" y="422062"/>
                </a:cubicBezTo>
                <a:lnTo>
                  <a:pt x="193785" y="418979"/>
                </a:lnTo>
                <a:cubicBezTo>
                  <a:pt x="193785" y="418979"/>
                  <a:pt x="193785" y="418962"/>
                  <a:pt x="193785" y="418953"/>
                </a:cubicBezTo>
                <a:lnTo>
                  <a:pt x="0" y="0"/>
                </a:lnTo>
                <a:lnTo>
                  <a:pt x="95" y="0"/>
                </a:lnTo>
                <a:cubicBezTo>
                  <a:pt x="21493" y="53794"/>
                  <a:pt x="460234" y="96737"/>
                  <a:pt x="998343" y="96737"/>
                </a:cubicBezTo>
                <a:cubicBezTo>
                  <a:pt x="1536453" y="96737"/>
                  <a:pt x="1965832" y="54694"/>
                  <a:pt x="1995768" y="17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6"/>
          <p:cNvSpPr/>
          <p:nvPr/>
        </p:nvSpPr>
        <p:spPr>
          <a:xfrm rot="-5400000">
            <a:off x="4381050" y="2715001"/>
            <a:ext cx="1567078" cy="197400"/>
          </a:xfrm>
          <a:custGeom>
            <a:rect b="b" l="l" r="r" t="t"/>
            <a:pathLst>
              <a:path extrusionOk="0" h="138770" w="1374630">
                <a:moveTo>
                  <a:pt x="1374630" y="69381"/>
                </a:moveTo>
                <a:cubicBezTo>
                  <a:pt x="1374630" y="70767"/>
                  <a:pt x="1374223" y="72135"/>
                  <a:pt x="1373444" y="73503"/>
                </a:cubicBezTo>
                <a:cubicBezTo>
                  <a:pt x="1352323" y="109908"/>
                  <a:pt x="1053202" y="138771"/>
                  <a:pt x="687315" y="138771"/>
                </a:cubicBezTo>
                <a:cubicBezTo>
                  <a:pt x="321428" y="138771"/>
                  <a:pt x="22307" y="109908"/>
                  <a:pt x="1186" y="73503"/>
                </a:cubicBezTo>
                <a:cubicBezTo>
                  <a:pt x="398" y="72135"/>
                  <a:pt x="0" y="70767"/>
                  <a:pt x="0" y="69381"/>
                </a:cubicBezTo>
                <a:cubicBezTo>
                  <a:pt x="0" y="31062"/>
                  <a:pt x="307720" y="0"/>
                  <a:pt x="687315" y="0"/>
                </a:cubicBezTo>
                <a:cubicBezTo>
                  <a:pt x="1066910" y="0"/>
                  <a:pt x="1374630" y="31062"/>
                  <a:pt x="1374630" y="69381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6"/>
          <p:cNvSpPr/>
          <p:nvPr/>
        </p:nvSpPr>
        <p:spPr>
          <a:xfrm rot="-5400000">
            <a:off x="4025659" y="2670236"/>
            <a:ext cx="2277870" cy="286930"/>
          </a:xfrm>
          <a:custGeom>
            <a:rect b="b" l="l" r="r" t="t"/>
            <a:pathLst>
              <a:path extrusionOk="0" h="201708" w="1998132">
                <a:moveTo>
                  <a:pt x="999071" y="0"/>
                </a:moveTo>
                <a:cubicBezTo>
                  <a:pt x="447296" y="0"/>
                  <a:pt x="0" y="45151"/>
                  <a:pt x="0" y="100850"/>
                </a:cubicBezTo>
                <a:cubicBezTo>
                  <a:pt x="0" y="102236"/>
                  <a:pt x="277" y="103604"/>
                  <a:pt x="823" y="104972"/>
                </a:cubicBezTo>
                <a:cubicBezTo>
                  <a:pt x="22221" y="158766"/>
                  <a:pt x="460961" y="201709"/>
                  <a:pt x="999071" y="201709"/>
                </a:cubicBezTo>
                <a:cubicBezTo>
                  <a:pt x="1537180" y="201709"/>
                  <a:pt x="1966559" y="159666"/>
                  <a:pt x="1996496" y="106687"/>
                </a:cubicBezTo>
                <a:cubicBezTo>
                  <a:pt x="1997587" y="104756"/>
                  <a:pt x="1998132" y="102807"/>
                  <a:pt x="1998132" y="100850"/>
                </a:cubicBezTo>
                <a:cubicBezTo>
                  <a:pt x="1998141" y="45151"/>
                  <a:pt x="1550845" y="0"/>
                  <a:pt x="999071" y="0"/>
                </a:cubicBezTo>
                <a:close/>
                <a:moveTo>
                  <a:pt x="1685199" y="104972"/>
                </a:moveTo>
                <a:cubicBezTo>
                  <a:pt x="1664078" y="141377"/>
                  <a:pt x="1364957" y="170240"/>
                  <a:pt x="999071" y="170240"/>
                </a:cubicBezTo>
                <a:cubicBezTo>
                  <a:pt x="633184" y="170240"/>
                  <a:pt x="334063" y="141377"/>
                  <a:pt x="312942" y="104972"/>
                </a:cubicBezTo>
                <a:cubicBezTo>
                  <a:pt x="312154" y="103604"/>
                  <a:pt x="311755" y="102236"/>
                  <a:pt x="311755" y="100850"/>
                </a:cubicBezTo>
                <a:cubicBezTo>
                  <a:pt x="311755" y="62531"/>
                  <a:pt x="619476" y="31469"/>
                  <a:pt x="999071" y="31469"/>
                </a:cubicBezTo>
                <a:cubicBezTo>
                  <a:pt x="1378666" y="31469"/>
                  <a:pt x="1686386" y="62531"/>
                  <a:pt x="1686386" y="100850"/>
                </a:cubicBezTo>
                <a:cubicBezTo>
                  <a:pt x="1686386" y="102236"/>
                  <a:pt x="1685979" y="103604"/>
                  <a:pt x="1685199" y="1049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6"/>
          <p:cNvSpPr/>
          <p:nvPr/>
        </p:nvSpPr>
        <p:spPr>
          <a:xfrm rot="-5400000">
            <a:off x="4399472" y="2447077"/>
            <a:ext cx="2275176" cy="733248"/>
          </a:xfrm>
          <a:custGeom>
            <a:rect b="b" l="l" r="r" t="t"/>
            <a:pathLst>
              <a:path extrusionOk="0" h="515464" w="1995768">
                <a:moveTo>
                  <a:pt x="1995768" y="1715"/>
                </a:moveTo>
                <a:lnTo>
                  <a:pt x="1803170" y="418165"/>
                </a:lnTo>
                <a:cubicBezTo>
                  <a:pt x="1803170" y="418165"/>
                  <a:pt x="1803170" y="418165"/>
                  <a:pt x="1803170" y="418182"/>
                </a:cubicBezTo>
                <a:lnTo>
                  <a:pt x="1801005" y="422867"/>
                </a:lnTo>
                <a:cubicBezTo>
                  <a:pt x="1801005" y="422867"/>
                  <a:pt x="1801005" y="422867"/>
                  <a:pt x="1801005" y="422885"/>
                </a:cubicBezTo>
                <a:cubicBezTo>
                  <a:pt x="1791505" y="437545"/>
                  <a:pt x="1756962" y="451314"/>
                  <a:pt x="1702761" y="463524"/>
                </a:cubicBezTo>
                <a:cubicBezTo>
                  <a:pt x="1565307" y="494508"/>
                  <a:pt x="1301378" y="515465"/>
                  <a:pt x="998360" y="515465"/>
                </a:cubicBezTo>
                <a:cubicBezTo>
                  <a:pt x="695343" y="515465"/>
                  <a:pt x="431180" y="494491"/>
                  <a:pt x="293778" y="463490"/>
                </a:cubicBezTo>
                <a:cubicBezTo>
                  <a:pt x="238694" y="451063"/>
                  <a:pt x="203960" y="437034"/>
                  <a:pt x="195223" y="422088"/>
                </a:cubicBezTo>
                <a:cubicBezTo>
                  <a:pt x="195223" y="422088"/>
                  <a:pt x="195223" y="422071"/>
                  <a:pt x="195223" y="422062"/>
                </a:cubicBezTo>
                <a:lnTo>
                  <a:pt x="193785" y="418979"/>
                </a:lnTo>
                <a:cubicBezTo>
                  <a:pt x="193785" y="418979"/>
                  <a:pt x="193785" y="418962"/>
                  <a:pt x="193785" y="418953"/>
                </a:cubicBezTo>
                <a:lnTo>
                  <a:pt x="0" y="0"/>
                </a:lnTo>
                <a:lnTo>
                  <a:pt x="95" y="0"/>
                </a:lnTo>
                <a:cubicBezTo>
                  <a:pt x="21493" y="53794"/>
                  <a:pt x="460234" y="96737"/>
                  <a:pt x="998343" y="96737"/>
                </a:cubicBezTo>
                <a:cubicBezTo>
                  <a:pt x="1536453" y="96737"/>
                  <a:pt x="1965832" y="54694"/>
                  <a:pt x="1995768" y="17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6"/>
          <p:cNvSpPr/>
          <p:nvPr/>
        </p:nvSpPr>
        <p:spPr>
          <a:xfrm rot="-5400000">
            <a:off x="5133173" y="2697214"/>
            <a:ext cx="1853267" cy="232973"/>
          </a:xfrm>
          <a:custGeom>
            <a:rect b="b" l="l" r="r" t="t"/>
            <a:pathLst>
              <a:path extrusionOk="0" h="201708" w="1998132">
                <a:moveTo>
                  <a:pt x="999071" y="0"/>
                </a:moveTo>
                <a:cubicBezTo>
                  <a:pt x="447296" y="0"/>
                  <a:pt x="0" y="45151"/>
                  <a:pt x="0" y="100850"/>
                </a:cubicBezTo>
                <a:cubicBezTo>
                  <a:pt x="0" y="102236"/>
                  <a:pt x="277" y="103604"/>
                  <a:pt x="823" y="104972"/>
                </a:cubicBezTo>
                <a:cubicBezTo>
                  <a:pt x="22221" y="158766"/>
                  <a:pt x="460961" y="201709"/>
                  <a:pt x="999071" y="201709"/>
                </a:cubicBezTo>
                <a:cubicBezTo>
                  <a:pt x="1537180" y="201709"/>
                  <a:pt x="1966559" y="159666"/>
                  <a:pt x="1996496" y="106687"/>
                </a:cubicBezTo>
                <a:cubicBezTo>
                  <a:pt x="1997587" y="104756"/>
                  <a:pt x="1998132" y="102807"/>
                  <a:pt x="1998132" y="100850"/>
                </a:cubicBezTo>
                <a:cubicBezTo>
                  <a:pt x="1998141" y="45151"/>
                  <a:pt x="1550845" y="0"/>
                  <a:pt x="999071" y="0"/>
                </a:cubicBezTo>
                <a:close/>
                <a:moveTo>
                  <a:pt x="1685199" y="104972"/>
                </a:moveTo>
                <a:cubicBezTo>
                  <a:pt x="1664078" y="141377"/>
                  <a:pt x="1364957" y="170240"/>
                  <a:pt x="999071" y="170240"/>
                </a:cubicBezTo>
                <a:cubicBezTo>
                  <a:pt x="633184" y="170240"/>
                  <a:pt x="334063" y="141377"/>
                  <a:pt x="312942" y="104972"/>
                </a:cubicBezTo>
                <a:cubicBezTo>
                  <a:pt x="312154" y="103604"/>
                  <a:pt x="311755" y="102236"/>
                  <a:pt x="311755" y="100850"/>
                </a:cubicBezTo>
                <a:cubicBezTo>
                  <a:pt x="311755" y="62531"/>
                  <a:pt x="619476" y="31469"/>
                  <a:pt x="999071" y="31469"/>
                </a:cubicBezTo>
                <a:cubicBezTo>
                  <a:pt x="1378666" y="31469"/>
                  <a:pt x="1686386" y="62531"/>
                  <a:pt x="1686386" y="100850"/>
                </a:cubicBezTo>
                <a:cubicBezTo>
                  <a:pt x="1686386" y="102236"/>
                  <a:pt x="1685979" y="103604"/>
                  <a:pt x="1685199" y="1049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6"/>
          <p:cNvSpPr/>
          <p:nvPr/>
        </p:nvSpPr>
        <p:spPr>
          <a:xfrm rot="-5400000">
            <a:off x="5436945" y="2516020"/>
            <a:ext cx="1851075" cy="595361"/>
          </a:xfrm>
          <a:custGeom>
            <a:rect b="b" l="l" r="r" t="t"/>
            <a:pathLst>
              <a:path extrusionOk="0" h="515464" w="1995768">
                <a:moveTo>
                  <a:pt x="1995768" y="1715"/>
                </a:moveTo>
                <a:lnTo>
                  <a:pt x="1803170" y="418165"/>
                </a:lnTo>
                <a:cubicBezTo>
                  <a:pt x="1803170" y="418165"/>
                  <a:pt x="1803170" y="418165"/>
                  <a:pt x="1803170" y="418182"/>
                </a:cubicBezTo>
                <a:lnTo>
                  <a:pt x="1801005" y="422867"/>
                </a:lnTo>
                <a:cubicBezTo>
                  <a:pt x="1801005" y="422867"/>
                  <a:pt x="1801005" y="422867"/>
                  <a:pt x="1801005" y="422885"/>
                </a:cubicBezTo>
                <a:cubicBezTo>
                  <a:pt x="1791505" y="437545"/>
                  <a:pt x="1756962" y="451314"/>
                  <a:pt x="1702761" y="463524"/>
                </a:cubicBezTo>
                <a:cubicBezTo>
                  <a:pt x="1565307" y="494508"/>
                  <a:pt x="1301378" y="515465"/>
                  <a:pt x="998360" y="515465"/>
                </a:cubicBezTo>
                <a:cubicBezTo>
                  <a:pt x="695343" y="515465"/>
                  <a:pt x="431180" y="494491"/>
                  <a:pt x="293778" y="463490"/>
                </a:cubicBezTo>
                <a:cubicBezTo>
                  <a:pt x="238694" y="451063"/>
                  <a:pt x="203960" y="437034"/>
                  <a:pt x="195223" y="422088"/>
                </a:cubicBezTo>
                <a:cubicBezTo>
                  <a:pt x="195223" y="422088"/>
                  <a:pt x="195223" y="422071"/>
                  <a:pt x="195223" y="422062"/>
                </a:cubicBezTo>
                <a:lnTo>
                  <a:pt x="193785" y="418979"/>
                </a:lnTo>
                <a:cubicBezTo>
                  <a:pt x="193785" y="418979"/>
                  <a:pt x="193785" y="418962"/>
                  <a:pt x="193785" y="418953"/>
                </a:cubicBezTo>
                <a:lnTo>
                  <a:pt x="0" y="0"/>
                </a:lnTo>
                <a:lnTo>
                  <a:pt x="95" y="0"/>
                </a:lnTo>
                <a:cubicBezTo>
                  <a:pt x="21493" y="53794"/>
                  <a:pt x="460234" y="96737"/>
                  <a:pt x="998343" y="96737"/>
                </a:cubicBezTo>
                <a:cubicBezTo>
                  <a:pt x="1536453" y="96737"/>
                  <a:pt x="1965832" y="54694"/>
                  <a:pt x="1995768" y="171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6"/>
          <p:cNvSpPr/>
          <p:nvPr/>
        </p:nvSpPr>
        <p:spPr>
          <a:xfrm rot="-5400000">
            <a:off x="5422394" y="2733561"/>
            <a:ext cx="1274969" cy="160279"/>
          </a:xfrm>
          <a:custGeom>
            <a:rect b="b" l="l" r="r" t="t"/>
            <a:pathLst>
              <a:path extrusionOk="0" h="138770" w="1374630">
                <a:moveTo>
                  <a:pt x="1374630" y="69381"/>
                </a:moveTo>
                <a:cubicBezTo>
                  <a:pt x="1374630" y="70767"/>
                  <a:pt x="1374223" y="72135"/>
                  <a:pt x="1373444" y="73503"/>
                </a:cubicBezTo>
                <a:cubicBezTo>
                  <a:pt x="1352323" y="109908"/>
                  <a:pt x="1053202" y="138771"/>
                  <a:pt x="687315" y="138771"/>
                </a:cubicBezTo>
                <a:cubicBezTo>
                  <a:pt x="321428" y="138771"/>
                  <a:pt x="22307" y="109908"/>
                  <a:pt x="1186" y="73503"/>
                </a:cubicBezTo>
                <a:cubicBezTo>
                  <a:pt x="398" y="72135"/>
                  <a:pt x="0" y="70767"/>
                  <a:pt x="0" y="69381"/>
                </a:cubicBezTo>
                <a:cubicBezTo>
                  <a:pt x="0" y="31062"/>
                  <a:pt x="307720" y="0"/>
                  <a:pt x="687315" y="0"/>
                </a:cubicBezTo>
                <a:cubicBezTo>
                  <a:pt x="1066910" y="0"/>
                  <a:pt x="1374630" y="31062"/>
                  <a:pt x="1374630" y="69381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6"/>
          <p:cNvSpPr/>
          <p:nvPr/>
        </p:nvSpPr>
        <p:spPr>
          <a:xfrm rot="-5400000">
            <a:off x="6062425" y="2721671"/>
            <a:ext cx="1463632" cy="184059"/>
          </a:xfrm>
          <a:custGeom>
            <a:rect b="b" l="l" r="r" t="t"/>
            <a:pathLst>
              <a:path extrusionOk="0" h="201708" w="1998132">
                <a:moveTo>
                  <a:pt x="999071" y="0"/>
                </a:moveTo>
                <a:cubicBezTo>
                  <a:pt x="447296" y="0"/>
                  <a:pt x="0" y="45151"/>
                  <a:pt x="0" y="100850"/>
                </a:cubicBezTo>
                <a:cubicBezTo>
                  <a:pt x="0" y="102236"/>
                  <a:pt x="277" y="103604"/>
                  <a:pt x="823" y="104972"/>
                </a:cubicBezTo>
                <a:cubicBezTo>
                  <a:pt x="22221" y="158766"/>
                  <a:pt x="460961" y="201709"/>
                  <a:pt x="999071" y="201709"/>
                </a:cubicBezTo>
                <a:cubicBezTo>
                  <a:pt x="1537180" y="201709"/>
                  <a:pt x="1966559" y="159666"/>
                  <a:pt x="1996496" y="106687"/>
                </a:cubicBezTo>
                <a:cubicBezTo>
                  <a:pt x="1997587" y="104756"/>
                  <a:pt x="1998132" y="102807"/>
                  <a:pt x="1998132" y="100850"/>
                </a:cubicBezTo>
                <a:cubicBezTo>
                  <a:pt x="1998141" y="45151"/>
                  <a:pt x="1550845" y="0"/>
                  <a:pt x="999071" y="0"/>
                </a:cubicBezTo>
                <a:close/>
                <a:moveTo>
                  <a:pt x="1685199" y="104972"/>
                </a:moveTo>
                <a:cubicBezTo>
                  <a:pt x="1664078" y="141377"/>
                  <a:pt x="1364957" y="170240"/>
                  <a:pt x="999071" y="170240"/>
                </a:cubicBezTo>
                <a:cubicBezTo>
                  <a:pt x="633184" y="170240"/>
                  <a:pt x="334063" y="141377"/>
                  <a:pt x="312942" y="104972"/>
                </a:cubicBezTo>
                <a:cubicBezTo>
                  <a:pt x="312154" y="103604"/>
                  <a:pt x="311755" y="102236"/>
                  <a:pt x="311755" y="100850"/>
                </a:cubicBezTo>
                <a:cubicBezTo>
                  <a:pt x="311755" y="62531"/>
                  <a:pt x="619476" y="31469"/>
                  <a:pt x="999071" y="31469"/>
                </a:cubicBezTo>
                <a:cubicBezTo>
                  <a:pt x="1378666" y="31469"/>
                  <a:pt x="1686386" y="62531"/>
                  <a:pt x="1686386" y="100850"/>
                </a:cubicBezTo>
                <a:cubicBezTo>
                  <a:pt x="1686386" y="102236"/>
                  <a:pt x="1685979" y="103604"/>
                  <a:pt x="1685199" y="1049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6"/>
          <p:cNvSpPr/>
          <p:nvPr/>
        </p:nvSpPr>
        <p:spPr>
          <a:xfrm rot="-5400000">
            <a:off x="6302238" y="2578520"/>
            <a:ext cx="1461900" cy="470361"/>
          </a:xfrm>
          <a:custGeom>
            <a:rect b="b" l="l" r="r" t="t"/>
            <a:pathLst>
              <a:path extrusionOk="0" h="515464" w="1995768">
                <a:moveTo>
                  <a:pt x="1995768" y="1715"/>
                </a:moveTo>
                <a:lnTo>
                  <a:pt x="1803170" y="418165"/>
                </a:lnTo>
                <a:cubicBezTo>
                  <a:pt x="1803170" y="418165"/>
                  <a:pt x="1803170" y="418165"/>
                  <a:pt x="1803170" y="418182"/>
                </a:cubicBezTo>
                <a:lnTo>
                  <a:pt x="1801005" y="422867"/>
                </a:lnTo>
                <a:cubicBezTo>
                  <a:pt x="1801005" y="422867"/>
                  <a:pt x="1801005" y="422867"/>
                  <a:pt x="1801005" y="422885"/>
                </a:cubicBezTo>
                <a:cubicBezTo>
                  <a:pt x="1791505" y="437545"/>
                  <a:pt x="1756962" y="451314"/>
                  <a:pt x="1702761" y="463524"/>
                </a:cubicBezTo>
                <a:cubicBezTo>
                  <a:pt x="1565307" y="494508"/>
                  <a:pt x="1301378" y="515465"/>
                  <a:pt x="998360" y="515465"/>
                </a:cubicBezTo>
                <a:cubicBezTo>
                  <a:pt x="695343" y="515465"/>
                  <a:pt x="431180" y="494491"/>
                  <a:pt x="293778" y="463490"/>
                </a:cubicBezTo>
                <a:cubicBezTo>
                  <a:pt x="238694" y="451063"/>
                  <a:pt x="203960" y="437034"/>
                  <a:pt x="195223" y="422088"/>
                </a:cubicBezTo>
                <a:cubicBezTo>
                  <a:pt x="195223" y="422088"/>
                  <a:pt x="195223" y="422071"/>
                  <a:pt x="195223" y="422062"/>
                </a:cubicBezTo>
                <a:lnTo>
                  <a:pt x="193785" y="418979"/>
                </a:lnTo>
                <a:cubicBezTo>
                  <a:pt x="193785" y="418979"/>
                  <a:pt x="193785" y="418962"/>
                  <a:pt x="193785" y="418953"/>
                </a:cubicBezTo>
                <a:lnTo>
                  <a:pt x="0" y="0"/>
                </a:lnTo>
                <a:lnTo>
                  <a:pt x="95" y="0"/>
                </a:lnTo>
                <a:cubicBezTo>
                  <a:pt x="21493" y="53794"/>
                  <a:pt x="460234" y="96737"/>
                  <a:pt x="998343" y="96737"/>
                </a:cubicBezTo>
                <a:cubicBezTo>
                  <a:pt x="1536453" y="96737"/>
                  <a:pt x="1965832" y="54694"/>
                  <a:pt x="1995768" y="171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6"/>
          <p:cNvSpPr/>
          <p:nvPr/>
        </p:nvSpPr>
        <p:spPr>
          <a:xfrm rot="-5400000">
            <a:off x="6290785" y="2750387"/>
            <a:ext cx="1006916" cy="126628"/>
          </a:xfrm>
          <a:custGeom>
            <a:rect b="b" l="l" r="r" t="t"/>
            <a:pathLst>
              <a:path extrusionOk="0" h="138770" w="1374630">
                <a:moveTo>
                  <a:pt x="1374630" y="69381"/>
                </a:moveTo>
                <a:cubicBezTo>
                  <a:pt x="1374630" y="70767"/>
                  <a:pt x="1374223" y="72135"/>
                  <a:pt x="1373444" y="73503"/>
                </a:cubicBezTo>
                <a:cubicBezTo>
                  <a:pt x="1352323" y="109908"/>
                  <a:pt x="1053202" y="138771"/>
                  <a:pt x="687315" y="138771"/>
                </a:cubicBezTo>
                <a:cubicBezTo>
                  <a:pt x="321428" y="138771"/>
                  <a:pt x="22307" y="109908"/>
                  <a:pt x="1186" y="73503"/>
                </a:cubicBezTo>
                <a:cubicBezTo>
                  <a:pt x="398" y="72135"/>
                  <a:pt x="0" y="70767"/>
                  <a:pt x="0" y="69381"/>
                </a:cubicBezTo>
                <a:cubicBezTo>
                  <a:pt x="0" y="31062"/>
                  <a:pt x="307720" y="0"/>
                  <a:pt x="687315" y="0"/>
                </a:cubicBezTo>
                <a:cubicBezTo>
                  <a:pt x="1066910" y="0"/>
                  <a:pt x="1374630" y="31062"/>
                  <a:pt x="1374630" y="69381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6"/>
          <p:cNvSpPr/>
          <p:nvPr/>
        </p:nvSpPr>
        <p:spPr>
          <a:xfrm rot="-5400000">
            <a:off x="6852074" y="2747893"/>
            <a:ext cx="1044024" cy="131614"/>
          </a:xfrm>
          <a:custGeom>
            <a:rect b="b" l="l" r="r" t="t"/>
            <a:pathLst>
              <a:path extrusionOk="0" h="201708" w="1998132">
                <a:moveTo>
                  <a:pt x="999071" y="0"/>
                </a:moveTo>
                <a:cubicBezTo>
                  <a:pt x="447296" y="0"/>
                  <a:pt x="0" y="45151"/>
                  <a:pt x="0" y="100850"/>
                </a:cubicBezTo>
                <a:cubicBezTo>
                  <a:pt x="0" y="102236"/>
                  <a:pt x="277" y="103604"/>
                  <a:pt x="823" y="104972"/>
                </a:cubicBezTo>
                <a:cubicBezTo>
                  <a:pt x="22221" y="158766"/>
                  <a:pt x="460961" y="201709"/>
                  <a:pt x="999071" y="201709"/>
                </a:cubicBezTo>
                <a:cubicBezTo>
                  <a:pt x="1537180" y="201709"/>
                  <a:pt x="1966559" y="159666"/>
                  <a:pt x="1996496" y="106687"/>
                </a:cubicBezTo>
                <a:cubicBezTo>
                  <a:pt x="1997587" y="104756"/>
                  <a:pt x="1998132" y="102807"/>
                  <a:pt x="1998132" y="100850"/>
                </a:cubicBezTo>
                <a:cubicBezTo>
                  <a:pt x="1998141" y="45151"/>
                  <a:pt x="1550845" y="0"/>
                  <a:pt x="999071" y="0"/>
                </a:cubicBezTo>
                <a:close/>
                <a:moveTo>
                  <a:pt x="1685199" y="104972"/>
                </a:moveTo>
                <a:cubicBezTo>
                  <a:pt x="1664078" y="141377"/>
                  <a:pt x="1364957" y="170240"/>
                  <a:pt x="999071" y="170240"/>
                </a:cubicBezTo>
                <a:cubicBezTo>
                  <a:pt x="633184" y="170240"/>
                  <a:pt x="334063" y="141377"/>
                  <a:pt x="312942" y="104972"/>
                </a:cubicBezTo>
                <a:cubicBezTo>
                  <a:pt x="312154" y="103604"/>
                  <a:pt x="311755" y="102236"/>
                  <a:pt x="311755" y="100850"/>
                </a:cubicBezTo>
                <a:cubicBezTo>
                  <a:pt x="311755" y="62531"/>
                  <a:pt x="619476" y="31469"/>
                  <a:pt x="999071" y="31469"/>
                </a:cubicBezTo>
                <a:cubicBezTo>
                  <a:pt x="1378666" y="31469"/>
                  <a:pt x="1686386" y="62531"/>
                  <a:pt x="1686386" y="100850"/>
                </a:cubicBezTo>
                <a:cubicBezTo>
                  <a:pt x="1686386" y="102236"/>
                  <a:pt x="1685979" y="103604"/>
                  <a:pt x="1685199" y="1049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6"/>
          <p:cNvSpPr/>
          <p:nvPr/>
        </p:nvSpPr>
        <p:spPr>
          <a:xfrm rot="-5400000">
            <a:off x="7023583" y="2645531"/>
            <a:ext cx="1042789" cy="336340"/>
          </a:xfrm>
          <a:custGeom>
            <a:rect b="b" l="l" r="r" t="t"/>
            <a:pathLst>
              <a:path extrusionOk="0" h="515464" w="1995768">
                <a:moveTo>
                  <a:pt x="1995768" y="1715"/>
                </a:moveTo>
                <a:lnTo>
                  <a:pt x="1803170" y="418165"/>
                </a:lnTo>
                <a:cubicBezTo>
                  <a:pt x="1803170" y="418165"/>
                  <a:pt x="1803170" y="418165"/>
                  <a:pt x="1803170" y="418182"/>
                </a:cubicBezTo>
                <a:lnTo>
                  <a:pt x="1801005" y="422867"/>
                </a:lnTo>
                <a:cubicBezTo>
                  <a:pt x="1801005" y="422867"/>
                  <a:pt x="1801005" y="422867"/>
                  <a:pt x="1801005" y="422885"/>
                </a:cubicBezTo>
                <a:cubicBezTo>
                  <a:pt x="1791505" y="437545"/>
                  <a:pt x="1756962" y="451314"/>
                  <a:pt x="1702761" y="463524"/>
                </a:cubicBezTo>
                <a:cubicBezTo>
                  <a:pt x="1565307" y="494508"/>
                  <a:pt x="1301378" y="515465"/>
                  <a:pt x="998360" y="515465"/>
                </a:cubicBezTo>
                <a:cubicBezTo>
                  <a:pt x="695343" y="515465"/>
                  <a:pt x="431180" y="494491"/>
                  <a:pt x="293778" y="463490"/>
                </a:cubicBezTo>
                <a:cubicBezTo>
                  <a:pt x="238694" y="451063"/>
                  <a:pt x="203960" y="437034"/>
                  <a:pt x="195223" y="422088"/>
                </a:cubicBezTo>
                <a:cubicBezTo>
                  <a:pt x="195223" y="422088"/>
                  <a:pt x="195223" y="422071"/>
                  <a:pt x="195223" y="422062"/>
                </a:cubicBezTo>
                <a:lnTo>
                  <a:pt x="193785" y="418979"/>
                </a:lnTo>
                <a:cubicBezTo>
                  <a:pt x="193785" y="418979"/>
                  <a:pt x="193785" y="418962"/>
                  <a:pt x="193785" y="418953"/>
                </a:cubicBezTo>
                <a:lnTo>
                  <a:pt x="0" y="0"/>
                </a:lnTo>
                <a:lnTo>
                  <a:pt x="95" y="0"/>
                </a:lnTo>
                <a:cubicBezTo>
                  <a:pt x="21493" y="53794"/>
                  <a:pt x="460234" y="96737"/>
                  <a:pt x="998343" y="96737"/>
                </a:cubicBezTo>
                <a:cubicBezTo>
                  <a:pt x="1536453" y="96737"/>
                  <a:pt x="1965832" y="54694"/>
                  <a:pt x="1995768" y="171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6"/>
          <p:cNvSpPr/>
          <p:nvPr/>
        </p:nvSpPr>
        <p:spPr>
          <a:xfrm rot="-5400000">
            <a:off x="7014974" y="2768427"/>
            <a:ext cx="718244" cy="90547"/>
          </a:xfrm>
          <a:custGeom>
            <a:rect b="b" l="l" r="r" t="t"/>
            <a:pathLst>
              <a:path extrusionOk="0" h="138770" w="1374630">
                <a:moveTo>
                  <a:pt x="1374630" y="69381"/>
                </a:moveTo>
                <a:cubicBezTo>
                  <a:pt x="1374630" y="70767"/>
                  <a:pt x="1374223" y="72135"/>
                  <a:pt x="1373444" y="73503"/>
                </a:cubicBezTo>
                <a:cubicBezTo>
                  <a:pt x="1352323" y="109908"/>
                  <a:pt x="1053202" y="138771"/>
                  <a:pt x="687315" y="138771"/>
                </a:cubicBezTo>
                <a:cubicBezTo>
                  <a:pt x="321428" y="138771"/>
                  <a:pt x="22307" y="109908"/>
                  <a:pt x="1186" y="73503"/>
                </a:cubicBezTo>
                <a:cubicBezTo>
                  <a:pt x="398" y="72135"/>
                  <a:pt x="0" y="70767"/>
                  <a:pt x="0" y="69381"/>
                </a:cubicBezTo>
                <a:cubicBezTo>
                  <a:pt x="0" y="31062"/>
                  <a:pt x="307720" y="0"/>
                  <a:pt x="687315" y="0"/>
                </a:cubicBezTo>
                <a:cubicBezTo>
                  <a:pt x="1066910" y="0"/>
                  <a:pt x="1374630" y="31062"/>
                  <a:pt x="1374630" y="69381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7872920" y="2177551"/>
            <a:ext cx="717000" cy="127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2" name="Google Shape;572;p26"/>
          <p:cNvSpPr txBox="1"/>
          <p:nvPr/>
        </p:nvSpPr>
        <p:spPr>
          <a:xfrm rot="-5400000">
            <a:off x="7191125" y="2606775"/>
            <a:ext cx="7077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3" name="Google Shape;573;p26"/>
          <p:cNvSpPr txBox="1"/>
          <p:nvPr/>
        </p:nvSpPr>
        <p:spPr>
          <a:xfrm rot="-5400000">
            <a:off x="6470845" y="2606701"/>
            <a:ext cx="1166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4" name="Google Shape;574;p26"/>
          <p:cNvSpPr txBox="1"/>
          <p:nvPr/>
        </p:nvSpPr>
        <p:spPr>
          <a:xfrm rot="-5400000">
            <a:off x="5811917" y="2606701"/>
            <a:ext cx="1166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Saturn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5" name="Google Shape;575;p26"/>
          <p:cNvSpPr txBox="1"/>
          <p:nvPr/>
        </p:nvSpPr>
        <p:spPr>
          <a:xfrm rot="-5400000">
            <a:off x="5000779" y="2606701"/>
            <a:ext cx="1166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Neptune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6" name="Google Shape;576;p26"/>
          <p:cNvSpPr txBox="1"/>
          <p:nvPr/>
        </p:nvSpPr>
        <p:spPr>
          <a:xfrm rot="-5400000">
            <a:off x="4024317" y="2606701"/>
            <a:ext cx="1166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7" name="Google Shape;577;p26"/>
          <p:cNvSpPr txBox="1"/>
          <p:nvPr/>
        </p:nvSpPr>
        <p:spPr>
          <a:xfrm rot="-5400000">
            <a:off x="2900592" y="2606701"/>
            <a:ext cx="1166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Earth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8" name="Google Shape;578;p26"/>
          <p:cNvSpPr/>
          <p:nvPr/>
        </p:nvSpPr>
        <p:spPr>
          <a:xfrm>
            <a:off x="554080" y="1284966"/>
            <a:ext cx="322500" cy="322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9" name="Google Shape;579;p26"/>
          <p:cNvSpPr txBox="1"/>
          <p:nvPr/>
        </p:nvSpPr>
        <p:spPr>
          <a:xfrm>
            <a:off x="1008967" y="1196450"/>
            <a:ext cx="14784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a small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0" name="Google Shape;580;p26"/>
          <p:cNvSpPr/>
          <p:nvPr/>
        </p:nvSpPr>
        <p:spPr>
          <a:xfrm>
            <a:off x="554080" y="1831966"/>
            <a:ext cx="322500" cy="322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1" name="Google Shape;581;p26"/>
          <p:cNvSpPr txBox="1"/>
          <p:nvPr/>
        </p:nvSpPr>
        <p:spPr>
          <a:xfrm>
            <a:off x="1008967" y="1743450"/>
            <a:ext cx="14784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a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hot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2" name="Google Shape;582;p26"/>
          <p:cNvSpPr/>
          <p:nvPr/>
        </p:nvSpPr>
        <p:spPr>
          <a:xfrm>
            <a:off x="554080" y="2378966"/>
            <a:ext cx="322500" cy="32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3" name="Google Shape;583;p26"/>
          <p:cNvSpPr txBox="1"/>
          <p:nvPr/>
        </p:nvSpPr>
        <p:spPr>
          <a:xfrm>
            <a:off x="1008967" y="2290450"/>
            <a:ext cx="14784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planet with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4" name="Google Shape;584;p26"/>
          <p:cNvSpPr/>
          <p:nvPr/>
        </p:nvSpPr>
        <p:spPr>
          <a:xfrm>
            <a:off x="554080" y="2925966"/>
            <a:ext cx="322500" cy="322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5" name="Google Shape;585;p26"/>
          <p:cNvSpPr txBox="1"/>
          <p:nvPr/>
        </p:nvSpPr>
        <p:spPr>
          <a:xfrm>
            <a:off x="1008967" y="2837450"/>
            <a:ext cx="14784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made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of basalt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6" name="Google Shape;586;p26"/>
          <p:cNvSpPr/>
          <p:nvPr/>
        </p:nvSpPr>
        <p:spPr>
          <a:xfrm>
            <a:off x="554080" y="3472966"/>
            <a:ext cx="322500" cy="322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7" name="Google Shape;587;p26"/>
          <p:cNvSpPr txBox="1"/>
          <p:nvPr/>
        </p:nvSpPr>
        <p:spPr>
          <a:xfrm>
            <a:off x="1008967" y="3384450"/>
            <a:ext cx="14784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big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8" name="Google Shape;588;p26"/>
          <p:cNvSpPr/>
          <p:nvPr/>
        </p:nvSpPr>
        <p:spPr>
          <a:xfrm>
            <a:off x="554080" y="4019966"/>
            <a:ext cx="322500" cy="322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9" name="Google Shape;589;p26"/>
          <p:cNvSpPr txBox="1"/>
          <p:nvPr/>
        </p:nvSpPr>
        <p:spPr>
          <a:xfrm>
            <a:off x="1008967" y="3931450"/>
            <a:ext cx="14784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the ringed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7"/>
          <p:cNvGrpSpPr/>
          <p:nvPr/>
        </p:nvGrpSpPr>
        <p:grpSpPr>
          <a:xfrm>
            <a:off x="1343061" y="3305297"/>
            <a:ext cx="291737" cy="289845"/>
            <a:chOff x="5049575" y="4993600"/>
            <a:chExt cx="482050" cy="478925"/>
          </a:xfrm>
        </p:grpSpPr>
        <p:sp>
          <p:nvSpPr>
            <p:cNvPr id="595" name="Google Shape;595;p27"/>
            <p:cNvSpPr/>
            <p:nvPr/>
          </p:nvSpPr>
          <p:spPr>
            <a:xfrm>
              <a:off x="5063200" y="5058825"/>
              <a:ext cx="315450" cy="164750"/>
            </a:xfrm>
            <a:custGeom>
              <a:rect b="b" l="l" r="r" t="t"/>
              <a:pathLst>
                <a:path extrusionOk="0" h="6590" w="12618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96" name="Google Shape;596;p27"/>
            <p:cNvSpPr/>
            <p:nvPr/>
          </p:nvSpPr>
          <p:spPr>
            <a:xfrm>
              <a:off x="5299425" y="5133350"/>
              <a:ext cx="232200" cy="339175"/>
            </a:xfrm>
            <a:custGeom>
              <a:rect b="b" l="l" r="r" t="t"/>
              <a:pathLst>
                <a:path extrusionOk="0" h="13567" w="9288">
                  <a:moveTo>
                    <a:pt x="9284" y="1"/>
                  </a:moveTo>
                  <a:lnTo>
                    <a:pt x="4837" y="2202"/>
                  </a:lnTo>
                  <a:lnTo>
                    <a:pt x="4837" y="4680"/>
                  </a:lnTo>
                  <a:cubicBezTo>
                    <a:pt x="4837" y="4993"/>
                    <a:pt x="4584" y="5246"/>
                    <a:pt x="4271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1" y="4593"/>
                  </a:lnTo>
                  <a:lnTo>
                    <a:pt x="1" y="13566"/>
                  </a:lnTo>
                  <a:cubicBezTo>
                    <a:pt x="13" y="13560"/>
                    <a:pt x="25" y="13557"/>
                    <a:pt x="37" y="13551"/>
                  </a:cubicBezTo>
                  <a:lnTo>
                    <a:pt x="8553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97" name="Google Shape;597;p27"/>
            <p:cNvSpPr/>
            <p:nvPr/>
          </p:nvSpPr>
          <p:spPr>
            <a:xfrm>
              <a:off x="5184475" y="4993600"/>
              <a:ext cx="334125" cy="168525"/>
            </a:xfrm>
            <a:custGeom>
              <a:rect b="b" l="l" r="r" t="t"/>
              <a:pathLst>
                <a:path extrusionOk="0" h="6741" w="13365">
                  <a:moveTo>
                    <a:pt x="4040" y="0"/>
                  </a:moveTo>
                  <a:cubicBezTo>
                    <a:pt x="3830" y="0"/>
                    <a:pt x="3621" y="50"/>
                    <a:pt x="3430" y="149"/>
                  </a:cubicBezTo>
                  <a:lnTo>
                    <a:pt x="0" y="1971"/>
                  </a:lnTo>
                  <a:lnTo>
                    <a:pt x="9013" y="6741"/>
                  </a:lnTo>
                  <a:lnTo>
                    <a:pt x="13364" y="4588"/>
                  </a:lnTo>
                  <a:cubicBezTo>
                    <a:pt x="13298" y="4537"/>
                    <a:pt x="13226" y="4492"/>
                    <a:pt x="13151" y="4455"/>
                  </a:cubicBezTo>
                  <a:lnTo>
                    <a:pt x="4638" y="140"/>
                  </a:lnTo>
                  <a:lnTo>
                    <a:pt x="4635" y="140"/>
                  </a:lnTo>
                  <a:cubicBezTo>
                    <a:pt x="4446" y="47"/>
                    <a:pt x="4243" y="0"/>
                    <a:pt x="4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98" name="Google Shape;598;p27"/>
            <p:cNvSpPr/>
            <p:nvPr/>
          </p:nvSpPr>
          <p:spPr>
            <a:xfrm>
              <a:off x="5049575" y="5132450"/>
              <a:ext cx="221650" cy="339925"/>
            </a:xfrm>
            <a:custGeom>
              <a:rect b="b" l="l" r="r" t="t"/>
              <a:pathLst>
                <a:path extrusionOk="0" h="13597" w="8866">
                  <a:moveTo>
                    <a:pt x="5803" y="5648"/>
                  </a:moveTo>
                  <a:cubicBezTo>
                    <a:pt x="5997" y="5648"/>
                    <a:pt x="6186" y="5748"/>
                    <a:pt x="6291" y="5927"/>
                  </a:cubicBezTo>
                  <a:cubicBezTo>
                    <a:pt x="6450" y="6195"/>
                    <a:pt x="6360" y="6541"/>
                    <a:pt x="6092" y="6701"/>
                  </a:cubicBezTo>
                  <a:lnTo>
                    <a:pt x="3843" y="8016"/>
                  </a:lnTo>
                  <a:lnTo>
                    <a:pt x="3834" y="8023"/>
                  </a:lnTo>
                  <a:lnTo>
                    <a:pt x="3831" y="8026"/>
                  </a:lnTo>
                  <a:lnTo>
                    <a:pt x="3818" y="8029"/>
                  </a:lnTo>
                  <a:cubicBezTo>
                    <a:pt x="3812" y="8032"/>
                    <a:pt x="3806" y="8035"/>
                    <a:pt x="3800" y="8038"/>
                  </a:cubicBezTo>
                  <a:lnTo>
                    <a:pt x="3785" y="8047"/>
                  </a:lnTo>
                  <a:lnTo>
                    <a:pt x="3767" y="8053"/>
                  </a:lnTo>
                  <a:lnTo>
                    <a:pt x="3752" y="8059"/>
                  </a:lnTo>
                  <a:lnTo>
                    <a:pt x="3734" y="8065"/>
                  </a:lnTo>
                  <a:lnTo>
                    <a:pt x="3716" y="8071"/>
                  </a:lnTo>
                  <a:lnTo>
                    <a:pt x="3698" y="8077"/>
                  </a:lnTo>
                  <a:cubicBezTo>
                    <a:pt x="3692" y="8077"/>
                    <a:pt x="3686" y="8080"/>
                    <a:pt x="3680" y="8080"/>
                  </a:cubicBezTo>
                  <a:cubicBezTo>
                    <a:pt x="3671" y="8083"/>
                    <a:pt x="3668" y="8083"/>
                    <a:pt x="3665" y="8083"/>
                  </a:cubicBezTo>
                  <a:lnTo>
                    <a:pt x="3641" y="8089"/>
                  </a:lnTo>
                  <a:lnTo>
                    <a:pt x="3629" y="8089"/>
                  </a:lnTo>
                  <a:cubicBezTo>
                    <a:pt x="3620" y="8089"/>
                    <a:pt x="3611" y="8092"/>
                    <a:pt x="3602" y="8092"/>
                  </a:cubicBezTo>
                  <a:lnTo>
                    <a:pt x="3484" y="8092"/>
                  </a:lnTo>
                  <a:lnTo>
                    <a:pt x="3466" y="8089"/>
                  </a:lnTo>
                  <a:cubicBezTo>
                    <a:pt x="3460" y="8089"/>
                    <a:pt x="3454" y="8086"/>
                    <a:pt x="3448" y="8086"/>
                  </a:cubicBezTo>
                  <a:cubicBezTo>
                    <a:pt x="3442" y="8083"/>
                    <a:pt x="3436" y="8083"/>
                    <a:pt x="3433" y="8080"/>
                  </a:cubicBezTo>
                  <a:lnTo>
                    <a:pt x="3412" y="8077"/>
                  </a:lnTo>
                  <a:cubicBezTo>
                    <a:pt x="3406" y="8077"/>
                    <a:pt x="3403" y="8074"/>
                    <a:pt x="3397" y="8071"/>
                  </a:cubicBezTo>
                  <a:lnTo>
                    <a:pt x="3376" y="8065"/>
                  </a:lnTo>
                  <a:lnTo>
                    <a:pt x="3361" y="8062"/>
                  </a:lnTo>
                  <a:lnTo>
                    <a:pt x="3343" y="8053"/>
                  </a:lnTo>
                  <a:lnTo>
                    <a:pt x="3328" y="8047"/>
                  </a:lnTo>
                  <a:lnTo>
                    <a:pt x="3310" y="8038"/>
                  </a:lnTo>
                  <a:lnTo>
                    <a:pt x="3295" y="8032"/>
                  </a:lnTo>
                  <a:cubicBezTo>
                    <a:pt x="3289" y="8029"/>
                    <a:pt x="3282" y="8026"/>
                    <a:pt x="3276" y="8019"/>
                  </a:cubicBezTo>
                  <a:lnTo>
                    <a:pt x="3261" y="8013"/>
                  </a:lnTo>
                  <a:lnTo>
                    <a:pt x="3246" y="8001"/>
                  </a:lnTo>
                  <a:cubicBezTo>
                    <a:pt x="3240" y="7998"/>
                    <a:pt x="3237" y="7995"/>
                    <a:pt x="3231" y="7992"/>
                  </a:cubicBezTo>
                  <a:lnTo>
                    <a:pt x="3216" y="7980"/>
                  </a:lnTo>
                  <a:cubicBezTo>
                    <a:pt x="3210" y="7977"/>
                    <a:pt x="3207" y="7974"/>
                    <a:pt x="3201" y="7968"/>
                  </a:cubicBezTo>
                  <a:cubicBezTo>
                    <a:pt x="3198" y="7965"/>
                    <a:pt x="3192" y="7962"/>
                    <a:pt x="3186" y="7956"/>
                  </a:cubicBezTo>
                  <a:lnTo>
                    <a:pt x="3174" y="7944"/>
                  </a:lnTo>
                  <a:lnTo>
                    <a:pt x="3159" y="7932"/>
                  </a:lnTo>
                  <a:lnTo>
                    <a:pt x="3147" y="7917"/>
                  </a:lnTo>
                  <a:cubicBezTo>
                    <a:pt x="3141" y="7914"/>
                    <a:pt x="3138" y="7908"/>
                    <a:pt x="3135" y="7905"/>
                  </a:cubicBezTo>
                  <a:lnTo>
                    <a:pt x="3120" y="7890"/>
                  </a:lnTo>
                  <a:lnTo>
                    <a:pt x="3111" y="7875"/>
                  </a:lnTo>
                  <a:cubicBezTo>
                    <a:pt x="3105" y="7869"/>
                    <a:pt x="3102" y="7863"/>
                    <a:pt x="3096" y="7857"/>
                  </a:cubicBezTo>
                  <a:lnTo>
                    <a:pt x="3087" y="7845"/>
                  </a:lnTo>
                  <a:lnTo>
                    <a:pt x="3075" y="7827"/>
                  </a:lnTo>
                  <a:lnTo>
                    <a:pt x="3069" y="7815"/>
                  </a:lnTo>
                  <a:lnTo>
                    <a:pt x="3069" y="7812"/>
                  </a:lnTo>
                  <a:lnTo>
                    <a:pt x="3063" y="7803"/>
                  </a:lnTo>
                  <a:lnTo>
                    <a:pt x="2415" y="6631"/>
                  </a:lnTo>
                  <a:cubicBezTo>
                    <a:pt x="2265" y="6357"/>
                    <a:pt x="2367" y="6014"/>
                    <a:pt x="2641" y="5863"/>
                  </a:cubicBezTo>
                  <a:lnTo>
                    <a:pt x="2635" y="5863"/>
                  </a:lnTo>
                  <a:cubicBezTo>
                    <a:pt x="2722" y="5816"/>
                    <a:pt x="2815" y="5793"/>
                    <a:pt x="2908" y="5793"/>
                  </a:cubicBezTo>
                  <a:cubicBezTo>
                    <a:pt x="3107" y="5793"/>
                    <a:pt x="3300" y="5899"/>
                    <a:pt x="3403" y="6086"/>
                  </a:cubicBezTo>
                  <a:lnTo>
                    <a:pt x="3770" y="6752"/>
                  </a:lnTo>
                  <a:lnTo>
                    <a:pt x="5520" y="5725"/>
                  </a:lnTo>
                  <a:cubicBezTo>
                    <a:pt x="5609" y="5673"/>
                    <a:pt x="5707" y="5648"/>
                    <a:pt x="5803" y="5648"/>
                  </a:cubicBezTo>
                  <a:close/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99" name="Google Shape;599;p27"/>
          <p:cNvGrpSpPr/>
          <p:nvPr/>
        </p:nvGrpSpPr>
        <p:grpSpPr>
          <a:xfrm>
            <a:off x="1343052" y="2010830"/>
            <a:ext cx="291746" cy="286082"/>
            <a:chOff x="1490050" y="3805975"/>
            <a:chExt cx="491900" cy="482350"/>
          </a:xfrm>
        </p:grpSpPr>
        <p:sp>
          <p:nvSpPr>
            <p:cNvPr id="600" name="Google Shape;600;p27"/>
            <p:cNvSpPr/>
            <p:nvPr/>
          </p:nvSpPr>
          <p:spPr>
            <a:xfrm>
              <a:off x="1541775" y="3877050"/>
              <a:ext cx="302500" cy="277225"/>
            </a:xfrm>
            <a:custGeom>
              <a:rect b="b" l="l" r="r" t="t"/>
              <a:pathLst>
                <a:path extrusionOk="0" h="11089" w="1210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1" name="Google Shape;601;p27"/>
            <p:cNvSpPr/>
            <p:nvPr/>
          </p:nvSpPr>
          <p:spPr>
            <a:xfrm>
              <a:off x="1824450" y="3805975"/>
              <a:ext cx="157500" cy="150525"/>
            </a:xfrm>
            <a:custGeom>
              <a:rect b="b" l="l" r="r" t="t"/>
              <a:pathLst>
                <a:path extrusionOk="0" h="6021" w="630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2" name="Google Shape;602;p27"/>
            <p:cNvSpPr/>
            <p:nvPr/>
          </p:nvSpPr>
          <p:spPr>
            <a:xfrm>
              <a:off x="1626675" y="3936600"/>
              <a:ext cx="277225" cy="302600"/>
            </a:xfrm>
            <a:custGeom>
              <a:rect b="b" l="l" r="r" t="t"/>
              <a:pathLst>
                <a:path extrusionOk="0" h="12104" w="11089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3" name="Google Shape;603;p27"/>
            <p:cNvSpPr/>
            <p:nvPr/>
          </p:nvSpPr>
          <p:spPr>
            <a:xfrm>
              <a:off x="1490050" y="4166500"/>
              <a:ext cx="129950" cy="121825"/>
            </a:xfrm>
            <a:custGeom>
              <a:rect b="b" l="l" r="r" t="t"/>
              <a:pathLst>
                <a:path extrusionOk="0" h="4873" w="5198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04" name="Google Shape;604;p27"/>
          <p:cNvGrpSpPr/>
          <p:nvPr/>
        </p:nvGrpSpPr>
        <p:grpSpPr>
          <a:xfrm>
            <a:off x="942179" y="2419464"/>
            <a:ext cx="291890" cy="291890"/>
            <a:chOff x="2085525" y="4992125"/>
            <a:chExt cx="481825" cy="481825"/>
          </a:xfrm>
        </p:grpSpPr>
        <p:sp>
          <p:nvSpPr>
            <p:cNvPr id="605" name="Google Shape;605;p27"/>
            <p:cNvSpPr/>
            <p:nvPr/>
          </p:nvSpPr>
          <p:spPr>
            <a:xfrm>
              <a:off x="2244150" y="5152125"/>
              <a:ext cx="164500" cy="161825"/>
            </a:xfrm>
            <a:custGeom>
              <a:rect b="b" l="l" r="r" t="t"/>
              <a:pathLst>
                <a:path extrusionOk="0" h="6473" w="658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6" name="Google Shape;606;p27"/>
            <p:cNvSpPr/>
            <p:nvPr/>
          </p:nvSpPr>
          <p:spPr>
            <a:xfrm>
              <a:off x="208552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07" name="Google Shape;607;p27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</a:t>
            </a:r>
            <a:endParaRPr/>
          </a:p>
        </p:txBody>
      </p:sp>
      <p:sp>
        <p:nvSpPr>
          <p:cNvPr id="608" name="Google Shape;608;p27"/>
          <p:cNvSpPr txBox="1"/>
          <p:nvPr/>
        </p:nvSpPr>
        <p:spPr>
          <a:xfrm>
            <a:off x="723400" y="1187975"/>
            <a:ext cx="769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you have a free account, in order to use this template, you must credit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Slidesgo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in your final presentation.</a:t>
            </a:r>
            <a:endParaRPr b="1"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9" name="Google Shape;609;p27"/>
          <p:cNvSpPr txBox="1"/>
          <p:nvPr/>
        </p:nvSpPr>
        <p:spPr>
          <a:xfrm>
            <a:off x="559900" y="4339600"/>
            <a:ext cx="80241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more information about editing slides, please read our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FAQs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or visit our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blog</a:t>
            </a:r>
            <a:endParaRPr b="1"/>
          </a:p>
        </p:txBody>
      </p:sp>
      <p:sp>
        <p:nvSpPr>
          <p:cNvPr id="610" name="Google Shape;610;p27"/>
          <p:cNvSpPr txBox="1"/>
          <p:nvPr/>
        </p:nvSpPr>
        <p:spPr>
          <a:xfrm>
            <a:off x="1254000" y="15436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As a Free user, you are allowed to:</a:t>
            </a:r>
            <a:endParaRPr/>
          </a:p>
        </p:txBody>
      </p:sp>
      <p:grpSp>
        <p:nvGrpSpPr>
          <p:cNvPr id="611" name="Google Shape;611;p27"/>
          <p:cNvGrpSpPr/>
          <p:nvPr/>
        </p:nvGrpSpPr>
        <p:grpSpPr>
          <a:xfrm>
            <a:off x="942192" y="1551114"/>
            <a:ext cx="291890" cy="291890"/>
            <a:chOff x="1492675" y="4992125"/>
            <a:chExt cx="481825" cy="481825"/>
          </a:xfrm>
        </p:grpSpPr>
        <p:sp>
          <p:nvSpPr>
            <p:cNvPr id="612" name="Google Shape;612;p27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13" name="Google Shape;613;p27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14" name="Google Shape;614;p27"/>
          <p:cNvSpPr/>
          <p:nvPr/>
        </p:nvSpPr>
        <p:spPr>
          <a:xfrm>
            <a:off x="4541072" y="2011594"/>
            <a:ext cx="254859" cy="286108"/>
          </a:xfrm>
          <a:custGeom>
            <a:rect b="b" l="l" r="r" t="t"/>
            <a:pathLst>
              <a:path extrusionOk="0" h="19273" w="17168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615" name="Google Shape;615;p27"/>
          <p:cNvSpPr txBox="1"/>
          <p:nvPr/>
        </p:nvSpPr>
        <p:spPr>
          <a:xfrm>
            <a:off x="1616350" y="1943440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Modify this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16" name="Google Shape;616;p27"/>
          <p:cNvSpPr txBox="1"/>
          <p:nvPr/>
        </p:nvSpPr>
        <p:spPr>
          <a:xfrm>
            <a:off x="4814375" y="1943446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it for both personal and commercial projects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17" name="Google Shape;617;p27"/>
          <p:cNvSpPr txBox="1"/>
          <p:nvPr/>
        </p:nvSpPr>
        <p:spPr>
          <a:xfrm>
            <a:off x="1254000" y="24193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are not allowed to:</a:t>
            </a:r>
            <a:endParaRPr/>
          </a:p>
        </p:txBody>
      </p:sp>
      <p:sp>
        <p:nvSpPr>
          <p:cNvPr id="618" name="Google Shape;618;p27"/>
          <p:cNvSpPr txBox="1"/>
          <p:nvPr/>
        </p:nvSpPr>
        <p:spPr>
          <a:xfrm>
            <a:off x="1616350" y="2828225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Sublicense, sell or rent any of Slidesgo Content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19" name="Google Shape;619;p27"/>
          <p:cNvSpPr txBox="1"/>
          <p:nvPr/>
        </p:nvSpPr>
        <p:spPr>
          <a:xfrm>
            <a:off x="4814375" y="2828224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Distribute Slidesgo Content unless it has been expressly authorized by Slidesgo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0" name="Google Shape;620;p27"/>
          <p:cNvSpPr txBox="1"/>
          <p:nvPr/>
        </p:nvSpPr>
        <p:spPr>
          <a:xfrm>
            <a:off x="1616350" y="3296001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Include Slidesgo Content in an online or offline database or file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1" name="Google Shape;621;p27"/>
          <p:cNvSpPr txBox="1"/>
          <p:nvPr/>
        </p:nvSpPr>
        <p:spPr>
          <a:xfrm>
            <a:off x="4814375" y="3295999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Offer Slidesgo templates (or modified versions of Slidesgo templates) for download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2" name="Google Shape;622;p27"/>
          <p:cNvSpPr txBox="1"/>
          <p:nvPr/>
        </p:nvSpPr>
        <p:spPr>
          <a:xfrm>
            <a:off x="1616350" y="3763776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Acquire the copyright of 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Slidesgo Content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623" name="Google Shape;623;p27"/>
          <p:cNvGrpSpPr/>
          <p:nvPr/>
        </p:nvGrpSpPr>
        <p:grpSpPr>
          <a:xfrm>
            <a:off x="4522635" y="2884257"/>
            <a:ext cx="291741" cy="255607"/>
            <a:chOff x="899850" y="871450"/>
            <a:chExt cx="483175" cy="423400"/>
          </a:xfrm>
        </p:grpSpPr>
        <p:sp>
          <p:nvSpPr>
            <p:cNvPr id="624" name="Google Shape;624;p27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5" name="Google Shape;625;p27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6" name="Google Shape;626;p27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7" name="Google Shape;627;p27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28" name="Google Shape;628;p27"/>
          <p:cNvSpPr/>
          <p:nvPr/>
        </p:nvSpPr>
        <p:spPr>
          <a:xfrm>
            <a:off x="1343062" y="2889787"/>
            <a:ext cx="291729" cy="280808"/>
          </a:xfrm>
          <a:custGeom>
            <a:rect b="b" l="l" r="r" t="t"/>
            <a:pathLst>
              <a:path extrusionOk="0" h="19273" w="20026">
                <a:moveTo>
                  <a:pt x="14841" y="2901"/>
                </a:moveTo>
                <a:cubicBezTo>
                  <a:pt x="15282" y="2901"/>
                  <a:pt x="15717" y="3074"/>
                  <a:pt x="16042" y="3397"/>
                </a:cubicBezTo>
                <a:cubicBezTo>
                  <a:pt x="16704" y="4059"/>
                  <a:pt x="16704" y="5131"/>
                  <a:pt x="16042" y="5794"/>
                </a:cubicBezTo>
                <a:cubicBezTo>
                  <a:pt x="15717" y="6118"/>
                  <a:pt x="15284" y="6290"/>
                  <a:pt x="14843" y="6290"/>
                </a:cubicBezTo>
                <a:cubicBezTo>
                  <a:pt x="14625" y="6290"/>
                  <a:pt x="14405" y="6248"/>
                  <a:pt x="14196" y="6161"/>
                </a:cubicBezTo>
                <a:cubicBezTo>
                  <a:pt x="13563" y="5899"/>
                  <a:pt x="13151" y="5282"/>
                  <a:pt x="13151" y="4595"/>
                </a:cubicBezTo>
                <a:cubicBezTo>
                  <a:pt x="13151" y="3912"/>
                  <a:pt x="13563" y="3294"/>
                  <a:pt x="14196" y="3029"/>
                </a:cubicBezTo>
                <a:cubicBezTo>
                  <a:pt x="14404" y="2943"/>
                  <a:pt x="14623" y="2901"/>
                  <a:pt x="14841" y="2901"/>
                </a:cubicBezTo>
                <a:close/>
                <a:moveTo>
                  <a:pt x="10859" y="4837"/>
                </a:moveTo>
                <a:cubicBezTo>
                  <a:pt x="11001" y="4837"/>
                  <a:pt x="11142" y="4890"/>
                  <a:pt x="11251" y="4996"/>
                </a:cubicBezTo>
                <a:lnTo>
                  <a:pt x="12049" y="5794"/>
                </a:lnTo>
                <a:cubicBezTo>
                  <a:pt x="12269" y="6014"/>
                  <a:pt x="12269" y="6372"/>
                  <a:pt x="12049" y="6592"/>
                </a:cubicBezTo>
                <a:cubicBezTo>
                  <a:pt x="11939" y="6702"/>
                  <a:pt x="11794" y="6757"/>
                  <a:pt x="11650" y="6757"/>
                </a:cubicBezTo>
                <a:cubicBezTo>
                  <a:pt x="11505" y="6757"/>
                  <a:pt x="11361" y="6702"/>
                  <a:pt x="11251" y="6592"/>
                </a:cubicBezTo>
                <a:lnTo>
                  <a:pt x="10453" y="5794"/>
                </a:lnTo>
                <a:cubicBezTo>
                  <a:pt x="10239" y="5571"/>
                  <a:pt x="10242" y="5219"/>
                  <a:pt x="10459" y="5002"/>
                </a:cubicBezTo>
                <a:cubicBezTo>
                  <a:pt x="10570" y="4892"/>
                  <a:pt x="10715" y="4837"/>
                  <a:pt x="10859" y="4837"/>
                </a:cubicBezTo>
                <a:close/>
                <a:moveTo>
                  <a:pt x="13255" y="7232"/>
                </a:moveTo>
                <a:cubicBezTo>
                  <a:pt x="13396" y="7232"/>
                  <a:pt x="13538" y="7284"/>
                  <a:pt x="13648" y="7390"/>
                </a:cubicBezTo>
                <a:lnTo>
                  <a:pt x="14446" y="8188"/>
                </a:lnTo>
                <a:cubicBezTo>
                  <a:pt x="14665" y="8411"/>
                  <a:pt x="14665" y="8766"/>
                  <a:pt x="14446" y="8989"/>
                </a:cubicBezTo>
                <a:cubicBezTo>
                  <a:pt x="14336" y="9099"/>
                  <a:pt x="14191" y="9154"/>
                  <a:pt x="14047" y="9154"/>
                </a:cubicBezTo>
                <a:cubicBezTo>
                  <a:pt x="13902" y="9154"/>
                  <a:pt x="13758" y="9099"/>
                  <a:pt x="13648" y="8989"/>
                </a:cubicBezTo>
                <a:lnTo>
                  <a:pt x="12850" y="8188"/>
                </a:lnTo>
                <a:cubicBezTo>
                  <a:pt x="12633" y="7968"/>
                  <a:pt x="12636" y="7616"/>
                  <a:pt x="12856" y="7399"/>
                </a:cubicBezTo>
                <a:cubicBezTo>
                  <a:pt x="12966" y="7287"/>
                  <a:pt x="13110" y="7232"/>
                  <a:pt x="13255" y="7232"/>
                </a:cubicBezTo>
                <a:close/>
                <a:moveTo>
                  <a:pt x="10846" y="8029"/>
                </a:moveTo>
                <a:cubicBezTo>
                  <a:pt x="10991" y="8029"/>
                  <a:pt x="11135" y="8084"/>
                  <a:pt x="11245" y="8194"/>
                </a:cubicBezTo>
                <a:cubicBezTo>
                  <a:pt x="11462" y="8411"/>
                  <a:pt x="11465" y="8763"/>
                  <a:pt x="11251" y="8986"/>
                </a:cubicBezTo>
                <a:lnTo>
                  <a:pt x="11251" y="8989"/>
                </a:lnTo>
                <a:lnTo>
                  <a:pt x="10778" y="9461"/>
                </a:lnTo>
                <a:cubicBezTo>
                  <a:pt x="11088" y="10106"/>
                  <a:pt x="10959" y="10874"/>
                  <a:pt x="10453" y="11383"/>
                </a:cubicBezTo>
                <a:cubicBezTo>
                  <a:pt x="10343" y="11493"/>
                  <a:pt x="10198" y="11548"/>
                  <a:pt x="10054" y="11548"/>
                </a:cubicBezTo>
                <a:cubicBezTo>
                  <a:pt x="9909" y="11548"/>
                  <a:pt x="9765" y="11493"/>
                  <a:pt x="9655" y="11383"/>
                </a:cubicBezTo>
                <a:cubicBezTo>
                  <a:pt x="9435" y="11163"/>
                  <a:pt x="9435" y="10804"/>
                  <a:pt x="9655" y="10585"/>
                </a:cubicBezTo>
                <a:cubicBezTo>
                  <a:pt x="10010" y="10229"/>
                  <a:pt x="9757" y="9621"/>
                  <a:pt x="9254" y="9621"/>
                </a:cubicBezTo>
                <a:cubicBezTo>
                  <a:pt x="8751" y="9621"/>
                  <a:pt x="8498" y="10229"/>
                  <a:pt x="8857" y="10585"/>
                </a:cubicBezTo>
                <a:cubicBezTo>
                  <a:pt x="9441" y="11166"/>
                  <a:pt x="9519" y="12084"/>
                  <a:pt x="9043" y="12756"/>
                </a:cubicBezTo>
                <a:cubicBezTo>
                  <a:pt x="8717" y="13218"/>
                  <a:pt x="8196" y="13472"/>
                  <a:pt x="7661" y="13472"/>
                </a:cubicBezTo>
                <a:cubicBezTo>
                  <a:pt x="7415" y="13472"/>
                  <a:pt x="7167" y="13419"/>
                  <a:pt x="6933" y="13307"/>
                </a:cubicBezTo>
                <a:lnTo>
                  <a:pt x="6460" y="13777"/>
                </a:lnTo>
                <a:cubicBezTo>
                  <a:pt x="6351" y="13882"/>
                  <a:pt x="6210" y="13935"/>
                  <a:pt x="6068" y="13935"/>
                </a:cubicBezTo>
                <a:cubicBezTo>
                  <a:pt x="5924" y="13935"/>
                  <a:pt x="5779" y="13880"/>
                  <a:pt x="5668" y="13771"/>
                </a:cubicBezTo>
                <a:cubicBezTo>
                  <a:pt x="5451" y="13551"/>
                  <a:pt x="5448" y="13198"/>
                  <a:pt x="5662" y="12979"/>
                </a:cubicBezTo>
                <a:lnTo>
                  <a:pt x="6135" y="12506"/>
                </a:lnTo>
                <a:cubicBezTo>
                  <a:pt x="5824" y="11861"/>
                  <a:pt x="5957" y="11091"/>
                  <a:pt x="6460" y="10582"/>
                </a:cubicBezTo>
                <a:cubicBezTo>
                  <a:pt x="6570" y="10476"/>
                  <a:pt x="6711" y="10424"/>
                  <a:pt x="6852" y="10424"/>
                </a:cubicBezTo>
                <a:cubicBezTo>
                  <a:pt x="6997" y="10424"/>
                  <a:pt x="7142" y="10479"/>
                  <a:pt x="7252" y="10591"/>
                </a:cubicBezTo>
                <a:cubicBezTo>
                  <a:pt x="7469" y="10808"/>
                  <a:pt x="7472" y="11160"/>
                  <a:pt x="7258" y="11383"/>
                </a:cubicBezTo>
                <a:cubicBezTo>
                  <a:pt x="6902" y="11738"/>
                  <a:pt x="7155" y="12346"/>
                  <a:pt x="7658" y="12346"/>
                </a:cubicBezTo>
                <a:cubicBezTo>
                  <a:pt x="8161" y="12346"/>
                  <a:pt x="8414" y="11738"/>
                  <a:pt x="8059" y="11383"/>
                </a:cubicBezTo>
                <a:cubicBezTo>
                  <a:pt x="7475" y="10798"/>
                  <a:pt x="7393" y="9883"/>
                  <a:pt x="7869" y="9209"/>
                </a:cubicBezTo>
                <a:cubicBezTo>
                  <a:pt x="8195" y="8749"/>
                  <a:pt x="8716" y="8495"/>
                  <a:pt x="9251" y="8495"/>
                </a:cubicBezTo>
                <a:cubicBezTo>
                  <a:pt x="9497" y="8495"/>
                  <a:pt x="9746" y="8549"/>
                  <a:pt x="9980" y="8660"/>
                </a:cubicBezTo>
                <a:lnTo>
                  <a:pt x="10453" y="8188"/>
                </a:lnTo>
                <a:cubicBezTo>
                  <a:pt x="10563" y="8082"/>
                  <a:pt x="10705" y="8029"/>
                  <a:pt x="10846" y="8029"/>
                </a:cubicBezTo>
                <a:close/>
                <a:moveTo>
                  <a:pt x="13208" y="0"/>
                </a:moveTo>
                <a:cubicBezTo>
                  <a:pt x="11632" y="0"/>
                  <a:pt x="10059" y="597"/>
                  <a:pt x="8857" y="1801"/>
                </a:cubicBezTo>
                <a:lnTo>
                  <a:pt x="8456" y="2201"/>
                </a:lnTo>
                <a:lnTo>
                  <a:pt x="9655" y="3397"/>
                </a:lnTo>
                <a:cubicBezTo>
                  <a:pt x="9869" y="3620"/>
                  <a:pt x="9866" y="3972"/>
                  <a:pt x="9646" y="4189"/>
                </a:cubicBezTo>
                <a:cubicBezTo>
                  <a:pt x="9536" y="4300"/>
                  <a:pt x="9391" y="4356"/>
                  <a:pt x="9246" y="4356"/>
                </a:cubicBezTo>
                <a:cubicBezTo>
                  <a:pt x="9106" y="4356"/>
                  <a:pt x="8965" y="4303"/>
                  <a:pt x="8857" y="4198"/>
                </a:cubicBezTo>
                <a:lnTo>
                  <a:pt x="7658" y="2999"/>
                </a:lnTo>
                <a:lnTo>
                  <a:pt x="663" y="9994"/>
                </a:lnTo>
                <a:cubicBezTo>
                  <a:pt x="1" y="10654"/>
                  <a:pt x="1" y="11726"/>
                  <a:pt x="663" y="12388"/>
                </a:cubicBezTo>
                <a:lnTo>
                  <a:pt x="7053" y="18775"/>
                </a:lnTo>
                <a:cubicBezTo>
                  <a:pt x="7383" y="19107"/>
                  <a:pt x="7816" y="19272"/>
                  <a:pt x="8249" y="19272"/>
                </a:cubicBezTo>
                <a:cubicBezTo>
                  <a:pt x="8682" y="19272"/>
                  <a:pt x="9116" y="19107"/>
                  <a:pt x="9447" y="18775"/>
                </a:cubicBezTo>
                <a:lnTo>
                  <a:pt x="16442" y="11783"/>
                </a:lnTo>
                <a:lnTo>
                  <a:pt x="15244" y="10585"/>
                </a:lnTo>
                <a:cubicBezTo>
                  <a:pt x="15030" y="10362"/>
                  <a:pt x="15033" y="10010"/>
                  <a:pt x="15250" y="9793"/>
                </a:cubicBezTo>
                <a:cubicBezTo>
                  <a:pt x="15361" y="9683"/>
                  <a:pt x="15506" y="9628"/>
                  <a:pt x="15650" y="9628"/>
                </a:cubicBezTo>
                <a:cubicBezTo>
                  <a:pt x="15792" y="9628"/>
                  <a:pt x="15933" y="9681"/>
                  <a:pt x="16042" y="9787"/>
                </a:cubicBezTo>
                <a:lnTo>
                  <a:pt x="17240" y="10982"/>
                </a:lnTo>
                <a:lnTo>
                  <a:pt x="17641" y="10585"/>
                </a:lnTo>
                <a:cubicBezTo>
                  <a:pt x="19923" y="8299"/>
                  <a:pt x="20025" y="4677"/>
                  <a:pt x="17999" y="2240"/>
                </a:cubicBezTo>
                <a:lnTo>
                  <a:pt x="19237" y="1003"/>
                </a:lnTo>
                <a:cubicBezTo>
                  <a:pt x="19456" y="783"/>
                  <a:pt x="19456" y="425"/>
                  <a:pt x="19237" y="205"/>
                </a:cubicBezTo>
                <a:cubicBezTo>
                  <a:pt x="19127" y="95"/>
                  <a:pt x="18982" y="40"/>
                  <a:pt x="18838" y="40"/>
                </a:cubicBezTo>
                <a:cubicBezTo>
                  <a:pt x="18693" y="40"/>
                  <a:pt x="18548" y="95"/>
                  <a:pt x="18439" y="205"/>
                </a:cubicBezTo>
                <a:lnTo>
                  <a:pt x="17198" y="1443"/>
                </a:lnTo>
                <a:cubicBezTo>
                  <a:pt x="16045" y="483"/>
                  <a:pt x="14625" y="0"/>
                  <a:pt x="132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629" name="Google Shape;629;p27"/>
          <p:cNvGrpSpPr/>
          <p:nvPr/>
        </p:nvGrpSpPr>
        <p:grpSpPr>
          <a:xfrm>
            <a:off x="1343054" y="3797714"/>
            <a:ext cx="291752" cy="270260"/>
            <a:chOff x="4266025" y="3609275"/>
            <a:chExt cx="299325" cy="277275"/>
          </a:xfrm>
        </p:grpSpPr>
        <p:sp>
          <p:nvSpPr>
            <p:cNvPr id="630" name="Google Shape;630;p27"/>
            <p:cNvSpPr/>
            <p:nvPr/>
          </p:nvSpPr>
          <p:spPr>
            <a:xfrm>
              <a:off x="4266025" y="3609275"/>
              <a:ext cx="299325" cy="224500"/>
            </a:xfrm>
            <a:custGeom>
              <a:rect b="b" l="l" r="r" t="t"/>
              <a:pathLst>
                <a:path extrusionOk="0" h="8980" w="11973">
                  <a:moveTo>
                    <a:pt x="2017" y="3749"/>
                  </a:moveTo>
                  <a:lnTo>
                    <a:pt x="3119" y="5514"/>
                  </a:lnTo>
                  <a:lnTo>
                    <a:pt x="914" y="5514"/>
                  </a:lnTo>
                  <a:lnTo>
                    <a:pt x="2017" y="3749"/>
                  </a:lnTo>
                  <a:close/>
                  <a:moveTo>
                    <a:pt x="9641" y="3749"/>
                  </a:moveTo>
                  <a:lnTo>
                    <a:pt x="10744" y="5514"/>
                  </a:lnTo>
                  <a:lnTo>
                    <a:pt x="8538" y="5514"/>
                  </a:lnTo>
                  <a:lnTo>
                    <a:pt x="9641" y="3749"/>
                  </a:lnTo>
                  <a:close/>
                  <a:moveTo>
                    <a:pt x="5892" y="0"/>
                  </a:moveTo>
                  <a:cubicBezTo>
                    <a:pt x="5325" y="0"/>
                    <a:pt x="4852" y="473"/>
                    <a:pt x="4852" y="1040"/>
                  </a:cubicBezTo>
                  <a:lnTo>
                    <a:pt x="4852" y="1166"/>
                  </a:lnTo>
                  <a:lnTo>
                    <a:pt x="4537" y="1324"/>
                  </a:lnTo>
                  <a:cubicBezTo>
                    <a:pt x="3812" y="1733"/>
                    <a:pt x="3529" y="1891"/>
                    <a:pt x="3025" y="1954"/>
                  </a:cubicBezTo>
                  <a:cubicBezTo>
                    <a:pt x="2867" y="1607"/>
                    <a:pt x="2521" y="1324"/>
                    <a:pt x="2080" y="1324"/>
                  </a:cubicBezTo>
                  <a:cubicBezTo>
                    <a:pt x="1702" y="1324"/>
                    <a:pt x="1324" y="1576"/>
                    <a:pt x="1166" y="1922"/>
                  </a:cubicBezTo>
                  <a:cubicBezTo>
                    <a:pt x="946" y="1891"/>
                    <a:pt x="693" y="1796"/>
                    <a:pt x="504" y="1733"/>
                  </a:cubicBezTo>
                  <a:cubicBezTo>
                    <a:pt x="454" y="1708"/>
                    <a:pt x="403" y="1696"/>
                    <a:pt x="355" y="1696"/>
                  </a:cubicBezTo>
                  <a:cubicBezTo>
                    <a:pt x="223" y="1696"/>
                    <a:pt x="110" y="1784"/>
                    <a:pt x="63" y="1922"/>
                  </a:cubicBezTo>
                  <a:cubicBezTo>
                    <a:pt x="0" y="2111"/>
                    <a:pt x="63" y="2332"/>
                    <a:pt x="252" y="2363"/>
                  </a:cubicBezTo>
                  <a:cubicBezTo>
                    <a:pt x="536" y="2489"/>
                    <a:pt x="820" y="2552"/>
                    <a:pt x="1135" y="2615"/>
                  </a:cubicBezTo>
                  <a:cubicBezTo>
                    <a:pt x="1198" y="2867"/>
                    <a:pt x="1387" y="3119"/>
                    <a:pt x="1607" y="3277"/>
                  </a:cubicBezTo>
                  <a:lnTo>
                    <a:pt x="95" y="5671"/>
                  </a:lnTo>
                  <a:cubicBezTo>
                    <a:pt x="95" y="5703"/>
                    <a:pt x="63" y="5829"/>
                    <a:pt x="63" y="5860"/>
                  </a:cubicBezTo>
                  <a:lnTo>
                    <a:pt x="63" y="6238"/>
                  </a:lnTo>
                  <a:cubicBezTo>
                    <a:pt x="63" y="7372"/>
                    <a:pt x="1009" y="8318"/>
                    <a:pt x="2143" y="8318"/>
                  </a:cubicBezTo>
                  <a:cubicBezTo>
                    <a:pt x="3308" y="8318"/>
                    <a:pt x="4254" y="7372"/>
                    <a:pt x="4254" y="6238"/>
                  </a:cubicBezTo>
                  <a:lnTo>
                    <a:pt x="4254" y="5860"/>
                  </a:lnTo>
                  <a:cubicBezTo>
                    <a:pt x="4254" y="5829"/>
                    <a:pt x="4191" y="5703"/>
                    <a:pt x="4191" y="5671"/>
                  </a:cubicBezTo>
                  <a:lnTo>
                    <a:pt x="2710" y="3277"/>
                  </a:lnTo>
                  <a:cubicBezTo>
                    <a:pt x="2930" y="3151"/>
                    <a:pt x="3088" y="2930"/>
                    <a:pt x="3182" y="2647"/>
                  </a:cubicBezTo>
                  <a:cubicBezTo>
                    <a:pt x="3844" y="2521"/>
                    <a:pt x="4191" y="2363"/>
                    <a:pt x="4947" y="1922"/>
                  </a:cubicBezTo>
                  <a:lnTo>
                    <a:pt x="4947" y="8979"/>
                  </a:lnTo>
                  <a:lnTo>
                    <a:pt x="7089" y="8979"/>
                  </a:lnTo>
                  <a:lnTo>
                    <a:pt x="7089" y="1922"/>
                  </a:lnTo>
                  <a:cubicBezTo>
                    <a:pt x="7814" y="2332"/>
                    <a:pt x="8192" y="2521"/>
                    <a:pt x="8853" y="2647"/>
                  </a:cubicBezTo>
                  <a:cubicBezTo>
                    <a:pt x="8916" y="2899"/>
                    <a:pt x="9074" y="3119"/>
                    <a:pt x="9326" y="3277"/>
                  </a:cubicBezTo>
                  <a:lnTo>
                    <a:pt x="7814" y="5671"/>
                  </a:lnTo>
                  <a:cubicBezTo>
                    <a:pt x="7814" y="5703"/>
                    <a:pt x="7782" y="5829"/>
                    <a:pt x="7782" y="5860"/>
                  </a:cubicBezTo>
                  <a:lnTo>
                    <a:pt x="7782" y="6238"/>
                  </a:lnTo>
                  <a:cubicBezTo>
                    <a:pt x="7782" y="7372"/>
                    <a:pt x="8727" y="8318"/>
                    <a:pt x="9861" y="8318"/>
                  </a:cubicBezTo>
                  <a:cubicBezTo>
                    <a:pt x="11027" y="8318"/>
                    <a:pt x="11972" y="7372"/>
                    <a:pt x="11972" y="6238"/>
                  </a:cubicBezTo>
                  <a:lnTo>
                    <a:pt x="11972" y="5860"/>
                  </a:lnTo>
                  <a:cubicBezTo>
                    <a:pt x="11972" y="5829"/>
                    <a:pt x="11909" y="5703"/>
                    <a:pt x="11909" y="5671"/>
                  </a:cubicBezTo>
                  <a:lnTo>
                    <a:pt x="10429" y="3277"/>
                  </a:lnTo>
                  <a:cubicBezTo>
                    <a:pt x="10429" y="3151"/>
                    <a:pt x="10618" y="2930"/>
                    <a:pt x="10681" y="2615"/>
                  </a:cubicBezTo>
                  <a:cubicBezTo>
                    <a:pt x="10933" y="2521"/>
                    <a:pt x="11248" y="2458"/>
                    <a:pt x="11531" y="2363"/>
                  </a:cubicBezTo>
                  <a:cubicBezTo>
                    <a:pt x="11720" y="2300"/>
                    <a:pt x="11815" y="2080"/>
                    <a:pt x="11720" y="1922"/>
                  </a:cubicBezTo>
                  <a:cubicBezTo>
                    <a:pt x="11674" y="1784"/>
                    <a:pt x="11560" y="1696"/>
                    <a:pt x="11429" y="1696"/>
                  </a:cubicBezTo>
                  <a:cubicBezTo>
                    <a:pt x="11380" y="1696"/>
                    <a:pt x="11330" y="1708"/>
                    <a:pt x="11279" y="1733"/>
                  </a:cubicBezTo>
                  <a:cubicBezTo>
                    <a:pt x="11059" y="1796"/>
                    <a:pt x="10870" y="1891"/>
                    <a:pt x="10618" y="1922"/>
                  </a:cubicBezTo>
                  <a:cubicBezTo>
                    <a:pt x="10460" y="1576"/>
                    <a:pt x="10113" y="1324"/>
                    <a:pt x="9704" y="1324"/>
                  </a:cubicBezTo>
                  <a:cubicBezTo>
                    <a:pt x="9294" y="1324"/>
                    <a:pt x="8916" y="1576"/>
                    <a:pt x="8790" y="1954"/>
                  </a:cubicBezTo>
                  <a:cubicBezTo>
                    <a:pt x="8255" y="1891"/>
                    <a:pt x="8003" y="1733"/>
                    <a:pt x="7278" y="1324"/>
                  </a:cubicBezTo>
                  <a:lnTo>
                    <a:pt x="6963" y="1166"/>
                  </a:lnTo>
                  <a:lnTo>
                    <a:pt x="6963" y="1040"/>
                  </a:lnTo>
                  <a:cubicBezTo>
                    <a:pt x="6963" y="441"/>
                    <a:pt x="6490" y="0"/>
                    <a:pt x="58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7"/>
            <p:cNvSpPr/>
            <p:nvPr/>
          </p:nvSpPr>
          <p:spPr>
            <a:xfrm>
              <a:off x="4332975" y="3851850"/>
              <a:ext cx="157550" cy="34700"/>
            </a:xfrm>
            <a:custGeom>
              <a:rect b="b" l="l" r="r" t="t"/>
              <a:pathLst>
                <a:path extrusionOk="0" h="1388" w="6302">
                  <a:moveTo>
                    <a:pt x="693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1040"/>
                  </a:lnTo>
                  <a:cubicBezTo>
                    <a:pt x="0" y="1261"/>
                    <a:pt x="158" y="1387"/>
                    <a:pt x="347" y="1387"/>
                  </a:cubicBezTo>
                  <a:lnTo>
                    <a:pt x="5955" y="1387"/>
                  </a:lnTo>
                  <a:cubicBezTo>
                    <a:pt x="6144" y="1356"/>
                    <a:pt x="6301" y="1198"/>
                    <a:pt x="6301" y="1040"/>
                  </a:cubicBezTo>
                  <a:lnTo>
                    <a:pt x="6301" y="694"/>
                  </a:lnTo>
                  <a:cubicBezTo>
                    <a:pt x="6301" y="316"/>
                    <a:pt x="5986" y="1"/>
                    <a:pt x="55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2" name="Google Shape;632;p27"/>
          <p:cNvGrpSpPr/>
          <p:nvPr/>
        </p:nvGrpSpPr>
        <p:grpSpPr>
          <a:xfrm>
            <a:off x="4541087" y="3353101"/>
            <a:ext cx="254844" cy="253474"/>
            <a:chOff x="-6329100" y="3632100"/>
            <a:chExt cx="293025" cy="291450"/>
          </a:xfrm>
        </p:grpSpPr>
        <p:sp>
          <p:nvSpPr>
            <p:cNvPr id="633" name="Google Shape;633;p27"/>
            <p:cNvSpPr/>
            <p:nvPr/>
          </p:nvSpPr>
          <p:spPr>
            <a:xfrm>
              <a:off x="-6210700" y="3751600"/>
              <a:ext cx="174625" cy="171950"/>
            </a:xfrm>
            <a:custGeom>
              <a:rect b="b" l="l" r="r" t="t"/>
              <a:pathLst>
                <a:path extrusionOk="0" h="6878" w="6985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-6272400" y="3691975"/>
              <a:ext cx="136300" cy="135500"/>
            </a:xfrm>
            <a:custGeom>
              <a:rect b="b" l="l" r="r" t="t"/>
              <a:pathLst>
                <a:path extrusionOk="0" h="5420" w="5452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-6329100" y="3632100"/>
              <a:ext cx="257575" cy="256025"/>
            </a:xfrm>
            <a:custGeom>
              <a:rect b="b" l="l" r="r" t="t"/>
              <a:pathLst>
                <a:path extrusionOk="0" h="10241" w="10303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0" name="Google Shape;640;p28"/>
          <p:cNvGrpSpPr/>
          <p:nvPr/>
        </p:nvGrpSpPr>
        <p:grpSpPr>
          <a:xfrm>
            <a:off x="1343043" y="3832782"/>
            <a:ext cx="291745" cy="222188"/>
            <a:chOff x="3271200" y="3863875"/>
            <a:chExt cx="481825" cy="366950"/>
          </a:xfrm>
        </p:grpSpPr>
        <p:sp>
          <p:nvSpPr>
            <p:cNvPr id="641" name="Google Shape;641;p28"/>
            <p:cNvSpPr/>
            <p:nvPr/>
          </p:nvSpPr>
          <p:spPr>
            <a:xfrm>
              <a:off x="3271200" y="3920350"/>
              <a:ext cx="283225" cy="310475"/>
            </a:xfrm>
            <a:custGeom>
              <a:rect b="b" l="l" r="r" t="t"/>
              <a:pathLst>
                <a:path extrusionOk="0" h="12419" w="11329">
                  <a:moveTo>
                    <a:pt x="1693" y="0"/>
                  </a:moveTo>
                  <a:cubicBezTo>
                    <a:pt x="756" y="0"/>
                    <a:pt x="0" y="756"/>
                    <a:pt x="0" y="1693"/>
                  </a:cubicBezTo>
                  <a:lnTo>
                    <a:pt x="0" y="8468"/>
                  </a:lnTo>
                  <a:cubicBezTo>
                    <a:pt x="0" y="9405"/>
                    <a:pt x="756" y="10160"/>
                    <a:pt x="1693" y="10163"/>
                  </a:cubicBezTo>
                  <a:lnTo>
                    <a:pt x="2861" y="10163"/>
                  </a:lnTo>
                  <a:cubicBezTo>
                    <a:pt x="2861" y="11410"/>
                    <a:pt x="3870" y="12419"/>
                    <a:pt x="5120" y="12419"/>
                  </a:cubicBezTo>
                  <a:cubicBezTo>
                    <a:pt x="6366" y="12419"/>
                    <a:pt x="7378" y="11410"/>
                    <a:pt x="7378" y="10163"/>
                  </a:cubicBezTo>
                  <a:lnTo>
                    <a:pt x="9070" y="10163"/>
                  </a:lnTo>
                  <a:lnTo>
                    <a:pt x="9070" y="6679"/>
                  </a:lnTo>
                  <a:cubicBezTo>
                    <a:pt x="9070" y="6356"/>
                    <a:pt x="9350" y="6116"/>
                    <a:pt x="9645" y="6116"/>
                  </a:cubicBezTo>
                  <a:cubicBezTo>
                    <a:pt x="9705" y="6116"/>
                    <a:pt x="9765" y="6126"/>
                    <a:pt x="9823" y="6146"/>
                  </a:cubicBezTo>
                  <a:cubicBezTo>
                    <a:pt x="9938" y="6187"/>
                    <a:pt x="10055" y="6206"/>
                    <a:pt x="10172" y="6206"/>
                  </a:cubicBezTo>
                  <a:cubicBezTo>
                    <a:pt x="10766" y="6206"/>
                    <a:pt x="11329" y="5708"/>
                    <a:pt x="11329" y="5080"/>
                  </a:cubicBezTo>
                  <a:cubicBezTo>
                    <a:pt x="11329" y="4453"/>
                    <a:pt x="10766" y="3954"/>
                    <a:pt x="10172" y="3954"/>
                  </a:cubicBezTo>
                  <a:cubicBezTo>
                    <a:pt x="10055" y="3954"/>
                    <a:pt x="9938" y="3974"/>
                    <a:pt x="9823" y="4014"/>
                  </a:cubicBezTo>
                  <a:cubicBezTo>
                    <a:pt x="9759" y="4037"/>
                    <a:pt x="9695" y="4048"/>
                    <a:pt x="9632" y="4048"/>
                  </a:cubicBezTo>
                  <a:cubicBezTo>
                    <a:pt x="9333" y="4048"/>
                    <a:pt x="9070" y="3805"/>
                    <a:pt x="9070" y="3484"/>
                  </a:cubicBezTo>
                  <a:lnTo>
                    <a:pt x="9070" y="0"/>
                  </a:lnTo>
                  <a:lnTo>
                    <a:pt x="6381" y="0"/>
                  </a:lnTo>
                  <a:cubicBezTo>
                    <a:pt x="5894" y="0"/>
                    <a:pt x="5635" y="576"/>
                    <a:pt x="5960" y="940"/>
                  </a:cubicBezTo>
                  <a:cubicBezTo>
                    <a:pt x="6610" y="1669"/>
                    <a:pt x="6095" y="2822"/>
                    <a:pt x="5120" y="2822"/>
                  </a:cubicBezTo>
                  <a:cubicBezTo>
                    <a:pt x="4141" y="2822"/>
                    <a:pt x="3626" y="1669"/>
                    <a:pt x="4276" y="940"/>
                  </a:cubicBezTo>
                  <a:cubicBezTo>
                    <a:pt x="4602" y="576"/>
                    <a:pt x="4343" y="0"/>
                    <a:pt x="38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2" name="Google Shape;642;p28"/>
            <p:cNvSpPr/>
            <p:nvPr/>
          </p:nvSpPr>
          <p:spPr>
            <a:xfrm>
              <a:off x="3526175" y="3863875"/>
              <a:ext cx="226850" cy="310575"/>
            </a:xfrm>
            <a:custGeom>
              <a:rect b="b" l="l" r="r" t="t"/>
              <a:pathLst>
                <a:path extrusionOk="0" h="12423" w="9074">
                  <a:moveTo>
                    <a:pt x="3954" y="1"/>
                  </a:moveTo>
                  <a:cubicBezTo>
                    <a:pt x="2705" y="1"/>
                    <a:pt x="1696" y="1010"/>
                    <a:pt x="1696" y="2259"/>
                  </a:cubicBezTo>
                  <a:lnTo>
                    <a:pt x="1" y="2259"/>
                  </a:lnTo>
                  <a:lnTo>
                    <a:pt x="1" y="5081"/>
                  </a:lnTo>
                  <a:cubicBezTo>
                    <a:pt x="1247" y="5081"/>
                    <a:pt x="2259" y="6093"/>
                    <a:pt x="2259" y="7339"/>
                  </a:cubicBezTo>
                  <a:cubicBezTo>
                    <a:pt x="2259" y="8586"/>
                    <a:pt x="1247" y="9598"/>
                    <a:pt x="1" y="9598"/>
                  </a:cubicBezTo>
                  <a:lnTo>
                    <a:pt x="1" y="12422"/>
                  </a:lnTo>
                  <a:lnTo>
                    <a:pt x="7378" y="12422"/>
                  </a:lnTo>
                  <a:cubicBezTo>
                    <a:pt x="8315" y="12419"/>
                    <a:pt x="9070" y="11664"/>
                    <a:pt x="9073" y="10727"/>
                  </a:cubicBezTo>
                  <a:lnTo>
                    <a:pt x="9073" y="3952"/>
                  </a:lnTo>
                  <a:cubicBezTo>
                    <a:pt x="9070" y="3015"/>
                    <a:pt x="8315" y="2259"/>
                    <a:pt x="7378" y="2259"/>
                  </a:cubicBezTo>
                  <a:lnTo>
                    <a:pt x="6213" y="2259"/>
                  </a:lnTo>
                  <a:cubicBezTo>
                    <a:pt x="6213" y="1010"/>
                    <a:pt x="5201" y="1"/>
                    <a:pt x="3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43" name="Google Shape;643;p28"/>
          <p:cNvGrpSpPr/>
          <p:nvPr/>
        </p:nvGrpSpPr>
        <p:grpSpPr>
          <a:xfrm>
            <a:off x="4541062" y="3799828"/>
            <a:ext cx="254864" cy="257380"/>
            <a:chOff x="-37804925" y="3953450"/>
            <a:chExt cx="315075" cy="318225"/>
          </a:xfrm>
        </p:grpSpPr>
        <p:sp>
          <p:nvSpPr>
            <p:cNvPr id="644" name="Google Shape;644;p28"/>
            <p:cNvSpPr/>
            <p:nvPr/>
          </p:nvSpPr>
          <p:spPr>
            <a:xfrm>
              <a:off x="-37614300" y="3955025"/>
              <a:ext cx="124450" cy="186200"/>
            </a:xfrm>
            <a:custGeom>
              <a:rect b="b" l="l" r="r" t="t"/>
              <a:pathLst>
                <a:path extrusionOk="0" h="7448" w="4978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8"/>
            <p:cNvSpPr/>
            <p:nvPr/>
          </p:nvSpPr>
          <p:spPr>
            <a:xfrm>
              <a:off x="-37761600" y="4230700"/>
              <a:ext cx="270175" cy="40975"/>
            </a:xfrm>
            <a:custGeom>
              <a:rect b="b" l="l" r="r" t="t"/>
              <a:pathLst>
                <a:path extrusionOk="0" h="1639" w="10807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8"/>
            <p:cNvSpPr/>
            <p:nvPr/>
          </p:nvSpPr>
          <p:spPr>
            <a:xfrm>
              <a:off x="-37804925" y="3953450"/>
              <a:ext cx="274125" cy="295675"/>
            </a:xfrm>
            <a:custGeom>
              <a:rect b="b" l="l" r="r" t="t"/>
              <a:pathLst>
                <a:path extrusionOk="0" h="11827" w="10965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7" name="Google Shape;647;p28"/>
          <p:cNvGrpSpPr/>
          <p:nvPr/>
        </p:nvGrpSpPr>
        <p:grpSpPr>
          <a:xfrm>
            <a:off x="4522635" y="3285732"/>
            <a:ext cx="291741" cy="255607"/>
            <a:chOff x="899850" y="871450"/>
            <a:chExt cx="483175" cy="423400"/>
          </a:xfrm>
        </p:grpSpPr>
        <p:sp>
          <p:nvSpPr>
            <p:cNvPr id="648" name="Google Shape;648;p28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9" name="Google Shape;649;p28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50" name="Google Shape;650;p28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51" name="Google Shape;651;p28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52" name="Google Shape;652;p28"/>
          <p:cNvSpPr/>
          <p:nvPr/>
        </p:nvSpPr>
        <p:spPr>
          <a:xfrm>
            <a:off x="1343062" y="3291262"/>
            <a:ext cx="291729" cy="280808"/>
          </a:xfrm>
          <a:custGeom>
            <a:rect b="b" l="l" r="r" t="t"/>
            <a:pathLst>
              <a:path extrusionOk="0" h="19273" w="20026">
                <a:moveTo>
                  <a:pt x="14841" y="2901"/>
                </a:moveTo>
                <a:cubicBezTo>
                  <a:pt x="15282" y="2901"/>
                  <a:pt x="15717" y="3074"/>
                  <a:pt x="16042" y="3397"/>
                </a:cubicBezTo>
                <a:cubicBezTo>
                  <a:pt x="16704" y="4059"/>
                  <a:pt x="16704" y="5131"/>
                  <a:pt x="16042" y="5794"/>
                </a:cubicBezTo>
                <a:cubicBezTo>
                  <a:pt x="15717" y="6118"/>
                  <a:pt x="15284" y="6290"/>
                  <a:pt x="14843" y="6290"/>
                </a:cubicBezTo>
                <a:cubicBezTo>
                  <a:pt x="14625" y="6290"/>
                  <a:pt x="14405" y="6248"/>
                  <a:pt x="14196" y="6161"/>
                </a:cubicBezTo>
                <a:cubicBezTo>
                  <a:pt x="13563" y="5899"/>
                  <a:pt x="13151" y="5282"/>
                  <a:pt x="13151" y="4595"/>
                </a:cubicBezTo>
                <a:cubicBezTo>
                  <a:pt x="13151" y="3912"/>
                  <a:pt x="13563" y="3294"/>
                  <a:pt x="14196" y="3029"/>
                </a:cubicBezTo>
                <a:cubicBezTo>
                  <a:pt x="14404" y="2943"/>
                  <a:pt x="14623" y="2901"/>
                  <a:pt x="14841" y="2901"/>
                </a:cubicBezTo>
                <a:close/>
                <a:moveTo>
                  <a:pt x="10859" y="4837"/>
                </a:moveTo>
                <a:cubicBezTo>
                  <a:pt x="11001" y="4837"/>
                  <a:pt x="11142" y="4890"/>
                  <a:pt x="11251" y="4996"/>
                </a:cubicBezTo>
                <a:lnTo>
                  <a:pt x="12049" y="5794"/>
                </a:lnTo>
                <a:cubicBezTo>
                  <a:pt x="12269" y="6014"/>
                  <a:pt x="12269" y="6372"/>
                  <a:pt x="12049" y="6592"/>
                </a:cubicBezTo>
                <a:cubicBezTo>
                  <a:pt x="11939" y="6702"/>
                  <a:pt x="11794" y="6757"/>
                  <a:pt x="11650" y="6757"/>
                </a:cubicBezTo>
                <a:cubicBezTo>
                  <a:pt x="11505" y="6757"/>
                  <a:pt x="11361" y="6702"/>
                  <a:pt x="11251" y="6592"/>
                </a:cubicBezTo>
                <a:lnTo>
                  <a:pt x="10453" y="5794"/>
                </a:lnTo>
                <a:cubicBezTo>
                  <a:pt x="10239" y="5571"/>
                  <a:pt x="10242" y="5219"/>
                  <a:pt x="10459" y="5002"/>
                </a:cubicBezTo>
                <a:cubicBezTo>
                  <a:pt x="10570" y="4892"/>
                  <a:pt x="10715" y="4837"/>
                  <a:pt x="10859" y="4837"/>
                </a:cubicBezTo>
                <a:close/>
                <a:moveTo>
                  <a:pt x="13255" y="7232"/>
                </a:moveTo>
                <a:cubicBezTo>
                  <a:pt x="13396" y="7232"/>
                  <a:pt x="13538" y="7284"/>
                  <a:pt x="13648" y="7390"/>
                </a:cubicBezTo>
                <a:lnTo>
                  <a:pt x="14446" y="8188"/>
                </a:lnTo>
                <a:cubicBezTo>
                  <a:pt x="14665" y="8411"/>
                  <a:pt x="14665" y="8766"/>
                  <a:pt x="14446" y="8989"/>
                </a:cubicBezTo>
                <a:cubicBezTo>
                  <a:pt x="14336" y="9099"/>
                  <a:pt x="14191" y="9154"/>
                  <a:pt x="14047" y="9154"/>
                </a:cubicBezTo>
                <a:cubicBezTo>
                  <a:pt x="13902" y="9154"/>
                  <a:pt x="13758" y="9099"/>
                  <a:pt x="13648" y="8989"/>
                </a:cubicBezTo>
                <a:lnTo>
                  <a:pt x="12850" y="8188"/>
                </a:lnTo>
                <a:cubicBezTo>
                  <a:pt x="12633" y="7968"/>
                  <a:pt x="12636" y="7616"/>
                  <a:pt x="12856" y="7399"/>
                </a:cubicBezTo>
                <a:cubicBezTo>
                  <a:pt x="12966" y="7287"/>
                  <a:pt x="13110" y="7232"/>
                  <a:pt x="13255" y="7232"/>
                </a:cubicBezTo>
                <a:close/>
                <a:moveTo>
                  <a:pt x="10846" y="8029"/>
                </a:moveTo>
                <a:cubicBezTo>
                  <a:pt x="10991" y="8029"/>
                  <a:pt x="11135" y="8084"/>
                  <a:pt x="11245" y="8194"/>
                </a:cubicBezTo>
                <a:cubicBezTo>
                  <a:pt x="11462" y="8411"/>
                  <a:pt x="11465" y="8763"/>
                  <a:pt x="11251" y="8986"/>
                </a:cubicBezTo>
                <a:lnTo>
                  <a:pt x="11251" y="8989"/>
                </a:lnTo>
                <a:lnTo>
                  <a:pt x="10778" y="9461"/>
                </a:lnTo>
                <a:cubicBezTo>
                  <a:pt x="11088" y="10106"/>
                  <a:pt x="10959" y="10874"/>
                  <a:pt x="10453" y="11383"/>
                </a:cubicBezTo>
                <a:cubicBezTo>
                  <a:pt x="10343" y="11493"/>
                  <a:pt x="10198" y="11548"/>
                  <a:pt x="10054" y="11548"/>
                </a:cubicBezTo>
                <a:cubicBezTo>
                  <a:pt x="9909" y="11548"/>
                  <a:pt x="9765" y="11493"/>
                  <a:pt x="9655" y="11383"/>
                </a:cubicBezTo>
                <a:cubicBezTo>
                  <a:pt x="9435" y="11163"/>
                  <a:pt x="9435" y="10804"/>
                  <a:pt x="9655" y="10585"/>
                </a:cubicBezTo>
                <a:cubicBezTo>
                  <a:pt x="10010" y="10229"/>
                  <a:pt x="9757" y="9621"/>
                  <a:pt x="9254" y="9621"/>
                </a:cubicBezTo>
                <a:cubicBezTo>
                  <a:pt x="8751" y="9621"/>
                  <a:pt x="8498" y="10229"/>
                  <a:pt x="8857" y="10585"/>
                </a:cubicBezTo>
                <a:cubicBezTo>
                  <a:pt x="9441" y="11166"/>
                  <a:pt x="9519" y="12084"/>
                  <a:pt x="9043" y="12756"/>
                </a:cubicBezTo>
                <a:cubicBezTo>
                  <a:pt x="8717" y="13218"/>
                  <a:pt x="8196" y="13472"/>
                  <a:pt x="7661" y="13472"/>
                </a:cubicBezTo>
                <a:cubicBezTo>
                  <a:pt x="7415" y="13472"/>
                  <a:pt x="7167" y="13419"/>
                  <a:pt x="6933" y="13307"/>
                </a:cubicBezTo>
                <a:lnTo>
                  <a:pt x="6460" y="13777"/>
                </a:lnTo>
                <a:cubicBezTo>
                  <a:pt x="6351" y="13882"/>
                  <a:pt x="6210" y="13935"/>
                  <a:pt x="6068" y="13935"/>
                </a:cubicBezTo>
                <a:cubicBezTo>
                  <a:pt x="5924" y="13935"/>
                  <a:pt x="5779" y="13880"/>
                  <a:pt x="5668" y="13771"/>
                </a:cubicBezTo>
                <a:cubicBezTo>
                  <a:pt x="5451" y="13551"/>
                  <a:pt x="5448" y="13198"/>
                  <a:pt x="5662" y="12979"/>
                </a:cubicBezTo>
                <a:lnTo>
                  <a:pt x="6135" y="12506"/>
                </a:lnTo>
                <a:cubicBezTo>
                  <a:pt x="5824" y="11861"/>
                  <a:pt x="5957" y="11091"/>
                  <a:pt x="6460" y="10582"/>
                </a:cubicBezTo>
                <a:cubicBezTo>
                  <a:pt x="6570" y="10476"/>
                  <a:pt x="6711" y="10424"/>
                  <a:pt x="6852" y="10424"/>
                </a:cubicBezTo>
                <a:cubicBezTo>
                  <a:pt x="6997" y="10424"/>
                  <a:pt x="7142" y="10479"/>
                  <a:pt x="7252" y="10591"/>
                </a:cubicBezTo>
                <a:cubicBezTo>
                  <a:pt x="7469" y="10808"/>
                  <a:pt x="7472" y="11160"/>
                  <a:pt x="7258" y="11383"/>
                </a:cubicBezTo>
                <a:cubicBezTo>
                  <a:pt x="6902" y="11738"/>
                  <a:pt x="7155" y="12346"/>
                  <a:pt x="7658" y="12346"/>
                </a:cubicBezTo>
                <a:cubicBezTo>
                  <a:pt x="8161" y="12346"/>
                  <a:pt x="8414" y="11738"/>
                  <a:pt x="8059" y="11383"/>
                </a:cubicBezTo>
                <a:cubicBezTo>
                  <a:pt x="7475" y="10798"/>
                  <a:pt x="7393" y="9883"/>
                  <a:pt x="7869" y="9209"/>
                </a:cubicBezTo>
                <a:cubicBezTo>
                  <a:pt x="8195" y="8749"/>
                  <a:pt x="8716" y="8495"/>
                  <a:pt x="9251" y="8495"/>
                </a:cubicBezTo>
                <a:cubicBezTo>
                  <a:pt x="9497" y="8495"/>
                  <a:pt x="9746" y="8549"/>
                  <a:pt x="9980" y="8660"/>
                </a:cubicBezTo>
                <a:lnTo>
                  <a:pt x="10453" y="8188"/>
                </a:lnTo>
                <a:cubicBezTo>
                  <a:pt x="10563" y="8082"/>
                  <a:pt x="10705" y="8029"/>
                  <a:pt x="10846" y="8029"/>
                </a:cubicBezTo>
                <a:close/>
                <a:moveTo>
                  <a:pt x="13208" y="0"/>
                </a:moveTo>
                <a:cubicBezTo>
                  <a:pt x="11632" y="0"/>
                  <a:pt x="10059" y="597"/>
                  <a:pt x="8857" y="1801"/>
                </a:cubicBezTo>
                <a:lnTo>
                  <a:pt x="8456" y="2201"/>
                </a:lnTo>
                <a:lnTo>
                  <a:pt x="9655" y="3397"/>
                </a:lnTo>
                <a:cubicBezTo>
                  <a:pt x="9869" y="3620"/>
                  <a:pt x="9866" y="3972"/>
                  <a:pt x="9646" y="4189"/>
                </a:cubicBezTo>
                <a:cubicBezTo>
                  <a:pt x="9536" y="4300"/>
                  <a:pt x="9391" y="4356"/>
                  <a:pt x="9246" y="4356"/>
                </a:cubicBezTo>
                <a:cubicBezTo>
                  <a:pt x="9106" y="4356"/>
                  <a:pt x="8965" y="4303"/>
                  <a:pt x="8857" y="4198"/>
                </a:cubicBezTo>
                <a:lnTo>
                  <a:pt x="7658" y="2999"/>
                </a:lnTo>
                <a:lnTo>
                  <a:pt x="663" y="9994"/>
                </a:lnTo>
                <a:cubicBezTo>
                  <a:pt x="1" y="10654"/>
                  <a:pt x="1" y="11726"/>
                  <a:pt x="663" y="12388"/>
                </a:cubicBezTo>
                <a:lnTo>
                  <a:pt x="7053" y="18775"/>
                </a:lnTo>
                <a:cubicBezTo>
                  <a:pt x="7383" y="19107"/>
                  <a:pt x="7816" y="19272"/>
                  <a:pt x="8249" y="19272"/>
                </a:cubicBezTo>
                <a:cubicBezTo>
                  <a:pt x="8682" y="19272"/>
                  <a:pt x="9116" y="19107"/>
                  <a:pt x="9447" y="18775"/>
                </a:cubicBezTo>
                <a:lnTo>
                  <a:pt x="16442" y="11783"/>
                </a:lnTo>
                <a:lnTo>
                  <a:pt x="15244" y="10585"/>
                </a:lnTo>
                <a:cubicBezTo>
                  <a:pt x="15030" y="10362"/>
                  <a:pt x="15033" y="10010"/>
                  <a:pt x="15250" y="9793"/>
                </a:cubicBezTo>
                <a:cubicBezTo>
                  <a:pt x="15361" y="9683"/>
                  <a:pt x="15506" y="9628"/>
                  <a:pt x="15650" y="9628"/>
                </a:cubicBezTo>
                <a:cubicBezTo>
                  <a:pt x="15792" y="9628"/>
                  <a:pt x="15933" y="9681"/>
                  <a:pt x="16042" y="9787"/>
                </a:cubicBezTo>
                <a:lnTo>
                  <a:pt x="17240" y="10982"/>
                </a:lnTo>
                <a:lnTo>
                  <a:pt x="17641" y="10585"/>
                </a:lnTo>
                <a:cubicBezTo>
                  <a:pt x="19923" y="8299"/>
                  <a:pt x="20025" y="4677"/>
                  <a:pt x="17999" y="2240"/>
                </a:cubicBezTo>
                <a:lnTo>
                  <a:pt x="19237" y="1003"/>
                </a:lnTo>
                <a:cubicBezTo>
                  <a:pt x="19456" y="783"/>
                  <a:pt x="19456" y="425"/>
                  <a:pt x="19237" y="205"/>
                </a:cubicBezTo>
                <a:cubicBezTo>
                  <a:pt x="19127" y="95"/>
                  <a:pt x="18982" y="40"/>
                  <a:pt x="18838" y="40"/>
                </a:cubicBezTo>
                <a:cubicBezTo>
                  <a:pt x="18693" y="40"/>
                  <a:pt x="18548" y="95"/>
                  <a:pt x="18439" y="205"/>
                </a:cubicBezTo>
                <a:lnTo>
                  <a:pt x="17198" y="1443"/>
                </a:lnTo>
                <a:cubicBezTo>
                  <a:pt x="16045" y="483"/>
                  <a:pt x="14625" y="0"/>
                  <a:pt x="132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653" name="Google Shape;653;p28"/>
          <p:cNvGrpSpPr/>
          <p:nvPr/>
        </p:nvGrpSpPr>
        <p:grpSpPr>
          <a:xfrm>
            <a:off x="1343039" y="2440320"/>
            <a:ext cx="291768" cy="290652"/>
            <a:chOff x="2085450" y="842250"/>
            <a:chExt cx="483700" cy="481850"/>
          </a:xfrm>
        </p:grpSpPr>
        <p:sp>
          <p:nvSpPr>
            <p:cNvPr id="654" name="Google Shape;654;p28"/>
            <p:cNvSpPr/>
            <p:nvPr/>
          </p:nvSpPr>
          <p:spPr>
            <a:xfrm>
              <a:off x="2085525" y="926925"/>
              <a:ext cx="483625" cy="397175"/>
            </a:xfrm>
            <a:custGeom>
              <a:rect b="b" l="l" r="r" t="t"/>
              <a:pathLst>
                <a:path extrusionOk="0" h="15887" w="19345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55" name="Google Shape;655;p28"/>
            <p:cNvSpPr/>
            <p:nvPr/>
          </p:nvSpPr>
          <p:spPr>
            <a:xfrm>
              <a:off x="2085450" y="1151875"/>
              <a:ext cx="143650" cy="87575"/>
            </a:xfrm>
            <a:custGeom>
              <a:rect b="b" l="l" r="r" t="t"/>
              <a:pathLst>
                <a:path extrusionOk="0" h="3503" w="5746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56" name="Google Shape;656;p28"/>
            <p:cNvSpPr/>
            <p:nvPr/>
          </p:nvSpPr>
          <p:spPr>
            <a:xfrm>
              <a:off x="2274775" y="842250"/>
              <a:ext cx="294375" cy="197650"/>
            </a:xfrm>
            <a:custGeom>
              <a:rect b="b" l="l" r="r" t="t"/>
              <a:pathLst>
                <a:path extrusionOk="0" h="7906" w="11775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57" name="Google Shape;657;p28"/>
          <p:cNvGrpSpPr/>
          <p:nvPr/>
        </p:nvGrpSpPr>
        <p:grpSpPr>
          <a:xfrm>
            <a:off x="4541083" y="2436280"/>
            <a:ext cx="254847" cy="289962"/>
            <a:chOff x="2707500" y="249400"/>
            <a:chExt cx="423475" cy="481825"/>
          </a:xfrm>
        </p:grpSpPr>
        <p:sp>
          <p:nvSpPr>
            <p:cNvPr id="658" name="Google Shape;658;p28"/>
            <p:cNvSpPr/>
            <p:nvPr/>
          </p:nvSpPr>
          <p:spPr>
            <a:xfrm>
              <a:off x="2739175" y="420675"/>
              <a:ext cx="360100" cy="310550"/>
            </a:xfrm>
            <a:custGeom>
              <a:rect b="b" l="l" r="r" t="t"/>
              <a:pathLst>
                <a:path extrusionOk="0" h="12422" w="14404">
                  <a:moveTo>
                    <a:pt x="3816" y="1130"/>
                  </a:moveTo>
                  <a:cubicBezTo>
                    <a:pt x="4126" y="1130"/>
                    <a:pt x="4379" y="1382"/>
                    <a:pt x="4379" y="1696"/>
                  </a:cubicBezTo>
                  <a:lnTo>
                    <a:pt x="4379" y="8471"/>
                  </a:lnTo>
                  <a:cubicBezTo>
                    <a:pt x="4379" y="8781"/>
                    <a:pt x="4126" y="9034"/>
                    <a:pt x="3816" y="9034"/>
                  </a:cubicBezTo>
                  <a:cubicBezTo>
                    <a:pt x="3503" y="9034"/>
                    <a:pt x="3250" y="8781"/>
                    <a:pt x="3250" y="8471"/>
                  </a:cubicBezTo>
                  <a:lnTo>
                    <a:pt x="3250" y="1696"/>
                  </a:lnTo>
                  <a:cubicBezTo>
                    <a:pt x="3250" y="1382"/>
                    <a:pt x="3503" y="1130"/>
                    <a:pt x="3816" y="1130"/>
                  </a:cubicBezTo>
                  <a:close/>
                  <a:moveTo>
                    <a:pt x="7204" y="1130"/>
                  </a:moveTo>
                  <a:cubicBezTo>
                    <a:pt x="7514" y="1130"/>
                    <a:pt x="7767" y="1382"/>
                    <a:pt x="7767" y="1696"/>
                  </a:cubicBezTo>
                  <a:lnTo>
                    <a:pt x="7767" y="8471"/>
                  </a:lnTo>
                  <a:cubicBezTo>
                    <a:pt x="7767" y="8781"/>
                    <a:pt x="7514" y="9034"/>
                    <a:pt x="7204" y="9034"/>
                  </a:cubicBezTo>
                  <a:cubicBezTo>
                    <a:pt x="6891" y="9034"/>
                    <a:pt x="6638" y="8781"/>
                    <a:pt x="6638" y="8471"/>
                  </a:cubicBezTo>
                  <a:lnTo>
                    <a:pt x="6638" y="1696"/>
                  </a:lnTo>
                  <a:cubicBezTo>
                    <a:pt x="6638" y="1382"/>
                    <a:pt x="6891" y="1130"/>
                    <a:pt x="7204" y="1130"/>
                  </a:cubicBezTo>
                  <a:close/>
                  <a:moveTo>
                    <a:pt x="10592" y="1130"/>
                  </a:moveTo>
                  <a:cubicBezTo>
                    <a:pt x="10902" y="1130"/>
                    <a:pt x="11155" y="1382"/>
                    <a:pt x="11155" y="1696"/>
                  </a:cubicBezTo>
                  <a:lnTo>
                    <a:pt x="11155" y="8471"/>
                  </a:lnTo>
                  <a:cubicBezTo>
                    <a:pt x="11155" y="8781"/>
                    <a:pt x="10902" y="9034"/>
                    <a:pt x="10592" y="9034"/>
                  </a:cubicBezTo>
                  <a:cubicBezTo>
                    <a:pt x="10278" y="9034"/>
                    <a:pt x="10025" y="8781"/>
                    <a:pt x="10025" y="8471"/>
                  </a:cubicBezTo>
                  <a:lnTo>
                    <a:pt x="10025" y="1696"/>
                  </a:lnTo>
                  <a:cubicBezTo>
                    <a:pt x="10025" y="1382"/>
                    <a:pt x="10278" y="1130"/>
                    <a:pt x="10592" y="1130"/>
                  </a:cubicBezTo>
                  <a:close/>
                  <a:moveTo>
                    <a:pt x="1" y="0"/>
                  </a:moveTo>
                  <a:lnTo>
                    <a:pt x="901" y="10880"/>
                  </a:lnTo>
                  <a:cubicBezTo>
                    <a:pt x="976" y="11754"/>
                    <a:pt x="1705" y="12422"/>
                    <a:pt x="2582" y="12422"/>
                  </a:cubicBezTo>
                  <a:cubicBezTo>
                    <a:pt x="2584" y="12422"/>
                    <a:pt x="2586" y="12422"/>
                    <a:pt x="2588" y="12422"/>
                  </a:cubicBezTo>
                  <a:lnTo>
                    <a:pt x="11817" y="12422"/>
                  </a:lnTo>
                  <a:cubicBezTo>
                    <a:pt x="11819" y="12422"/>
                    <a:pt x="11821" y="12422"/>
                    <a:pt x="11823" y="12422"/>
                  </a:cubicBezTo>
                  <a:cubicBezTo>
                    <a:pt x="12700" y="12422"/>
                    <a:pt x="13431" y="11751"/>
                    <a:pt x="13503" y="10877"/>
                  </a:cubicBezTo>
                  <a:lnTo>
                    <a:pt x="144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59" name="Google Shape;659;p28"/>
            <p:cNvSpPr/>
            <p:nvPr/>
          </p:nvSpPr>
          <p:spPr>
            <a:xfrm>
              <a:off x="2707500" y="249400"/>
              <a:ext cx="423475" cy="141175"/>
            </a:xfrm>
            <a:custGeom>
              <a:rect b="b" l="l" r="r" t="t"/>
              <a:pathLst>
                <a:path extrusionOk="0" h="5647" w="16939">
                  <a:moveTo>
                    <a:pt x="9600" y="1130"/>
                  </a:moveTo>
                  <a:cubicBezTo>
                    <a:pt x="9910" y="1130"/>
                    <a:pt x="10163" y="1383"/>
                    <a:pt x="10163" y="1696"/>
                  </a:cubicBezTo>
                  <a:lnTo>
                    <a:pt x="10163" y="2259"/>
                  </a:lnTo>
                  <a:lnTo>
                    <a:pt x="6776" y="2259"/>
                  </a:lnTo>
                  <a:lnTo>
                    <a:pt x="6776" y="1696"/>
                  </a:lnTo>
                  <a:cubicBezTo>
                    <a:pt x="6776" y="1383"/>
                    <a:pt x="7029" y="1130"/>
                    <a:pt x="7342" y="1130"/>
                  </a:cubicBezTo>
                  <a:close/>
                  <a:moveTo>
                    <a:pt x="7342" y="1"/>
                  </a:moveTo>
                  <a:cubicBezTo>
                    <a:pt x="6405" y="1"/>
                    <a:pt x="5646" y="760"/>
                    <a:pt x="5646" y="1696"/>
                  </a:cubicBezTo>
                  <a:lnTo>
                    <a:pt x="5646" y="2259"/>
                  </a:lnTo>
                  <a:lnTo>
                    <a:pt x="1696" y="2259"/>
                  </a:lnTo>
                  <a:cubicBezTo>
                    <a:pt x="759" y="2259"/>
                    <a:pt x="0" y="3018"/>
                    <a:pt x="0" y="3954"/>
                  </a:cubicBezTo>
                  <a:lnTo>
                    <a:pt x="0" y="5084"/>
                  </a:lnTo>
                  <a:cubicBezTo>
                    <a:pt x="0" y="5394"/>
                    <a:pt x="253" y="5647"/>
                    <a:pt x="566" y="5647"/>
                  </a:cubicBezTo>
                  <a:lnTo>
                    <a:pt x="16375" y="5647"/>
                  </a:lnTo>
                  <a:cubicBezTo>
                    <a:pt x="16686" y="5647"/>
                    <a:pt x="16939" y="5394"/>
                    <a:pt x="16939" y="5084"/>
                  </a:cubicBezTo>
                  <a:lnTo>
                    <a:pt x="16939" y="3954"/>
                  </a:lnTo>
                  <a:cubicBezTo>
                    <a:pt x="16939" y="3018"/>
                    <a:pt x="16180" y="2259"/>
                    <a:pt x="15246" y="2259"/>
                  </a:cubicBezTo>
                  <a:lnTo>
                    <a:pt x="11292" y="2259"/>
                  </a:lnTo>
                  <a:lnTo>
                    <a:pt x="11292" y="1696"/>
                  </a:lnTo>
                  <a:cubicBezTo>
                    <a:pt x="11292" y="760"/>
                    <a:pt x="10534" y="1"/>
                    <a:pt x="9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60" name="Google Shape;660;p28"/>
          <p:cNvSpPr txBox="1"/>
          <p:nvPr/>
        </p:nvSpPr>
        <p:spPr>
          <a:xfrm>
            <a:off x="723450" y="1187975"/>
            <a:ext cx="769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As a Premium user, you can use this template without attributing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Slidesgo</a:t>
            </a:r>
            <a:endParaRPr b="1"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1" name="Google Shape;661;p28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 (premium users)</a:t>
            </a:r>
            <a:endParaRPr/>
          </a:p>
        </p:txBody>
      </p:sp>
      <p:grpSp>
        <p:nvGrpSpPr>
          <p:cNvPr id="662" name="Google Shape;662;p28"/>
          <p:cNvGrpSpPr/>
          <p:nvPr/>
        </p:nvGrpSpPr>
        <p:grpSpPr>
          <a:xfrm>
            <a:off x="1343052" y="2010830"/>
            <a:ext cx="291746" cy="286082"/>
            <a:chOff x="1490050" y="3805975"/>
            <a:chExt cx="491900" cy="482350"/>
          </a:xfrm>
        </p:grpSpPr>
        <p:sp>
          <p:nvSpPr>
            <p:cNvPr id="663" name="Google Shape;663;p28"/>
            <p:cNvSpPr/>
            <p:nvPr/>
          </p:nvSpPr>
          <p:spPr>
            <a:xfrm>
              <a:off x="1541775" y="3877050"/>
              <a:ext cx="302500" cy="277225"/>
            </a:xfrm>
            <a:custGeom>
              <a:rect b="b" l="l" r="r" t="t"/>
              <a:pathLst>
                <a:path extrusionOk="0" h="11089" w="1210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64" name="Google Shape;664;p28"/>
            <p:cNvSpPr/>
            <p:nvPr/>
          </p:nvSpPr>
          <p:spPr>
            <a:xfrm>
              <a:off x="1824450" y="3805975"/>
              <a:ext cx="157500" cy="150525"/>
            </a:xfrm>
            <a:custGeom>
              <a:rect b="b" l="l" r="r" t="t"/>
              <a:pathLst>
                <a:path extrusionOk="0" h="6021" w="630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65" name="Google Shape;665;p28"/>
            <p:cNvSpPr/>
            <p:nvPr/>
          </p:nvSpPr>
          <p:spPr>
            <a:xfrm>
              <a:off x="1626675" y="3936600"/>
              <a:ext cx="277225" cy="302600"/>
            </a:xfrm>
            <a:custGeom>
              <a:rect b="b" l="l" r="r" t="t"/>
              <a:pathLst>
                <a:path extrusionOk="0" h="12104" w="11089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66" name="Google Shape;666;p28"/>
            <p:cNvSpPr/>
            <p:nvPr/>
          </p:nvSpPr>
          <p:spPr>
            <a:xfrm>
              <a:off x="1490050" y="4166500"/>
              <a:ext cx="129950" cy="121825"/>
            </a:xfrm>
            <a:custGeom>
              <a:rect b="b" l="l" r="r" t="t"/>
              <a:pathLst>
                <a:path extrusionOk="0" h="4873" w="5198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67" name="Google Shape;667;p28"/>
          <p:cNvSpPr txBox="1"/>
          <p:nvPr/>
        </p:nvSpPr>
        <p:spPr>
          <a:xfrm>
            <a:off x="1254000" y="15436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are allowed to:</a:t>
            </a:r>
            <a:endParaRPr/>
          </a:p>
        </p:txBody>
      </p:sp>
      <p:sp>
        <p:nvSpPr>
          <p:cNvPr id="668" name="Google Shape;668;p28"/>
          <p:cNvSpPr/>
          <p:nvPr/>
        </p:nvSpPr>
        <p:spPr>
          <a:xfrm>
            <a:off x="4541072" y="2011594"/>
            <a:ext cx="254859" cy="286108"/>
          </a:xfrm>
          <a:custGeom>
            <a:rect b="b" l="l" r="r" t="t"/>
            <a:pathLst>
              <a:path extrusionOk="0" h="19273" w="17168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669" name="Google Shape;669;p28"/>
          <p:cNvSpPr txBox="1"/>
          <p:nvPr/>
        </p:nvSpPr>
        <p:spPr>
          <a:xfrm>
            <a:off x="1616350" y="1943440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Modify this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0" name="Google Shape;670;p28"/>
          <p:cNvSpPr txBox="1"/>
          <p:nvPr/>
        </p:nvSpPr>
        <p:spPr>
          <a:xfrm>
            <a:off x="4814375" y="1943446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it for both personal and commercial projects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1" name="Google Shape;671;p28"/>
          <p:cNvSpPr txBox="1"/>
          <p:nvPr/>
        </p:nvSpPr>
        <p:spPr>
          <a:xfrm>
            <a:off x="1254000" y="288646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are not allowed to:</a:t>
            </a:r>
            <a:endParaRPr/>
          </a:p>
        </p:txBody>
      </p:sp>
      <p:sp>
        <p:nvSpPr>
          <p:cNvPr id="672" name="Google Shape;672;p28"/>
          <p:cNvSpPr txBox="1"/>
          <p:nvPr/>
        </p:nvSpPr>
        <p:spPr>
          <a:xfrm>
            <a:off x="1616350" y="3287025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Sublicense, sell or rent any of Slidesgo Content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3" name="Google Shape;673;p28"/>
          <p:cNvSpPr txBox="1"/>
          <p:nvPr/>
        </p:nvSpPr>
        <p:spPr>
          <a:xfrm>
            <a:off x="4814375" y="3287024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Distribute Slidesgo Content unless it has been expressly authorized by Slidesgo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4" name="Google Shape;674;p28"/>
          <p:cNvSpPr txBox="1"/>
          <p:nvPr/>
        </p:nvSpPr>
        <p:spPr>
          <a:xfrm>
            <a:off x="1616350" y="3751379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any of the elements that are part in a separated way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5" name="Google Shape;675;p28"/>
          <p:cNvSpPr txBox="1"/>
          <p:nvPr/>
        </p:nvSpPr>
        <p:spPr>
          <a:xfrm>
            <a:off x="4814375" y="3751378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Register any of the elements as a trademark or logo in an intellectual property registry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6" name="Google Shape;676;p28"/>
          <p:cNvSpPr txBox="1"/>
          <p:nvPr/>
        </p:nvSpPr>
        <p:spPr>
          <a:xfrm>
            <a:off x="1616350" y="2408933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Share this template in an 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editable format 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7" name="Google Shape;677;p28"/>
          <p:cNvSpPr txBox="1"/>
          <p:nvPr/>
        </p:nvSpPr>
        <p:spPr>
          <a:xfrm>
            <a:off x="4814375" y="2408939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Hide or delete the “Thanks” slide and the mention to Slidesgo in the credits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8" name="Google Shape;678;p28"/>
          <p:cNvSpPr txBox="1"/>
          <p:nvPr/>
        </p:nvSpPr>
        <p:spPr>
          <a:xfrm>
            <a:off x="559900" y="4339600"/>
            <a:ext cx="80241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more information about editing slides, please read our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FAQs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or visit our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blog</a:t>
            </a:r>
            <a:endParaRPr b="1"/>
          </a:p>
        </p:txBody>
      </p:sp>
      <p:grpSp>
        <p:nvGrpSpPr>
          <p:cNvPr id="679" name="Google Shape;679;p28"/>
          <p:cNvGrpSpPr/>
          <p:nvPr/>
        </p:nvGrpSpPr>
        <p:grpSpPr>
          <a:xfrm>
            <a:off x="8430787" y="228418"/>
            <a:ext cx="346490" cy="311075"/>
            <a:chOff x="5655285" y="1922218"/>
            <a:chExt cx="2946347" cy="2645192"/>
          </a:xfrm>
        </p:grpSpPr>
        <p:sp>
          <p:nvSpPr>
            <p:cNvPr id="680" name="Google Shape;680;p28"/>
            <p:cNvSpPr/>
            <p:nvPr/>
          </p:nvSpPr>
          <p:spPr>
            <a:xfrm>
              <a:off x="5944020" y="4048928"/>
              <a:ext cx="2362667" cy="518482"/>
            </a:xfrm>
            <a:custGeom>
              <a:rect b="b" l="l" r="r" t="t"/>
              <a:pathLst>
                <a:path extrusionOk="0" h="518482" w="2362667">
                  <a:moveTo>
                    <a:pt x="0" y="0"/>
                  </a:moveTo>
                  <a:lnTo>
                    <a:pt x="2362667" y="0"/>
                  </a:lnTo>
                  <a:lnTo>
                    <a:pt x="2362667" y="518483"/>
                  </a:lnTo>
                  <a:lnTo>
                    <a:pt x="0" y="518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28"/>
            <p:cNvSpPr/>
            <p:nvPr/>
          </p:nvSpPr>
          <p:spPr>
            <a:xfrm>
              <a:off x="5928497" y="1922218"/>
              <a:ext cx="2412342" cy="1716891"/>
            </a:xfrm>
            <a:custGeom>
              <a:rect b="b" l="l" r="r" t="t"/>
              <a:pathLst>
                <a:path extrusionOk="0" h="1716891" w="2412342">
                  <a:moveTo>
                    <a:pt x="0" y="1716892"/>
                  </a:moveTo>
                  <a:lnTo>
                    <a:pt x="1195305" y="0"/>
                  </a:lnTo>
                  <a:lnTo>
                    <a:pt x="2412342" y="1716892"/>
                  </a:lnTo>
                  <a:lnTo>
                    <a:pt x="0" y="17168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28"/>
            <p:cNvSpPr/>
            <p:nvPr/>
          </p:nvSpPr>
          <p:spPr>
            <a:xfrm>
              <a:off x="6235861" y="2397235"/>
              <a:ext cx="2365771" cy="1518191"/>
            </a:xfrm>
            <a:custGeom>
              <a:rect b="b" l="l" r="r" t="t"/>
              <a:pathLst>
                <a:path extrusionOk="0" h="1518191" w="2365771">
                  <a:moveTo>
                    <a:pt x="2086350" y="1518192"/>
                  </a:moveTo>
                  <a:lnTo>
                    <a:pt x="2365772" y="0"/>
                  </a:lnTo>
                  <a:lnTo>
                    <a:pt x="0" y="1518192"/>
                  </a:lnTo>
                  <a:lnTo>
                    <a:pt x="2086350" y="15181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5655285" y="2394130"/>
              <a:ext cx="2207432" cy="1521296"/>
            </a:xfrm>
            <a:custGeom>
              <a:rect b="b" l="l" r="r" t="t"/>
              <a:pathLst>
                <a:path extrusionOk="0" h="1521296" w="2207432">
                  <a:moveTo>
                    <a:pt x="270108" y="1521297"/>
                  </a:moveTo>
                  <a:lnTo>
                    <a:pt x="0" y="0"/>
                  </a:lnTo>
                  <a:lnTo>
                    <a:pt x="2207433" y="1521297"/>
                  </a:lnTo>
                  <a:lnTo>
                    <a:pt x="270108" y="15212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4" name="Google Shape;684;p28"/>
          <p:cNvGrpSpPr/>
          <p:nvPr/>
        </p:nvGrpSpPr>
        <p:grpSpPr>
          <a:xfrm>
            <a:off x="942179" y="2910127"/>
            <a:ext cx="291890" cy="291890"/>
            <a:chOff x="2085525" y="4992125"/>
            <a:chExt cx="481825" cy="481825"/>
          </a:xfrm>
        </p:grpSpPr>
        <p:sp>
          <p:nvSpPr>
            <p:cNvPr id="685" name="Google Shape;685;p28"/>
            <p:cNvSpPr/>
            <p:nvPr/>
          </p:nvSpPr>
          <p:spPr>
            <a:xfrm>
              <a:off x="2244150" y="5152125"/>
              <a:ext cx="164500" cy="161825"/>
            </a:xfrm>
            <a:custGeom>
              <a:rect b="b" l="l" r="r" t="t"/>
              <a:pathLst>
                <a:path extrusionOk="0" h="6473" w="658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86" name="Google Shape;686;p28"/>
            <p:cNvSpPr/>
            <p:nvPr/>
          </p:nvSpPr>
          <p:spPr>
            <a:xfrm>
              <a:off x="208552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87" name="Google Shape;687;p28"/>
          <p:cNvGrpSpPr/>
          <p:nvPr/>
        </p:nvGrpSpPr>
        <p:grpSpPr>
          <a:xfrm>
            <a:off x="942192" y="1551114"/>
            <a:ext cx="291890" cy="291890"/>
            <a:chOff x="1492675" y="4992125"/>
            <a:chExt cx="481825" cy="481825"/>
          </a:xfrm>
        </p:grpSpPr>
        <p:sp>
          <p:nvSpPr>
            <p:cNvPr id="688" name="Google Shape;688;p28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9"/>
          <p:cNvSpPr txBox="1"/>
          <p:nvPr/>
        </p:nvSpPr>
        <p:spPr>
          <a:xfrm>
            <a:off x="723450" y="1187975"/>
            <a:ext cx="769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can add and edit some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infographics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to your presentation to present your data in a visual way.</a:t>
            </a:r>
            <a:endParaRPr b="1"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5" name="Google Shape;695;p29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Infographics</a:t>
            </a:r>
            <a:endParaRPr/>
          </a:p>
        </p:txBody>
      </p:sp>
      <p:sp>
        <p:nvSpPr>
          <p:cNvPr id="696" name="Google Shape;696;p29"/>
          <p:cNvSpPr txBox="1"/>
          <p:nvPr/>
        </p:nvSpPr>
        <p:spPr>
          <a:xfrm>
            <a:off x="1149925" y="1690373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Choose your favourite infographic and insert it in your presentation using Ctrl C + Ctrl V or Cmd C + Cmd V in Mac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7" name="Google Shape;697;p29"/>
          <p:cNvSpPr txBox="1"/>
          <p:nvPr/>
        </p:nvSpPr>
        <p:spPr>
          <a:xfrm>
            <a:off x="1149925" y="3228441"/>
            <a:ext cx="3259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Change the color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by clicking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on the paint bucket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8" name="Google Shape;698;p29"/>
          <p:cNvSpPr txBox="1"/>
          <p:nvPr/>
        </p:nvSpPr>
        <p:spPr>
          <a:xfrm>
            <a:off x="5169296" y="3228441"/>
            <a:ext cx="3259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Group 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elements again by selecting them, right-clicking and choosing “Group”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9" name="Google Shape;699;p29"/>
          <p:cNvSpPr txBox="1"/>
          <p:nvPr/>
        </p:nvSpPr>
        <p:spPr>
          <a:xfrm>
            <a:off x="5169296" y="1690373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Remember to choose the </a:t>
            </a: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“Keep source formatting”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option so that it keeps the design. For more info, please visit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our blog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0" name="Google Shape;700;p29"/>
          <p:cNvSpPr txBox="1"/>
          <p:nvPr/>
        </p:nvSpPr>
        <p:spPr>
          <a:xfrm>
            <a:off x="1149925" y="2459407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Select one of the parts and </a:t>
            </a: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ungroup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it by right-clicking and choosing “Ungroup”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1" name="Google Shape;701;p29"/>
          <p:cNvSpPr txBox="1"/>
          <p:nvPr/>
        </p:nvSpPr>
        <p:spPr>
          <a:xfrm>
            <a:off x="2079000" y="3995375"/>
            <a:ext cx="5393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Then </a:t>
            </a: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resize 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element by clicking and dragging one of the square-shaped points of its bounding box (the cursor should look like a double-headed arrow). Remember to hold Shift while dragging to keep the proportions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2" name="Google Shape;702;p29"/>
          <p:cNvSpPr txBox="1"/>
          <p:nvPr/>
        </p:nvSpPr>
        <p:spPr>
          <a:xfrm>
            <a:off x="5169296" y="2459407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Repeat the steps above with the other parts and when you’re done editing, copy the end result and paste it into your presentation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3" name="Google Shape;703;p29"/>
          <p:cNvSpPr/>
          <p:nvPr/>
        </p:nvSpPr>
        <p:spPr>
          <a:xfrm>
            <a:off x="713235" y="1793273"/>
            <a:ext cx="407400" cy="40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4" name="Google Shape;704;p29"/>
          <p:cNvSpPr/>
          <p:nvPr/>
        </p:nvSpPr>
        <p:spPr>
          <a:xfrm>
            <a:off x="4737645" y="1793273"/>
            <a:ext cx="407400" cy="40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5" name="Google Shape;705;p29"/>
          <p:cNvSpPr/>
          <p:nvPr/>
        </p:nvSpPr>
        <p:spPr>
          <a:xfrm>
            <a:off x="713235" y="2562307"/>
            <a:ext cx="407400" cy="407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6" name="Google Shape;706;p29"/>
          <p:cNvSpPr/>
          <p:nvPr/>
        </p:nvSpPr>
        <p:spPr>
          <a:xfrm>
            <a:off x="4737645" y="2562307"/>
            <a:ext cx="407400" cy="407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7" name="Google Shape;707;p29"/>
          <p:cNvSpPr/>
          <p:nvPr/>
        </p:nvSpPr>
        <p:spPr>
          <a:xfrm>
            <a:off x="713235" y="3330291"/>
            <a:ext cx="407400" cy="40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8" name="Google Shape;708;p29"/>
          <p:cNvSpPr/>
          <p:nvPr/>
        </p:nvSpPr>
        <p:spPr>
          <a:xfrm>
            <a:off x="4737645" y="3330291"/>
            <a:ext cx="407400" cy="40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9" name="Google Shape;709;p29"/>
          <p:cNvSpPr/>
          <p:nvPr/>
        </p:nvSpPr>
        <p:spPr>
          <a:xfrm>
            <a:off x="1671610" y="4098270"/>
            <a:ext cx="407400" cy="407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10" name="Google Shape;710;p29"/>
          <p:cNvCxnSpPr>
            <a:stCxn id="703" idx="4"/>
            <a:endCxn id="705" idx="0"/>
          </p:cNvCxnSpPr>
          <p:nvPr/>
        </p:nvCxnSpPr>
        <p:spPr>
          <a:xfrm>
            <a:off x="916935" y="2200673"/>
            <a:ext cx="0" cy="361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1" name="Google Shape;711;p29"/>
          <p:cNvCxnSpPr>
            <a:stCxn id="705" idx="4"/>
            <a:endCxn id="707" idx="0"/>
          </p:cNvCxnSpPr>
          <p:nvPr/>
        </p:nvCxnSpPr>
        <p:spPr>
          <a:xfrm>
            <a:off x="916935" y="2969707"/>
            <a:ext cx="0" cy="36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2" name="Google Shape;712;p29"/>
          <p:cNvCxnSpPr>
            <a:stCxn id="707" idx="4"/>
            <a:endCxn id="709" idx="2"/>
          </p:cNvCxnSpPr>
          <p:nvPr/>
        </p:nvCxnSpPr>
        <p:spPr>
          <a:xfrm flipH="1" rot="-5400000">
            <a:off x="1012185" y="3642441"/>
            <a:ext cx="564300" cy="7548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3" name="Google Shape;713;p29"/>
          <p:cNvCxnSpPr>
            <a:stCxn id="709" idx="0"/>
            <a:endCxn id="708" idx="4"/>
          </p:cNvCxnSpPr>
          <p:nvPr/>
        </p:nvCxnSpPr>
        <p:spPr>
          <a:xfrm rot="-5400000">
            <a:off x="3228010" y="2384970"/>
            <a:ext cx="360600" cy="30660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4" name="Google Shape;714;p29"/>
          <p:cNvCxnSpPr>
            <a:stCxn id="708" idx="0"/>
            <a:endCxn id="706" idx="4"/>
          </p:cNvCxnSpPr>
          <p:nvPr/>
        </p:nvCxnSpPr>
        <p:spPr>
          <a:xfrm rot="-5400000">
            <a:off x="4761345" y="3149691"/>
            <a:ext cx="3606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5" name="Google Shape;715;p29"/>
          <p:cNvCxnSpPr>
            <a:stCxn id="706" idx="0"/>
            <a:endCxn id="704" idx="4"/>
          </p:cNvCxnSpPr>
          <p:nvPr/>
        </p:nvCxnSpPr>
        <p:spPr>
          <a:xfrm rot="-5400000">
            <a:off x="4760895" y="2381257"/>
            <a:ext cx="361500" cy="600"/>
          </a:xfrm>
          <a:prstGeom prst="bentConnector3">
            <a:avLst>
              <a:gd fmla="val 5001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orizontal Funnel Diagram Infographics by Slidesgo">
  <a:themeElements>
    <a:clrScheme name="Simple Light">
      <a:dk1>
        <a:srgbClr val="000000"/>
      </a:dk1>
      <a:lt1>
        <a:srgbClr val="FFFFFF"/>
      </a:lt1>
      <a:dk2>
        <a:srgbClr val="CCCCCC"/>
      </a:dk2>
      <a:lt2>
        <a:srgbClr val="E58F36"/>
      </a:lt2>
      <a:accent1>
        <a:srgbClr val="FFBA73"/>
      </a:accent1>
      <a:accent2>
        <a:srgbClr val="FFD966"/>
      </a:accent2>
      <a:accent3>
        <a:srgbClr val="3EB690"/>
      </a:accent3>
      <a:accent4>
        <a:srgbClr val="27C3D2"/>
      </a:accent4>
      <a:accent5>
        <a:srgbClr val="376CC1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