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Montserrat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Inter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bold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regular.fntdata"/><Relationship Id="rId13" Type="http://schemas.openxmlformats.org/officeDocument/2006/relationships/slide" Target="slides/slide8.xml"/><Relationship Id="rId35" Type="http://schemas.openxmlformats.org/officeDocument/2006/relationships/font" Target="fonts/Montserrat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5fc6f885e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5fc6f885e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de95a381e3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de95a381e3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de95a381e3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de95a381e3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de95a381e3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de95a381e3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1b6cc432ef_0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1b6cc432ef_0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de95a381e3_0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de95a381e3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a5868fc0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a5868fc0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a5868fc0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a5868fc0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a5868fc0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2a5868fc0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a5868fc0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2a5868fc0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4dc157dc5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4dc157dc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5d9499b89d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35d9499b89d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2ca1a125f34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2ca1a125f3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2ca1a125f3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2ca1a125f3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5100" y="1186585"/>
            <a:ext cx="4487400" cy="234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5100" y="3527315"/>
            <a:ext cx="44874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6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15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3A1uf1Q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5" Type="http://schemas.openxmlformats.org/officeDocument/2006/relationships/hyperlink" Target="https://docs.google.com/spreadsheets/d/1GBNY_UXesG9KWcWxSSpbp8VWPacoVlDFS1xdgaPSEG8/copy" TargetMode="External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it.ly/3A1uf1Q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t.ly/3A1uf1Q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it.ly/3A1uf1Q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spreadsheets/d/1GBNY_UXesG9KWcWxSSpbp8VWPacoVlDFS1xdgaPSEG8/copy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docs.google.com/spreadsheets/d/1GBNY_UXesG9KWcWxSSpbp8VWPacoVlDFS1xdgaPSEG8/copy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s://docs.google.com/spreadsheets/d/1GBNY_UXesG9KWcWxSSpbp8VWPacoVlDFS1xdgaPSEG8/copy" TargetMode="External"/><Relationship Id="rId7" Type="http://schemas.openxmlformats.org/officeDocument/2006/relationships/image" Target="../media/image4.png"/><Relationship Id="rId8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bit.ly/3A1uf1Q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it.ly/3A1uf1Q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bit.ly/3A1uf1Q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bit.ly/3A1uf1Q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bit.ly/3A1uf1Q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16"/>
          <p:cNvCxnSpPr/>
          <p:nvPr/>
        </p:nvCxnSpPr>
        <p:spPr>
          <a:xfrm>
            <a:off x="6127325" y="1937350"/>
            <a:ext cx="0" cy="9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" name="Google Shape;52;p16"/>
          <p:cNvCxnSpPr/>
          <p:nvPr/>
        </p:nvCxnSpPr>
        <p:spPr>
          <a:xfrm>
            <a:off x="8193725" y="1901400"/>
            <a:ext cx="0" cy="43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3" name="Google Shape;53;p16"/>
          <p:cNvSpPr txBox="1"/>
          <p:nvPr>
            <p:ph type="ctrTitle"/>
          </p:nvPr>
        </p:nvSpPr>
        <p:spPr>
          <a:xfrm>
            <a:off x="715100" y="1186585"/>
            <a:ext cx="4487400" cy="234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Stock Market</a:t>
            </a:r>
            <a:r>
              <a:rPr lang="en"/>
              <a:t> Infographics</a:t>
            </a:r>
            <a:endParaRPr/>
          </a:p>
        </p:txBody>
      </p:sp>
      <p:sp>
        <p:nvSpPr>
          <p:cNvPr id="54" name="Google Shape;54;p16"/>
          <p:cNvSpPr txBox="1"/>
          <p:nvPr>
            <p:ph idx="1" type="subTitle"/>
          </p:nvPr>
        </p:nvSpPr>
        <p:spPr>
          <a:xfrm>
            <a:off x="715100" y="3527315"/>
            <a:ext cx="44874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this template begins</a:t>
            </a:r>
            <a:endParaRPr/>
          </a:p>
        </p:txBody>
      </p:sp>
      <p:sp>
        <p:nvSpPr>
          <p:cNvPr id="55" name="Google Shape;55;p1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6" name="Google Shape;56;p16"/>
          <p:cNvGrpSpPr/>
          <p:nvPr/>
        </p:nvGrpSpPr>
        <p:grpSpPr>
          <a:xfrm>
            <a:off x="5628619" y="2283007"/>
            <a:ext cx="3067339" cy="1704495"/>
            <a:chOff x="5379875" y="1569926"/>
            <a:chExt cx="3316042" cy="1842697"/>
          </a:xfrm>
        </p:grpSpPr>
        <p:sp>
          <p:nvSpPr>
            <p:cNvPr id="57" name="Google Shape;57;p16"/>
            <p:cNvSpPr/>
            <p:nvPr/>
          </p:nvSpPr>
          <p:spPr>
            <a:xfrm>
              <a:off x="5409276" y="1938347"/>
              <a:ext cx="269287" cy="508840"/>
            </a:xfrm>
            <a:custGeom>
              <a:rect b="b" l="l" r="r" t="t"/>
              <a:pathLst>
                <a:path extrusionOk="0" h="611219" w="323468">
                  <a:moveTo>
                    <a:pt x="161735" y="0"/>
                  </a:moveTo>
                  <a:lnTo>
                    <a:pt x="161735" y="0"/>
                  </a:lnTo>
                  <a:cubicBezTo>
                    <a:pt x="250984" y="0"/>
                    <a:pt x="323469" y="72485"/>
                    <a:pt x="323469" y="161735"/>
                  </a:cubicBezTo>
                  <a:lnTo>
                    <a:pt x="323469" y="611219"/>
                  </a:lnTo>
                  <a:lnTo>
                    <a:pt x="0" y="611219"/>
                  </a:lnTo>
                  <a:lnTo>
                    <a:pt x="0" y="161735"/>
                  </a:lnTo>
                  <a:cubicBezTo>
                    <a:pt x="0" y="72485"/>
                    <a:pt x="72485" y="0"/>
                    <a:pt x="1617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6"/>
            <p:cNvSpPr/>
            <p:nvPr/>
          </p:nvSpPr>
          <p:spPr>
            <a:xfrm>
              <a:off x="5784670" y="2177833"/>
              <a:ext cx="269208" cy="269287"/>
            </a:xfrm>
            <a:custGeom>
              <a:rect b="b" l="l" r="r" t="t"/>
              <a:pathLst>
                <a:path extrusionOk="0" h="323468" w="323373">
                  <a:moveTo>
                    <a:pt x="161639" y="0"/>
                  </a:moveTo>
                  <a:lnTo>
                    <a:pt x="161639" y="0"/>
                  </a:lnTo>
                  <a:cubicBezTo>
                    <a:pt x="250888" y="0"/>
                    <a:pt x="323374" y="72485"/>
                    <a:pt x="323374" y="161735"/>
                  </a:cubicBezTo>
                  <a:lnTo>
                    <a:pt x="323374" y="323469"/>
                  </a:lnTo>
                  <a:lnTo>
                    <a:pt x="0" y="323469"/>
                  </a:lnTo>
                  <a:lnTo>
                    <a:pt x="0" y="161735"/>
                  </a:lnTo>
                  <a:cubicBezTo>
                    <a:pt x="0" y="72485"/>
                    <a:pt x="72485" y="0"/>
                    <a:pt x="1617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6"/>
            <p:cNvSpPr/>
            <p:nvPr/>
          </p:nvSpPr>
          <p:spPr>
            <a:xfrm>
              <a:off x="6160063" y="1764241"/>
              <a:ext cx="269208" cy="683052"/>
            </a:xfrm>
            <a:custGeom>
              <a:rect b="b" l="l" r="r" t="t"/>
              <a:pathLst>
                <a:path extrusionOk="0" h="820483" w="323373">
                  <a:moveTo>
                    <a:pt x="161639" y="0"/>
                  </a:moveTo>
                  <a:lnTo>
                    <a:pt x="161639" y="0"/>
                  </a:lnTo>
                  <a:cubicBezTo>
                    <a:pt x="250889" y="0"/>
                    <a:pt x="323374" y="72485"/>
                    <a:pt x="323374" y="161735"/>
                  </a:cubicBezTo>
                  <a:lnTo>
                    <a:pt x="323374" y="820484"/>
                  </a:lnTo>
                  <a:lnTo>
                    <a:pt x="0" y="820484"/>
                  </a:lnTo>
                  <a:lnTo>
                    <a:pt x="0" y="161735"/>
                  </a:lnTo>
                  <a:cubicBezTo>
                    <a:pt x="0" y="72485"/>
                    <a:pt x="72485" y="0"/>
                    <a:pt x="1617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6"/>
            <p:cNvSpPr/>
            <p:nvPr/>
          </p:nvSpPr>
          <p:spPr>
            <a:xfrm>
              <a:off x="7646106" y="1837148"/>
              <a:ext cx="269208" cy="269287"/>
            </a:xfrm>
            <a:custGeom>
              <a:rect b="b" l="l" r="r" t="t"/>
              <a:pathLst>
                <a:path extrusionOk="0" h="323468" w="323373">
                  <a:moveTo>
                    <a:pt x="161639" y="0"/>
                  </a:moveTo>
                  <a:lnTo>
                    <a:pt x="161639" y="0"/>
                  </a:lnTo>
                  <a:cubicBezTo>
                    <a:pt x="250888" y="0"/>
                    <a:pt x="323374" y="72485"/>
                    <a:pt x="323374" y="161735"/>
                  </a:cubicBezTo>
                  <a:lnTo>
                    <a:pt x="323374" y="323469"/>
                  </a:lnTo>
                  <a:lnTo>
                    <a:pt x="0" y="323469"/>
                  </a:lnTo>
                  <a:lnTo>
                    <a:pt x="0" y="161735"/>
                  </a:lnTo>
                  <a:cubicBezTo>
                    <a:pt x="0" y="72485"/>
                    <a:pt x="72485" y="0"/>
                    <a:pt x="1617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6"/>
            <p:cNvSpPr/>
            <p:nvPr/>
          </p:nvSpPr>
          <p:spPr>
            <a:xfrm>
              <a:off x="8021420" y="1569926"/>
              <a:ext cx="269208" cy="536673"/>
            </a:xfrm>
            <a:custGeom>
              <a:rect b="b" l="l" r="r" t="t"/>
              <a:pathLst>
                <a:path extrusionOk="0" h="644652" w="323373">
                  <a:moveTo>
                    <a:pt x="161735" y="0"/>
                  </a:moveTo>
                  <a:lnTo>
                    <a:pt x="161735" y="0"/>
                  </a:lnTo>
                  <a:cubicBezTo>
                    <a:pt x="250984" y="0"/>
                    <a:pt x="323374" y="72485"/>
                    <a:pt x="323374" y="161735"/>
                  </a:cubicBezTo>
                  <a:lnTo>
                    <a:pt x="323374" y="644652"/>
                  </a:lnTo>
                  <a:lnTo>
                    <a:pt x="0" y="644652"/>
                  </a:lnTo>
                  <a:lnTo>
                    <a:pt x="0" y="161735"/>
                  </a:lnTo>
                  <a:cubicBezTo>
                    <a:pt x="0" y="72485"/>
                    <a:pt x="72485" y="0"/>
                    <a:pt x="1617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6"/>
            <p:cNvSpPr/>
            <p:nvPr/>
          </p:nvSpPr>
          <p:spPr>
            <a:xfrm>
              <a:off x="8396814" y="1711619"/>
              <a:ext cx="269208" cy="394892"/>
            </a:xfrm>
            <a:custGeom>
              <a:rect b="b" l="l" r="r" t="t"/>
              <a:pathLst>
                <a:path extrusionOk="0" h="474345" w="323373">
                  <a:moveTo>
                    <a:pt x="161639" y="0"/>
                  </a:moveTo>
                  <a:lnTo>
                    <a:pt x="161639" y="0"/>
                  </a:lnTo>
                  <a:cubicBezTo>
                    <a:pt x="250888" y="0"/>
                    <a:pt x="323374" y="72485"/>
                    <a:pt x="323374" y="161735"/>
                  </a:cubicBezTo>
                  <a:lnTo>
                    <a:pt x="323374" y="474345"/>
                  </a:lnTo>
                  <a:lnTo>
                    <a:pt x="0" y="474345"/>
                  </a:lnTo>
                  <a:lnTo>
                    <a:pt x="0" y="161735"/>
                  </a:lnTo>
                  <a:cubicBezTo>
                    <a:pt x="0" y="72485"/>
                    <a:pt x="72485" y="0"/>
                    <a:pt x="1617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6"/>
            <p:cNvSpPr/>
            <p:nvPr/>
          </p:nvSpPr>
          <p:spPr>
            <a:xfrm>
              <a:off x="6356833" y="3358067"/>
              <a:ext cx="1362298" cy="54555"/>
            </a:xfrm>
            <a:custGeom>
              <a:rect b="b" l="l" r="r" t="t"/>
              <a:pathLst>
                <a:path extrusionOk="0" h="65532" w="1636394">
                  <a:moveTo>
                    <a:pt x="1603629" y="65532"/>
                  </a:moveTo>
                  <a:lnTo>
                    <a:pt x="32766" y="65532"/>
                  </a:lnTo>
                  <a:cubicBezTo>
                    <a:pt x="14669" y="65532"/>
                    <a:pt x="0" y="50863"/>
                    <a:pt x="0" y="32766"/>
                  </a:cubicBezTo>
                  <a:lnTo>
                    <a:pt x="0" y="32766"/>
                  </a:lnTo>
                  <a:cubicBezTo>
                    <a:pt x="0" y="14668"/>
                    <a:pt x="14669" y="0"/>
                    <a:pt x="32766" y="0"/>
                  </a:cubicBezTo>
                  <a:lnTo>
                    <a:pt x="1603629" y="0"/>
                  </a:lnTo>
                  <a:cubicBezTo>
                    <a:pt x="1621727" y="0"/>
                    <a:pt x="1636395" y="14668"/>
                    <a:pt x="1636395" y="32766"/>
                  </a:cubicBezTo>
                  <a:lnTo>
                    <a:pt x="1636395" y="32766"/>
                  </a:lnTo>
                  <a:cubicBezTo>
                    <a:pt x="1636395" y="50863"/>
                    <a:pt x="1621727" y="65532"/>
                    <a:pt x="1603629" y="655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6"/>
            <p:cNvSpPr/>
            <p:nvPr/>
          </p:nvSpPr>
          <p:spPr>
            <a:xfrm>
              <a:off x="6703857" y="2193446"/>
              <a:ext cx="664100" cy="384187"/>
            </a:xfrm>
            <a:custGeom>
              <a:rect b="b" l="l" r="r" t="t"/>
              <a:pathLst>
                <a:path extrusionOk="0" h="461486" w="797718">
                  <a:moveTo>
                    <a:pt x="797719" y="340709"/>
                  </a:moveTo>
                  <a:lnTo>
                    <a:pt x="4477" y="461486"/>
                  </a:lnTo>
                  <a:cubicBezTo>
                    <a:pt x="1524" y="441769"/>
                    <a:pt x="0" y="421672"/>
                    <a:pt x="0" y="401098"/>
                  </a:cubicBezTo>
                  <a:cubicBezTo>
                    <a:pt x="0" y="179546"/>
                    <a:pt x="179546" y="0"/>
                    <a:pt x="401098" y="0"/>
                  </a:cubicBezTo>
                  <a:cubicBezTo>
                    <a:pt x="602075" y="0"/>
                    <a:pt x="768572" y="147828"/>
                    <a:pt x="797719" y="3407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6"/>
            <p:cNvSpPr/>
            <p:nvPr/>
          </p:nvSpPr>
          <p:spPr>
            <a:xfrm>
              <a:off x="6756557" y="2245986"/>
              <a:ext cx="546585" cy="270953"/>
            </a:xfrm>
            <a:custGeom>
              <a:rect b="b" l="l" r="r" t="t"/>
              <a:pathLst>
                <a:path extrusionOk="0" h="325469" w="656558">
                  <a:moveTo>
                    <a:pt x="0" y="325469"/>
                  </a:moveTo>
                  <a:cubicBezTo>
                    <a:pt x="6572" y="144875"/>
                    <a:pt x="155543" y="0"/>
                    <a:pt x="337756" y="0"/>
                  </a:cubicBezTo>
                  <a:cubicBezTo>
                    <a:pt x="419100" y="0"/>
                    <a:pt x="497776" y="29337"/>
                    <a:pt x="559118" y="82582"/>
                  </a:cubicBezTo>
                  <a:cubicBezTo>
                    <a:pt x="603695" y="121253"/>
                    <a:pt x="637222" y="170688"/>
                    <a:pt x="656558" y="225552"/>
                  </a:cubicBezTo>
                  <a:lnTo>
                    <a:pt x="0" y="325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6"/>
            <p:cNvSpPr/>
            <p:nvPr/>
          </p:nvSpPr>
          <p:spPr>
            <a:xfrm>
              <a:off x="7004679" y="2527157"/>
              <a:ext cx="65894" cy="748947"/>
            </a:xfrm>
            <a:custGeom>
              <a:rect b="b" l="l" r="r" t="t"/>
              <a:pathLst>
                <a:path extrusionOk="0" h="899636" w="79152">
                  <a:moveTo>
                    <a:pt x="0" y="0"/>
                  </a:moveTo>
                  <a:lnTo>
                    <a:pt x="79153" y="0"/>
                  </a:lnTo>
                  <a:lnTo>
                    <a:pt x="79153" y="899636"/>
                  </a:lnTo>
                  <a:lnTo>
                    <a:pt x="0" y="8996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6"/>
            <p:cNvSpPr/>
            <p:nvPr/>
          </p:nvSpPr>
          <p:spPr>
            <a:xfrm>
              <a:off x="5900529" y="2226729"/>
              <a:ext cx="2275467" cy="489413"/>
            </a:xfrm>
            <a:custGeom>
              <a:rect b="b" l="l" r="r" t="t"/>
              <a:pathLst>
                <a:path extrusionOk="0" h="587883" w="2733294">
                  <a:moveTo>
                    <a:pt x="25813" y="587883"/>
                  </a:moveTo>
                  <a:lnTo>
                    <a:pt x="0" y="565785"/>
                  </a:lnTo>
                  <a:lnTo>
                    <a:pt x="0" y="409385"/>
                  </a:lnTo>
                  <a:lnTo>
                    <a:pt x="44768" y="409385"/>
                  </a:lnTo>
                  <a:lnTo>
                    <a:pt x="44768" y="539686"/>
                  </a:lnTo>
                  <a:lnTo>
                    <a:pt x="2688432" y="137065"/>
                  </a:lnTo>
                  <a:lnTo>
                    <a:pt x="2688432" y="0"/>
                  </a:lnTo>
                  <a:lnTo>
                    <a:pt x="2733294" y="0"/>
                  </a:lnTo>
                  <a:lnTo>
                    <a:pt x="2733294" y="156305"/>
                  </a:lnTo>
                  <a:lnTo>
                    <a:pt x="2714244" y="178499"/>
                  </a:lnTo>
                  <a:lnTo>
                    <a:pt x="25813" y="58788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6"/>
            <p:cNvSpPr/>
            <p:nvPr/>
          </p:nvSpPr>
          <p:spPr>
            <a:xfrm>
              <a:off x="6927413" y="3167873"/>
              <a:ext cx="220442" cy="73189"/>
            </a:xfrm>
            <a:custGeom>
              <a:rect b="b" l="l" r="r" t="t"/>
              <a:pathLst>
                <a:path extrusionOk="0" h="87915" w="264795">
                  <a:moveTo>
                    <a:pt x="264795" y="87916"/>
                  </a:moveTo>
                  <a:lnTo>
                    <a:pt x="0" y="87916"/>
                  </a:lnTo>
                  <a:cubicBezTo>
                    <a:pt x="0" y="39338"/>
                    <a:pt x="39338" y="0"/>
                    <a:pt x="87916" y="0"/>
                  </a:cubicBezTo>
                  <a:lnTo>
                    <a:pt x="176784" y="0"/>
                  </a:lnTo>
                  <a:cubicBezTo>
                    <a:pt x="225362" y="0"/>
                    <a:pt x="264700" y="39338"/>
                    <a:pt x="264700" y="87916"/>
                  </a:cubicBezTo>
                  <a:lnTo>
                    <a:pt x="264700" y="879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6"/>
            <p:cNvSpPr/>
            <p:nvPr/>
          </p:nvSpPr>
          <p:spPr>
            <a:xfrm>
              <a:off x="6848087" y="3239038"/>
              <a:ext cx="379112" cy="73189"/>
            </a:xfrm>
            <a:custGeom>
              <a:rect b="b" l="l" r="r" t="t"/>
              <a:pathLst>
                <a:path extrusionOk="0" h="87915" w="455390">
                  <a:moveTo>
                    <a:pt x="0" y="0"/>
                  </a:moveTo>
                  <a:lnTo>
                    <a:pt x="455390" y="0"/>
                  </a:lnTo>
                  <a:lnTo>
                    <a:pt x="455390" y="87916"/>
                  </a:lnTo>
                  <a:lnTo>
                    <a:pt x="0" y="8791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6"/>
            <p:cNvSpPr/>
            <p:nvPr/>
          </p:nvSpPr>
          <p:spPr>
            <a:xfrm>
              <a:off x="6518815" y="3312184"/>
              <a:ext cx="1038058" cy="73189"/>
            </a:xfrm>
            <a:custGeom>
              <a:rect b="b" l="l" r="r" t="t"/>
              <a:pathLst>
                <a:path extrusionOk="0" h="87915" w="1246917">
                  <a:moveTo>
                    <a:pt x="0" y="0"/>
                  </a:moveTo>
                  <a:lnTo>
                    <a:pt x="1246918" y="0"/>
                  </a:lnTo>
                  <a:lnTo>
                    <a:pt x="1246918" y="87916"/>
                  </a:lnTo>
                  <a:lnTo>
                    <a:pt x="0" y="879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6"/>
            <p:cNvSpPr/>
            <p:nvPr/>
          </p:nvSpPr>
          <p:spPr>
            <a:xfrm>
              <a:off x="7016328" y="2224827"/>
              <a:ext cx="26881" cy="73983"/>
            </a:xfrm>
            <a:custGeom>
              <a:rect b="b" l="l" r="r" t="t"/>
              <a:pathLst>
                <a:path extrusionOk="0" h="88868" w="32289">
                  <a:moveTo>
                    <a:pt x="16097" y="88868"/>
                  </a:moveTo>
                  <a:lnTo>
                    <a:pt x="16097" y="88868"/>
                  </a:lnTo>
                  <a:cubicBezTo>
                    <a:pt x="7239" y="88868"/>
                    <a:pt x="0" y="81629"/>
                    <a:pt x="0" y="72771"/>
                  </a:cubicBezTo>
                  <a:lnTo>
                    <a:pt x="0" y="0"/>
                  </a:lnTo>
                  <a:lnTo>
                    <a:pt x="32290" y="0"/>
                  </a:lnTo>
                  <a:lnTo>
                    <a:pt x="32290" y="72771"/>
                  </a:lnTo>
                  <a:cubicBezTo>
                    <a:pt x="32290" y="81629"/>
                    <a:pt x="25051" y="88868"/>
                    <a:pt x="16192" y="888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6"/>
            <p:cNvSpPr/>
            <p:nvPr/>
          </p:nvSpPr>
          <p:spPr>
            <a:xfrm>
              <a:off x="6938745" y="2233703"/>
              <a:ext cx="34713" cy="47875"/>
            </a:xfrm>
            <a:custGeom>
              <a:rect b="b" l="l" r="r" t="t"/>
              <a:pathLst>
                <a:path extrusionOk="0" h="57508" w="41697">
                  <a:moveTo>
                    <a:pt x="29718" y="56959"/>
                  </a:moveTo>
                  <a:lnTo>
                    <a:pt x="29718" y="56959"/>
                  </a:lnTo>
                  <a:cubicBezTo>
                    <a:pt x="21145" y="59246"/>
                    <a:pt x="12287" y="54197"/>
                    <a:pt x="10001" y="45529"/>
                  </a:cubicBezTo>
                  <a:lnTo>
                    <a:pt x="0" y="8382"/>
                  </a:lnTo>
                  <a:lnTo>
                    <a:pt x="31147" y="0"/>
                  </a:lnTo>
                  <a:lnTo>
                    <a:pt x="41148" y="37148"/>
                  </a:lnTo>
                  <a:cubicBezTo>
                    <a:pt x="43434" y="45720"/>
                    <a:pt x="38386" y="54578"/>
                    <a:pt x="29718" y="568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6"/>
            <p:cNvSpPr/>
            <p:nvPr/>
          </p:nvSpPr>
          <p:spPr>
            <a:xfrm>
              <a:off x="6808780" y="2309463"/>
              <a:ext cx="45555" cy="45555"/>
            </a:xfrm>
            <a:custGeom>
              <a:rect b="b" l="l" r="r" t="t"/>
              <a:pathLst>
                <a:path extrusionOk="0" h="54721" w="54721">
                  <a:moveTo>
                    <a:pt x="50006" y="50006"/>
                  </a:moveTo>
                  <a:lnTo>
                    <a:pt x="50006" y="50006"/>
                  </a:lnTo>
                  <a:cubicBezTo>
                    <a:pt x="43720" y="56293"/>
                    <a:pt x="33528" y="56293"/>
                    <a:pt x="27242" y="50006"/>
                  </a:cubicBezTo>
                  <a:lnTo>
                    <a:pt x="0" y="22765"/>
                  </a:lnTo>
                  <a:lnTo>
                    <a:pt x="22765" y="0"/>
                  </a:lnTo>
                  <a:lnTo>
                    <a:pt x="50006" y="27242"/>
                  </a:lnTo>
                  <a:cubicBezTo>
                    <a:pt x="56293" y="33528"/>
                    <a:pt x="56293" y="43720"/>
                    <a:pt x="50006" y="500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6"/>
            <p:cNvSpPr/>
            <p:nvPr/>
          </p:nvSpPr>
          <p:spPr>
            <a:xfrm>
              <a:off x="6740152" y="2443550"/>
              <a:ext cx="47870" cy="34708"/>
            </a:xfrm>
            <a:custGeom>
              <a:rect b="b" l="l" r="r" t="t"/>
              <a:pathLst>
                <a:path extrusionOk="0" h="41691" w="57502">
                  <a:moveTo>
                    <a:pt x="56864" y="29718"/>
                  </a:moveTo>
                  <a:lnTo>
                    <a:pt x="56864" y="29718"/>
                  </a:lnTo>
                  <a:cubicBezTo>
                    <a:pt x="54578" y="38291"/>
                    <a:pt x="45720" y="43434"/>
                    <a:pt x="37148" y="41148"/>
                  </a:cubicBezTo>
                  <a:lnTo>
                    <a:pt x="0" y="31147"/>
                  </a:lnTo>
                  <a:lnTo>
                    <a:pt x="8382" y="0"/>
                  </a:lnTo>
                  <a:lnTo>
                    <a:pt x="45529" y="10001"/>
                  </a:lnTo>
                  <a:cubicBezTo>
                    <a:pt x="54102" y="12287"/>
                    <a:pt x="59246" y="21146"/>
                    <a:pt x="56960" y="297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6"/>
            <p:cNvSpPr/>
            <p:nvPr/>
          </p:nvSpPr>
          <p:spPr>
            <a:xfrm>
              <a:off x="6867978" y="2262629"/>
              <a:ext cx="55334" cy="72541"/>
            </a:xfrm>
            <a:custGeom>
              <a:rect b="b" l="l" r="r" t="t"/>
              <a:pathLst>
                <a:path extrusionOk="0" h="87136" w="66467">
                  <a:moveTo>
                    <a:pt x="58388" y="84963"/>
                  </a:moveTo>
                  <a:lnTo>
                    <a:pt x="58388" y="84963"/>
                  </a:lnTo>
                  <a:cubicBezTo>
                    <a:pt x="50673" y="89440"/>
                    <a:pt x="40862" y="86773"/>
                    <a:pt x="36386" y="79057"/>
                  </a:cubicBezTo>
                  <a:lnTo>
                    <a:pt x="0" y="16097"/>
                  </a:lnTo>
                  <a:lnTo>
                    <a:pt x="27908" y="0"/>
                  </a:lnTo>
                  <a:lnTo>
                    <a:pt x="64294" y="62960"/>
                  </a:lnTo>
                  <a:cubicBezTo>
                    <a:pt x="68771" y="70675"/>
                    <a:pt x="66104" y="80486"/>
                    <a:pt x="58388" y="849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6"/>
            <p:cNvSpPr/>
            <p:nvPr/>
          </p:nvSpPr>
          <p:spPr>
            <a:xfrm>
              <a:off x="6765194" y="2371197"/>
              <a:ext cx="72541" cy="55334"/>
            </a:xfrm>
            <a:custGeom>
              <a:rect b="b" l="l" r="r" t="t"/>
              <a:pathLst>
                <a:path extrusionOk="0" h="66467" w="87136">
                  <a:moveTo>
                    <a:pt x="84963" y="58388"/>
                  </a:moveTo>
                  <a:lnTo>
                    <a:pt x="84963" y="58388"/>
                  </a:lnTo>
                  <a:cubicBezTo>
                    <a:pt x="80486" y="66104"/>
                    <a:pt x="70675" y="68771"/>
                    <a:pt x="62960" y="64294"/>
                  </a:cubicBezTo>
                  <a:lnTo>
                    <a:pt x="0" y="27908"/>
                  </a:lnTo>
                  <a:lnTo>
                    <a:pt x="16097" y="0"/>
                  </a:lnTo>
                  <a:lnTo>
                    <a:pt x="79058" y="36385"/>
                  </a:lnTo>
                  <a:cubicBezTo>
                    <a:pt x="86773" y="40862"/>
                    <a:pt x="89440" y="50673"/>
                    <a:pt x="84963" y="58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7085926" y="2233703"/>
              <a:ext cx="34713" cy="47875"/>
            </a:xfrm>
            <a:custGeom>
              <a:rect b="b" l="l" r="r" t="t"/>
              <a:pathLst>
                <a:path extrusionOk="0" h="57508" w="41697">
                  <a:moveTo>
                    <a:pt x="11979" y="56959"/>
                  </a:moveTo>
                  <a:lnTo>
                    <a:pt x="11979" y="56959"/>
                  </a:lnTo>
                  <a:cubicBezTo>
                    <a:pt x="20552" y="59246"/>
                    <a:pt x="29410" y="54197"/>
                    <a:pt x="31696" y="45529"/>
                  </a:cubicBezTo>
                  <a:lnTo>
                    <a:pt x="41697" y="8382"/>
                  </a:lnTo>
                  <a:lnTo>
                    <a:pt x="10551" y="0"/>
                  </a:lnTo>
                  <a:lnTo>
                    <a:pt x="549" y="37148"/>
                  </a:lnTo>
                  <a:cubicBezTo>
                    <a:pt x="-1737" y="45720"/>
                    <a:pt x="3312" y="54578"/>
                    <a:pt x="11979" y="568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6"/>
            <p:cNvSpPr/>
            <p:nvPr/>
          </p:nvSpPr>
          <p:spPr>
            <a:xfrm>
              <a:off x="7205056" y="2309463"/>
              <a:ext cx="45555" cy="45555"/>
            </a:xfrm>
            <a:custGeom>
              <a:rect b="b" l="l" r="r" t="t"/>
              <a:pathLst>
                <a:path extrusionOk="0" h="54721" w="54721">
                  <a:moveTo>
                    <a:pt x="4715" y="50006"/>
                  </a:moveTo>
                  <a:lnTo>
                    <a:pt x="4715" y="50006"/>
                  </a:lnTo>
                  <a:cubicBezTo>
                    <a:pt x="11001" y="56293"/>
                    <a:pt x="21193" y="56293"/>
                    <a:pt x="27480" y="50006"/>
                  </a:cubicBezTo>
                  <a:lnTo>
                    <a:pt x="54721" y="22765"/>
                  </a:lnTo>
                  <a:lnTo>
                    <a:pt x="31956" y="0"/>
                  </a:lnTo>
                  <a:lnTo>
                    <a:pt x="4715" y="27242"/>
                  </a:lnTo>
                  <a:cubicBezTo>
                    <a:pt x="-1572" y="33528"/>
                    <a:pt x="-1572" y="43720"/>
                    <a:pt x="4715" y="500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7136085" y="2262629"/>
              <a:ext cx="55334" cy="72541"/>
            </a:xfrm>
            <a:custGeom>
              <a:rect b="b" l="l" r="r" t="t"/>
              <a:pathLst>
                <a:path extrusionOk="0" h="87136" w="66467">
                  <a:moveTo>
                    <a:pt x="8079" y="84963"/>
                  </a:moveTo>
                  <a:lnTo>
                    <a:pt x="8079" y="84963"/>
                  </a:lnTo>
                  <a:cubicBezTo>
                    <a:pt x="15794" y="89440"/>
                    <a:pt x="25605" y="86773"/>
                    <a:pt x="30082" y="79057"/>
                  </a:cubicBezTo>
                  <a:lnTo>
                    <a:pt x="66467" y="16097"/>
                  </a:lnTo>
                  <a:lnTo>
                    <a:pt x="38559" y="0"/>
                  </a:lnTo>
                  <a:lnTo>
                    <a:pt x="2173" y="62960"/>
                  </a:lnTo>
                  <a:cubicBezTo>
                    <a:pt x="-2303" y="70675"/>
                    <a:pt x="364" y="80486"/>
                    <a:pt x="8079" y="849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7221672" y="2371197"/>
              <a:ext cx="72541" cy="55334"/>
            </a:xfrm>
            <a:custGeom>
              <a:rect b="b" l="l" r="r" t="t"/>
              <a:pathLst>
                <a:path extrusionOk="0" h="66467" w="87136">
                  <a:moveTo>
                    <a:pt x="2173" y="58388"/>
                  </a:moveTo>
                  <a:lnTo>
                    <a:pt x="2173" y="58388"/>
                  </a:lnTo>
                  <a:cubicBezTo>
                    <a:pt x="6650" y="66104"/>
                    <a:pt x="16461" y="68771"/>
                    <a:pt x="24176" y="64294"/>
                  </a:cubicBezTo>
                  <a:lnTo>
                    <a:pt x="87136" y="27908"/>
                  </a:lnTo>
                  <a:lnTo>
                    <a:pt x="71039" y="0"/>
                  </a:lnTo>
                  <a:lnTo>
                    <a:pt x="8079" y="36385"/>
                  </a:lnTo>
                  <a:cubicBezTo>
                    <a:pt x="364" y="40862"/>
                    <a:pt x="-2303" y="50673"/>
                    <a:pt x="2173" y="58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7975615" y="2190196"/>
              <a:ext cx="360954" cy="55744"/>
            </a:xfrm>
            <a:custGeom>
              <a:rect b="b" l="l" r="r" t="t"/>
              <a:pathLst>
                <a:path extrusionOk="0" h="66960" w="433578">
                  <a:moveTo>
                    <a:pt x="366617" y="66961"/>
                  </a:moveTo>
                  <a:lnTo>
                    <a:pt x="66961" y="66961"/>
                  </a:lnTo>
                  <a:cubicBezTo>
                    <a:pt x="30004" y="66961"/>
                    <a:pt x="0" y="36957"/>
                    <a:pt x="0" y="0"/>
                  </a:cubicBezTo>
                  <a:lnTo>
                    <a:pt x="433578" y="0"/>
                  </a:lnTo>
                  <a:cubicBezTo>
                    <a:pt x="433578" y="36957"/>
                    <a:pt x="403575" y="66961"/>
                    <a:pt x="366617" y="669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7616626" y="2106273"/>
              <a:ext cx="1079292" cy="84053"/>
            </a:xfrm>
            <a:custGeom>
              <a:rect b="b" l="l" r="r" t="t"/>
              <a:pathLst>
                <a:path extrusionOk="0" h="100964" w="1296447">
                  <a:moveTo>
                    <a:pt x="0" y="0"/>
                  </a:moveTo>
                  <a:lnTo>
                    <a:pt x="1296448" y="0"/>
                  </a:lnTo>
                  <a:lnTo>
                    <a:pt x="1296448" y="100965"/>
                  </a:lnTo>
                  <a:lnTo>
                    <a:pt x="0" y="1009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6"/>
            <p:cNvSpPr/>
            <p:nvPr/>
          </p:nvSpPr>
          <p:spPr>
            <a:xfrm>
              <a:off x="5738865" y="2530881"/>
              <a:ext cx="360954" cy="55744"/>
            </a:xfrm>
            <a:custGeom>
              <a:rect b="b" l="l" r="r" t="t"/>
              <a:pathLst>
                <a:path extrusionOk="0" h="66960" w="433578">
                  <a:moveTo>
                    <a:pt x="366617" y="66961"/>
                  </a:moveTo>
                  <a:lnTo>
                    <a:pt x="66961" y="66961"/>
                  </a:lnTo>
                  <a:cubicBezTo>
                    <a:pt x="30004" y="66961"/>
                    <a:pt x="0" y="36957"/>
                    <a:pt x="0" y="0"/>
                  </a:cubicBezTo>
                  <a:lnTo>
                    <a:pt x="433578" y="0"/>
                  </a:lnTo>
                  <a:cubicBezTo>
                    <a:pt x="433578" y="36957"/>
                    <a:pt x="403574" y="66961"/>
                    <a:pt x="366617" y="669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5379875" y="2446879"/>
              <a:ext cx="1079292" cy="84053"/>
            </a:xfrm>
            <a:custGeom>
              <a:rect b="b" l="l" r="r" t="t"/>
              <a:pathLst>
                <a:path extrusionOk="0" h="100964" w="1296447">
                  <a:moveTo>
                    <a:pt x="0" y="0"/>
                  </a:moveTo>
                  <a:lnTo>
                    <a:pt x="1296448" y="0"/>
                  </a:lnTo>
                  <a:lnTo>
                    <a:pt x="1296448" y="100965"/>
                  </a:lnTo>
                  <a:lnTo>
                    <a:pt x="0" y="1009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6862272" y="2360024"/>
              <a:ext cx="203710" cy="196890"/>
            </a:xfrm>
            <a:custGeom>
              <a:rect b="b" l="l" r="r" t="t"/>
              <a:pathLst>
                <a:path extrusionOk="0" h="236505" w="244697">
                  <a:moveTo>
                    <a:pt x="176689" y="236506"/>
                  </a:moveTo>
                  <a:lnTo>
                    <a:pt x="0" y="0"/>
                  </a:lnTo>
                  <a:lnTo>
                    <a:pt x="244697" y="165164"/>
                  </a:lnTo>
                  <a:lnTo>
                    <a:pt x="176689" y="23650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 rot="-1450361">
              <a:off x="6961229" y="2451198"/>
              <a:ext cx="152163" cy="152163"/>
            </a:xfrm>
            <a:custGeom>
              <a:rect b="b" l="l" r="r" t="t"/>
              <a:pathLst>
                <a:path extrusionOk="0" h="183261" w="183261">
                  <a:moveTo>
                    <a:pt x="183261" y="91631"/>
                  </a:moveTo>
                  <a:cubicBezTo>
                    <a:pt x="183261" y="142237"/>
                    <a:pt x="142237" y="183261"/>
                    <a:pt x="91631" y="183261"/>
                  </a:cubicBezTo>
                  <a:cubicBezTo>
                    <a:pt x="41025" y="183261"/>
                    <a:pt x="0" y="142237"/>
                    <a:pt x="0" y="91631"/>
                  </a:cubicBezTo>
                  <a:cubicBezTo>
                    <a:pt x="0" y="41024"/>
                    <a:pt x="41025" y="0"/>
                    <a:pt x="91631" y="0"/>
                  </a:cubicBezTo>
                  <a:cubicBezTo>
                    <a:pt x="142237" y="0"/>
                    <a:pt x="183261" y="41024"/>
                    <a:pt x="183261" y="916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6995486" y="2485077"/>
              <a:ext cx="84212" cy="84212"/>
            </a:xfrm>
            <a:custGeom>
              <a:rect b="b" l="l" r="r" t="t"/>
              <a:pathLst>
                <a:path extrusionOk="0" h="101155" w="101155">
                  <a:moveTo>
                    <a:pt x="101156" y="50578"/>
                  </a:moveTo>
                  <a:cubicBezTo>
                    <a:pt x="101156" y="78486"/>
                    <a:pt x="78486" y="101155"/>
                    <a:pt x="50578" y="101155"/>
                  </a:cubicBezTo>
                  <a:cubicBezTo>
                    <a:pt x="22670" y="101155"/>
                    <a:pt x="0" y="78486"/>
                    <a:pt x="0" y="50578"/>
                  </a:cubicBezTo>
                  <a:cubicBezTo>
                    <a:pt x="0" y="22669"/>
                    <a:pt x="22670" y="0"/>
                    <a:pt x="50578" y="0"/>
                  </a:cubicBezTo>
                  <a:cubicBezTo>
                    <a:pt x="78486" y="0"/>
                    <a:pt x="101156" y="22669"/>
                    <a:pt x="101156" y="5057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" name="Google Shape;88;p16"/>
          <p:cNvSpPr/>
          <p:nvPr/>
        </p:nvSpPr>
        <p:spPr>
          <a:xfrm flipH="1">
            <a:off x="5697750" y="1088375"/>
            <a:ext cx="859200" cy="859200"/>
          </a:xfrm>
          <a:prstGeom prst="blockArc">
            <a:avLst>
              <a:gd fmla="val 1633656" name="adj1"/>
              <a:gd fmla="val 16187733" name="adj2"/>
              <a:gd fmla="val 7931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9" name="Google Shape;89;p16"/>
          <p:cNvSpPr/>
          <p:nvPr/>
        </p:nvSpPr>
        <p:spPr>
          <a:xfrm flipH="1">
            <a:off x="7792212" y="1116400"/>
            <a:ext cx="803100" cy="803100"/>
          </a:xfrm>
          <a:prstGeom prst="blockArc">
            <a:avLst>
              <a:gd fmla="val 17525910" name="adj1"/>
              <a:gd fmla="val 16187733" name="adj2"/>
              <a:gd fmla="val 7931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0" name="Google Shape;90;p16"/>
          <p:cNvSpPr txBox="1"/>
          <p:nvPr/>
        </p:nvSpPr>
        <p:spPr>
          <a:xfrm flipH="1">
            <a:off x="5806071" y="1318608"/>
            <a:ext cx="6426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70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1" name="Google Shape;91;p16"/>
          <p:cNvSpPr txBox="1"/>
          <p:nvPr/>
        </p:nvSpPr>
        <p:spPr>
          <a:xfrm flipH="1">
            <a:off x="7872461" y="1318608"/>
            <a:ext cx="6426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Stock Market</a:t>
            </a:r>
            <a:r>
              <a:rPr lang="en"/>
              <a:t> Infographics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5932025" y="4123475"/>
            <a:ext cx="2776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 the link in the graph to modify its data and then paste the new one here. </a:t>
            </a:r>
            <a:r>
              <a:rPr lang="en" sz="1000" u="sng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click here</a:t>
            </a:r>
            <a:endParaRPr sz="1000" u="sng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6872494" y="1806091"/>
            <a:ext cx="18360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 and is very small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872475" y="3236150"/>
            <a:ext cx="18360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gas giant and has around eighty moons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6872496" y="1386525"/>
            <a:ext cx="18360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Mercury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6872496" y="2816584"/>
            <a:ext cx="18360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5932025" y="1652175"/>
            <a:ext cx="613200" cy="61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5932025" y="3082225"/>
            <a:ext cx="613200" cy="61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5" name="Google Shape;105;p17" title="Chart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550" y="1125475"/>
            <a:ext cx="5259249" cy="3611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17"/>
          <p:cNvGrpSpPr/>
          <p:nvPr/>
        </p:nvGrpSpPr>
        <p:grpSpPr>
          <a:xfrm>
            <a:off x="6025467" y="3198778"/>
            <a:ext cx="426323" cy="380090"/>
            <a:chOff x="6291547" y="2659094"/>
            <a:chExt cx="381190" cy="339852"/>
          </a:xfrm>
        </p:grpSpPr>
        <p:sp>
          <p:nvSpPr>
            <p:cNvPr id="107" name="Google Shape;107;p17"/>
            <p:cNvSpPr/>
            <p:nvPr/>
          </p:nvSpPr>
          <p:spPr>
            <a:xfrm>
              <a:off x="6291547" y="2659094"/>
              <a:ext cx="381190" cy="339852"/>
            </a:xfrm>
            <a:custGeom>
              <a:rect b="b" l="l" r="r" t="t"/>
              <a:pathLst>
                <a:path extrusionOk="0" h="339852" w="381190">
                  <a:moveTo>
                    <a:pt x="368141" y="181832"/>
                  </a:moveTo>
                  <a:cubicBezTo>
                    <a:pt x="368237" y="181070"/>
                    <a:pt x="368332" y="180404"/>
                    <a:pt x="368332" y="179546"/>
                  </a:cubicBezTo>
                  <a:lnTo>
                    <a:pt x="368332" y="165735"/>
                  </a:lnTo>
                  <a:cubicBezTo>
                    <a:pt x="368332" y="159639"/>
                    <a:pt x="364236" y="154496"/>
                    <a:pt x="358712" y="152876"/>
                  </a:cubicBezTo>
                  <a:cubicBezTo>
                    <a:pt x="358902" y="152019"/>
                    <a:pt x="358997" y="151067"/>
                    <a:pt x="358997" y="150114"/>
                  </a:cubicBezTo>
                  <a:lnTo>
                    <a:pt x="358997" y="136303"/>
                  </a:lnTo>
                  <a:cubicBezTo>
                    <a:pt x="358997" y="129540"/>
                    <a:pt x="353949" y="123920"/>
                    <a:pt x="347377" y="123063"/>
                  </a:cubicBezTo>
                  <a:cubicBezTo>
                    <a:pt x="347472" y="122301"/>
                    <a:pt x="347567" y="121539"/>
                    <a:pt x="347567" y="120777"/>
                  </a:cubicBezTo>
                  <a:lnTo>
                    <a:pt x="347567" y="106966"/>
                  </a:lnTo>
                  <a:cubicBezTo>
                    <a:pt x="347567" y="106204"/>
                    <a:pt x="347567" y="105442"/>
                    <a:pt x="347377" y="104775"/>
                  </a:cubicBezTo>
                  <a:lnTo>
                    <a:pt x="351854" y="104775"/>
                  </a:lnTo>
                  <a:cubicBezTo>
                    <a:pt x="359188" y="104775"/>
                    <a:pt x="365188" y="98774"/>
                    <a:pt x="365188" y="91440"/>
                  </a:cubicBezTo>
                  <a:lnTo>
                    <a:pt x="365188" y="77629"/>
                  </a:lnTo>
                  <a:cubicBezTo>
                    <a:pt x="365188" y="70295"/>
                    <a:pt x="359188" y="64294"/>
                    <a:pt x="351854" y="64294"/>
                  </a:cubicBezTo>
                  <a:lnTo>
                    <a:pt x="346329" y="64294"/>
                  </a:lnTo>
                  <a:cubicBezTo>
                    <a:pt x="346424" y="63532"/>
                    <a:pt x="346520" y="62865"/>
                    <a:pt x="346520" y="62103"/>
                  </a:cubicBezTo>
                  <a:lnTo>
                    <a:pt x="346520" y="48292"/>
                  </a:lnTo>
                  <a:cubicBezTo>
                    <a:pt x="346520" y="40958"/>
                    <a:pt x="340519" y="34957"/>
                    <a:pt x="333185" y="34957"/>
                  </a:cubicBezTo>
                  <a:lnTo>
                    <a:pt x="196310" y="34957"/>
                  </a:lnTo>
                  <a:cubicBezTo>
                    <a:pt x="188976" y="34957"/>
                    <a:pt x="182975" y="40958"/>
                    <a:pt x="182975" y="48292"/>
                  </a:cubicBezTo>
                  <a:lnTo>
                    <a:pt x="182975" y="62103"/>
                  </a:lnTo>
                  <a:cubicBezTo>
                    <a:pt x="182975" y="69437"/>
                    <a:pt x="188976" y="75438"/>
                    <a:pt x="196310" y="75438"/>
                  </a:cubicBezTo>
                  <a:lnTo>
                    <a:pt x="201835" y="75438"/>
                  </a:lnTo>
                  <a:cubicBezTo>
                    <a:pt x="201739" y="76200"/>
                    <a:pt x="201644" y="76867"/>
                    <a:pt x="201644" y="77629"/>
                  </a:cubicBezTo>
                  <a:lnTo>
                    <a:pt x="201644" y="91440"/>
                  </a:lnTo>
                  <a:cubicBezTo>
                    <a:pt x="201644" y="92202"/>
                    <a:pt x="201644" y="92964"/>
                    <a:pt x="201835" y="93631"/>
                  </a:cubicBezTo>
                  <a:lnTo>
                    <a:pt x="197358" y="93631"/>
                  </a:lnTo>
                  <a:cubicBezTo>
                    <a:pt x="190024" y="93631"/>
                    <a:pt x="184023" y="99631"/>
                    <a:pt x="184023" y="106966"/>
                  </a:cubicBezTo>
                  <a:lnTo>
                    <a:pt x="184023" y="120777"/>
                  </a:lnTo>
                  <a:cubicBezTo>
                    <a:pt x="184023" y="127540"/>
                    <a:pt x="189071" y="133160"/>
                    <a:pt x="195644" y="134017"/>
                  </a:cubicBezTo>
                  <a:cubicBezTo>
                    <a:pt x="195548" y="134779"/>
                    <a:pt x="195453" y="135541"/>
                    <a:pt x="195453" y="136303"/>
                  </a:cubicBezTo>
                  <a:lnTo>
                    <a:pt x="195453" y="150114"/>
                  </a:lnTo>
                  <a:cubicBezTo>
                    <a:pt x="195453" y="156210"/>
                    <a:pt x="199549" y="161354"/>
                    <a:pt x="205073" y="162973"/>
                  </a:cubicBezTo>
                  <a:cubicBezTo>
                    <a:pt x="204883" y="163830"/>
                    <a:pt x="204788" y="164783"/>
                    <a:pt x="204788" y="165735"/>
                  </a:cubicBezTo>
                  <a:lnTo>
                    <a:pt x="204788" y="176117"/>
                  </a:lnTo>
                  <a:cubicBezTo>
                    <a:pt x="203549" y="176117"/>
                    <a:pt x="202311" y="176117"/>
                    <a:pt x="201073" y="176117"/>
                  </a:cubicBezTo>
                  <a:cubicBezTo>
                    <a:pt x="195739" y="176117"/>
                    <a:pt x="190500" y="176594"/>
                    <a:pt x="185356" y="177641"/>
                  </a:cubicBezTo>
                  <a:lnTo>
                    <a:pt x="185356" y="165830"/>
                  </a:lnTo>
                  <a:cubicBezTo>
                    <a:pt x="185356" y="158496"/>
                    <a:pt x="179356" y="152495"/>
                    <a:pt x="172021" y="152495"/>
                  </a:cubicBezTo>
                  <a:lnTo>
                    <a:pt x="132302" y="152495"/>
                  </a:lnTo>
                  <a:cubicBezTo>
                    <a:pt x="156591" y="138303"/>
                    <a:pt x="172879" y="111919"/>
                    <a:pt x="172879" y="81820"/>
                  </a:cubicBezTo>
                  <a:cubicBezTo>
                    <a:pt x="172879" y="36671"/>
                    <a:pt x="136207" y="0"/>
                    <a:pt x="91059" y="0"/>
                  </a:cubicBezTo>
                  <a:cubicBezTo>
                    <a:pt x="45911" y="0"/>
                    <a:pt x="9239" y="36671"/>
                    <a:pt x="9239" y="81820"/>
                  </a:cubicBezTo>
                  <a:cubicBezTo>
                    <a:pt x="9239" y="111919"/>
                    <a:pt x="25622" y="138303"/>
                    <a:pt x="49816" y="152495"/>
                  </a:cubicBezTo>
                  <a:lnTo>
                    <a:pt x="35052" y="152495"/>
                  </a:lnTo>
                  <a:cubicBezTo>
                    <a:pt x="27718" y="152495"/>
                    <a:pt x="21717" y="158496"/>
                    <a:pt x="21717" y="165830"/>
                  </a:cubicBezTo>
                  <a:lnTo>
                    <a:pt x="21717" y="179642"/>
                  </a:lnTo>
                  <a:cubicBezTo>
                    <a:pt x="21717" y="182499"/>
                    <a:pt x="22670" y="185261"/>
                    <a:pt x="24194" y="187452"/>
                  </a:cubicBezTo>
                  <a:cubicBezTo>
                    <a:pt x="22574" y="189643"/>
                    <a:pt x="21717" y="192310"/>
                    <a:pt x="21717" y="195263"/>
                  </a:cubicBezTo>
                  <a:lnTo>
                    <a:pt x="21717" y="209074"/>
                  </a:lnTo>
                  <a:cubicBezTo>
                    <a:pt x="21717" y="209836"/>
                    <a:pt x="21717" y="210693"/>
                    <a:pt x="21907" y="211360"/>
                  </a:cubicBezTo>
                  <a:cubicBezTo>
                    <a:pt x="15335" y="212217"/>
                    <a:pt x="10287" y="217837"/>
                    <a:pt x="10287" y="224600"/>
                  </a:cubicBezTo>
                  <a:lnTo>
                    <a:pt x="10287" y="238411"/>
                  </a:lnTo>
                  <a:cubicBezTo>
                    <a:pt x="10287" y="239268"/>
                    <a:pt x="10287" y="240125"/>
                    <a:pt x="10573" y="240887"/>
                  </a:cubicBezTo>
                  <a:cubicBezTo>
                    <a:pt x="4477" y="242125"/>
                    <a:pt x="0" y="247555"/>
                    <a:pt x="0" y="253937"/>
                  </a:cubicBezTo>
                  <a:lnTo>
                    <a:pt x="0" y="267748"/>
                  </a:lnTo>
                  <a:cubicBezTo>
                    <a:pt x="0" y="274130"/>
                    <a:pt x="4572" y="279559"/>
                    <a:pt x="10573" y="280797"/>
                  </a:cubicBezTo>
                  <a:cubicBezTo>
                    <a:pt x="10382" y="281654"/>
                    <a:pt x="10287" y="282416"/>
                    <a:pt x="10287" y="283274"/>
                  </a:cubicBezTo>
                  <a:lnTo>
                    <a:pt x="10287" y="297085"/>
                  </a:lnTo>
                  <a:cubicBezTo>
                    <a:pt x="10287" y="300038"/>
                    <a:pt x="11239" y="302705"/>
                    <a:pt x="12763" y="304895"/>
                  </a:cubicBezTo>
                  <a:cubicBezTo>
                    <a:pt x="11144" y="307086"/>
                    <a:pt x="10287" y="309753"/>
                    <a:pt x="10287" y="312706"/>
                  </a:cubicBezTo>
                  <a:lnTo>
                    <a:pt x="10287" y="326517"/>
                  </a:lnTo>
                  <a:cubicBezTo>
                    <a:pt x="10287" y="333851"/>
                    <a:pt x="16288" y="339852"/>
                    <a:pt x="23622" y="339852"/>
                  </a:cubicBezTo>
                  <a:lnTo>
                    <a:pt x="160496" y="339852"/>
                  </a:lnTo>
                  <a:cubicBezTo>
                    <a:pt x="164973" y="339852"/>
                    <a:pt x="168878" y="337661"/>
                    <a:pt x="171355" y="334328"/>
                  </a:cubicBezTo>
                  <a:cubicBezTo>
                    <a:pt x="180785" y="338042"/>
                    <a:pt x="190786" y="339852"/>
                    <a:pt x="201073" y="339852"/>
                  </a:cubicBezTo>
                  <a:cubicBezTo>
                    <a:pt x="205549" y="339852"/>
                    <a:pt x="209836" y="339471"/>
                    <a:pt x="214122" y="338804"/>
                  </a:cubicBezTo>
                  <a:cubicBezTo>
                    <a:pt x="215741" y="339471"/>
                    <a:pt x="217456" y="339852"/>
                    <a:pt x="219265" y="339852"/>
                  </a:cubicBezTo>
                  <a:lnTo>
                    <a:pt x="287179" y="339852"/>
                  </a:lnTo>
                  <a:cubicBezTo>
                    <a:pt x="290227" y="339852"/>
                    <a:pt x="292798" y="337375"/>
                    <a:pt x="292798" y="334232"/>
                  </a:cubicBezTo>
                  <a:cubicBezTo>
                    <a:pt x="292798" y="331089"/>
                    <a:pt x="290322" y="328613"/>
                    <a:pt x="287179" y="328613"/>
                  </a:cubicBezTo>
                  <a:lnTo>
                    <a:pt x="242221" y="328613"/>
                  </a:lnTo>
                  <a:cubicBezTo>
                    <a:pt x="246983" y="325850"/>
                    <a:pt x="251365" y="322612"/>
                    <a:pt x="255461" y="318992"/>
                  </a:cubicBezTo>
                  <a:cubicBezTo>
                    <a:pt x="256508" y="320421"/>
                    <a:pt x="258128" y="321374"/>
                    <a:pt x="260032" y="321374"/>
                  </a:cubicBezTo>
                  <a:cubicBezTo>
                    <a:pt x="263080" y="321374"/>
                    <a:pt x="265652" y="318897"/>
                    <a:pt x="265652" y="315754"/>
                  </a:cubicBezTo>
                  <a:lnTo>
                    <a:pt x="265652" y="310420"/>
                  </a:lnTo>
                  <a:lnTo>
                    <a:pt x="282130" y="310420"/>
                  </a:lnTo>
                  <a:lnTo>
                    <a:pt x="282130" y="315754"/>
                  </a:lnTo>
                  <a:cubicBezTo>
                    <a:pt x="282130" y="318802"/>
                    <a:pt x="284607" y="321374"/>
                    <a:pt x="287750" y="321374"/>
                  </a:cubicBezTo>
                  <a:cubicBezTo>
                    <a:pt x="290894" y="321374"/>
                    <a:pt x="293370" y="318897"/>
                    <a:pt x="293370" y="315754"/>
                  </a:cubicBezTo>
                  <a:lnTo>
                    <a:pt x="293370" y="310420"/>
                  </a:lnTo>
                  <a:lnTo>
                    <a:pt x="309848" y="310420"/>
                  </a:lnTo>
                  <a:lnTo>
                    <a:pt x="309848" y="315754"/>
                  </a:lnTo>
                  <a:cubicBezTo>
                    <a:pt x="309848" y="318802"/>
                    <a:pt x="312325" y="321374"/>
                    <a:pt x="315468" y="321374"/>
                  </a:cubicBezTo>
                  <a:cubicBezTo>
                    <a:pt x="318611" y="321374"/>
                    <a:pt x="321088" y="318897"/>
                    <a:pt x="321088" y="315754"/>
                  </a:cubicBezTo>
                  <a:lnTo>
                    <a:pt x="321088" y="310420"/>
                  </a:lnTo>
                  <a:lnTo>
                    <a:pt x="337566" y="310420"/>
                  </a:lnTo>
                  <a:lnTo>
                    <a:pt x="337566" y="315754"/>
                  </a:lnTo>
                  <a:cubicBezTo>
                    <a:pt x="337566" y="318802"/>
                    <a:pt x="340043" y="321374"/>
                    <a:pt x="343186" y="321374"/>
                  </a:cubicBezTo>
                  <a:cubicBezTo>
                    <a:pt x="346329" y="321374"/>
                    <a:pt x="348805" y="318897"/>
                    <a:pt x="348805" y="315754"/>
                  </a:cubicBezTo>
                  <a:lnTo>
                    <a:pt x="348805" y="310420"/>
                  </a:lnTo>
                  <a:lnTo>
                    <a:pt x="356426" y="310420"/>
                  </a:lnTo>
                  <a:cubicBezTo>
                    <a:pt x="357664" y="310420"/>
                    <a:pt x="358616" y="311372"/>
                    <a:pt x="358616" y="312611"/>
                  </a:cubicBezTo>
                  <a:lnTo>
                    <a:pt x="358616" y="326422"/>
                  </a:lnTo>
                  <a:cubicBezTo>
                    <a:pt x="358616" y="327660"/>
                    <a:pt x="357664" y="328613"/>
                    <a:pt x="356426" y="328613"/>
                  </a:cubicBezTo>
                  <a:lnTo>
                    <a:pt x="312325" y="328613"/>
                  </a:lnTo>
                  <a:cubicBezTo>
                    <a:pt x="309277" y="328613"/>
                    <a:pt x="306705" y="331089"/>
                    <a:pt x="306705" y="334232"/>
                  </a:cubicBezTo>
                  <a:cubicBezTo>
                    <a:pt x="306705" y="337375"/>
                    <a:pt x="309181" y="339852"/>
                    <a:pt x="312325" y="339852"/>
                  </a:cubicBezTo>
                  <a:lnTo>
                    <a:pt x="356426" y="339852"/>
                  </a:lnTo>
                  <a:cubicBezTo>
                    <a:pt x="363760" y="339852"/>
                    <a:pt x="369761" y="333851"/>
                    <a:pt x="369761" y="326517"/>
                  </a:cubicBezTo>
                  <a:lnTo>
                    <a:pt x="369761" y="312706"/>
                  </a:lnTo>
                  <a:cubicBezTo>
                    <a:pt x="369761" y="309753"/>
                    <a:pt x="368808" y="307086"/>
                    <a:pt x="367189" y="304895"/>
                  </a:cubicBezTo>
                  <a:cubicBezTo>
                    <a:pt x="368808" y="302705"/>
                    <a:pt x="369761" y="300038"/>
                    <a:pt x="369761" y="297085"/>
                  </a:cubicBezTo>
                  <a:lnTo>
                    <a:pt x="369761" y="283274"/>
                  </a:lnTo>
                  <a:cubicBezTo>
                    <a:pt x="369761" y="276797"/>
                    <a:pt x="365188" y="271463"/>
                    <a:pt x="359093" y="270224"/>
                  </a:cubicBezTo>
                  <a:cubicBezTo>
                    <a:pt x="359283" y="269462"/>
                    <a:pt x="359378" y="268605"/>
                    <a:pt x="359378" y="267748"/>
                  </a:cubicBezTo>
                  <a:lnTo>
                    <a:pt x="359378" y="253937"/>
                  </a:lnTo>
                  <a:cubicBezTo>
                    <a:pt x="359378" y="253079"/>
                    <a:pt x="359378" y="252222"/>
                    <a:pt x="359093" y="251460"/>
                  </a:cubicBezTo>
                  <a:cubicBezTo>
                    <a:pt x="365188" y="250222"/>
                    <a:pt x="369761" y="244793"/>
                    <a:pt x="369761" y="238411"/>
                  </a:cubicBezTo>
                  <a:lnTo>
                    <a:pt x="369761" y="224600"/>
                  </a:lnTo>
                  <a:cubicBezTo>
                    <a:pt x="369761" y="223838"/>
                    <a:pt x="369761" y="223075"/>
                    <a:pt x="369570" y="222314"/>
                  </a:cubicBezTo>
                  <a:cubicBezTo>
                    <a:pt x="376142" y="221456"/>
                    <a:pt x="381190" y="215837"/>
                    <a:pt x="381190" y="209074"/>
                  </a:cubicBezTo>
                  <a:lnTo>
                    <a:pt x="381190" y="195263"/>
                  </a:lnTo>
                  <a:cubicBezTo>
                    <a:pt x="381190" y="188119"/>
                    <a:pt x="375571" y="182309"/>
                    <a:pt x="368522" y="181927"/>
                  </a:cubicBezTo>
                  <a:lnTo>
                    <a:pt x="368522" y="181927"/>
                  </a:lnTo>
                  <a:close/>
                  <a:moveTo>
                    <a:pt x="347853" y="150209"/>
                  </a:moveTo>
                  <a:cubicBezTo>
                    <a:pt x="347853" y="151448"/>
                    <a:pt x="346901" y="152400"/>
                    <a:pt x="345662" y="152400"/>
                  </a:cubicBezTo>
                  <a:lnTo>
                    <a:pt x="208788" y="152400"/>
                  </a:lnTo>
                  <a:cubicBezTo>
                    <a:pt x="207550" y="152400"/>
                    <a:pt x="206597" y="151448"/>
                    <a:pt x="206597" y="150209"/>
                  </a:cubicBezTo>
                  <a:lnTo>
                    <a:pt x="206597" y="136398"/>
                  </a:lnTo>
                  <a:cubicBezTo>
                    <a:pt x="206597" y="135160"/>
                    <a:pt x="207550" y="134207"/>
                    <a:pt x="208788" y="134207"/>
                  </a:cubicBezTo>
                  <a:lnTo>
                    <a:pt x="216408" y="134207"/>
                  </a:lnTo>
                  <a:lnTo>
                    <a:pt x="216408" y="139541"/>
                  </a:lnTo>
                  <a:cubicBezTo>
                    <a:pt x="216408" y="142589"/>
                    <a:pt x="218885" y="145161"/>
                    <a:pt x="222028" y="145161"/>
                  </a:cubicBezTo>
                  <a:cubicBezTo>
                    <a:pt x="225171" y="145161"/>
                    <a:pt x="227647" y="142685"/>
                    <a:pt x="227647" y="139541"/>
                  </a:cubicBezTo>
                  <a:lnTo>
                    <a:pt x="227647" y="134207"/>
                  </a:lnTo>
                  <a:lnTo>
                    <a:pt x="244126" y="134207"/>
                  </a:lnTo>
                  <a:lnTo>
                    <a:pt x="244126" y="139541"/>
                  </a:lnTo>
                  <a:cubicBezTo>
                    <a:pt x="244126" y="142589"/>
                    <a:pt x="246602" y="145161"/>
                    <a:pt x="249746" y="145161"/>
                  </a:cubicBezTo>
                  <a:cubicBezTo>
                    <a:pt x="252889" y="145161"/>
                    <a:pt x="255365" y="142685"/>
                    <a:pt x="255365" y="139541"/>
                  </a:cubicBezTo>
                  <a:lnTo>
                    <a:pt x="255365" y="134207"/>
                  </a:lnTo>
                  <a:lnTo>
                    <a:pt x="271844" y="134207"/>
                  </a:lnTo>
                  <a:lnTo>
                    <a:pt x="271844" y="139541"/>
                  </a:lnTo>
                  <a:cubicBezTo>
                    <a:pt x="271844" y="142589"/>
                    <a:pt x="274320" y="145161"/>
                    <a:pt x="277463" y="145161"/>
                  </a:cubicBezTo>
                  <a:cubicBezTo>
                    <a:pt x="280606" y="145161"/>
                    <a:pt x="283083" y="142685"/>
                    <a:pt x="283083" y="139541"/>
                  </a:cubicBezTo>
                  <a:lnTo>
                    <a:pt x="283083" y="134207"/>
                  </a:lnTo>
                  <a:lnTo>
                    <a:pt x="299561" y="134207"/>
                  </a:lnTo>
                  <a:lnTo>
                    <a:pt x="299561" y="139541"/>
                  </a:lnTo>
                  <a:cubicBezTo>
                    <a:pt x="299561" y="142589"/>
                    <a:pt x="302038" y="145161"/>
                    <a:pt x="305181" y="145161"/>
                  </a:cubicBezTo>
                  <a:cubicBezTo>
                    <a:pt x="308324" y="145161"/>
                    <a:pt x="310801" y="142685"/>
                    <a:pt x="310801" y="139541"/>
                  </a:cubicBezTo>
                  <a:lnTo>
                    <a:pt x="310801" y="134207"/>
                  </a:lnTo>
                  <a:lnTo>
                    <a:pt x="327279" y="134207"/>
                  </a:lnTo>
                  <a:lnTo>
                    <a:pt x="327279" y="139541"/>
                  </a:lnTo>
                  <a:cubicBezTo>
                    <a:pt x="327279" y="142589"/>
                    <a:pt x="329755" y="145161"/>
                    <a:pt x="332899" y="145161"/>
                  </a:cubicBezTo>
                  <a:cubicBezTo>
                    <a:pt x="336042" y="145161"/>
                    <a:pt x="338519" y="142685"/>
                    <a:pt x="338519" y="139541"/>
                  </a:cubicBezTo>
                  <a:lnTo>
                    <a:pt x="338519" y="134207"/>
                  </a:lnTo>
                  <a:lnTo>
                    <a:pt x="346138" y="134207"/>
                  </a:lnTo>
                  <a:cubicBezTo>
                    <a:pt x="347377" y="134207"/>
                    <a:pt x="348329" y="135160"/>
                    <a:pt x="348329" y="136398"/>
                  </a:cubicBezTo>
                  <a:lnTo>
                    <a:pt x="348329" y="150209"/>
                  </a:lnTo>
                  <a:close/>
                  <a:moveTo>
                    <a:pt x="354139" y="77724"/>
                  </a:moveTo>
                  <a:lnTo>
                    <a:pt x="354139" y="91535"/>
                  </a:lnTo>
                  <a:cubicBezTo>
                    <a:pt x="354139" y="92774"/>
                    <a:pt x="353187" y="93726"/>
                    <a:pt x="351949" y="93726"/>
                  </a:cubicBezTo>
                  <a:lnTo>
                    <a:pt x="215074" y="93726"/>
                  </a:lnTo>
                  <a:cubicBezTo>
                    <a:pt x="215074" y="93726"/>
                    <a:pt x="215074" y="93726"/>
                    <a:pt x="215074" y="93726"/>
                  </a:cubicBezTo>
                  <a:cubicBezTo>
                    <a:pt x="213836" y="93726"/>
                    <a:pt x="212884" y="92774"/>
                    <a:pt x="212884" y="91535"/>
                  </a:cubicBezTo>
                  <a:lnTo>
                    <a:pt x="212884" y="77724"/>
                  </a:lnTo>
                  <a:cubicBezTo>
                    <a:pt x="212884" y="76486"/>
                    <a:pt x="213836" y="75533"/>
                    <a:pt x="215074" y="75533"/>
                  </a:cubicBezTo>
                  <a:lnTo>
                    <a:pt x="222695" y="75533"/>
                  </a:lnTo>
                  <a:lnTo>
                    <a:pt x="222695" y="80867"/>
                  </a:lnTo>
                  <a:cubicBezTo>
                    <a:pt x="222695" y="83915"/>
                    <a:pt x="225171" y="86487"/>
                    <a:pt x="228314" y="86487"/>
                  </a:cubicBezTo>
                  <a:cubicBezTo>
                    <a:pt x="231457" y="86487"/>
                    <a:pt x="233934" y="84011"/>
                    <a:pt x="233934" y="80867"/>
                  </a:cubicBezTo>
                  <a:lnTo>
                    <a:pt x="233934" y="75533"/>
                  </a:lnTo>
                  <a:lnTo>
                    <a:pt x="250412" y="75533"/>
                  </a:lnTo>
                  <a:lnTo>
                    <a:pt x="250412" y="80867"/>
                  </a:lnTo>
                  <a:cubicBezTo>
                    <a:pt x="250412" y="83915"/>
                    <a:pt x="252889" y="86487"/>
                    <a:pt x="256032" y="86487"/>
                  </a:cubicBezTo>
                  <a:cubicBezTo>
                    <a:pt x="259175" y="86487"/>
                    <a:pt x="261652" y="84011"/>
                    <a:pt x="261652" y="80867"/>
                  </a:cubicBezTo>
                  <a:lnTo>
                    <a:pt x="261652" y="75533"/>
                  </a:lnTo>
                  <a:lnTo>
                    <a:pt x="278130" y="75533"/>
                  </a:lnTo>
                  <a:lnTo>
                    <a:pt x="278130" y="80867"/>
                  </a:lnTo>
                  <a:cubicBezTo>
                    <a:pt x="278130" y="83915"/>
                    <a:pt x="280606" y="86487"/>
                    <a:pt x="283750" y="86487"/>
                  </a:cubicBezTo>
                  <a:cubicBezTo>
                    <a:pt x="286893" y="86487"/>
                    <a:pt x="289370" y="84011"/>
                    <a:pt x="289370" y="80867"/>
                  </a:cubicBezTo>
                  <a:lnTo>
                    <a:pt x="289370" y="75533"/>
                  </a:lnTo>
                  <a:lnTo>
                    <a:pt x="305848" y="75533"/>
                  </a:lnTo>
                  <a:lnTo>
                    <a:pt x="305848" y="80867"/>
                  </a:lnTo>
                  <a:cubicBezTo>
                    <a:pt x="305848" y="83915"/>
                    <a:pt x="308324" y="86487"/>
                    <a:pt x="311468" y="86487"/>
                  </a:cubicBezTo>
                  <a:cubicBezTo>
                    <a:pt x="314611" y="86487"/>
                    <a:pt x="317087" y="84011"/>
                    <a:pt x="317087" y="80867"/>
                  </a:cubicBezTo>
                  <a:lnTo>
                    <a:pt x="317087" y="75533"/>
                  </a:lnTo>
                  <a:lnTo>
                    <a:pt x="333565" y="75533"/>
                  </a:lnTo>
                  <a:lnTo>
                    <a:pt x="333565" y="80867"/>
                  </a:lnTo>
                  <a:cubicBezTo>
                    <a:pt x="333565" y="83915"/>
                    <a:pt x="336042" y="86487"/>
                    <a:pt x="339185" y="86487"/>
                  </a:cubicBezTo>
                  <a:cubicBezTo>
                    <a:pt x="342329" y="86487"/>
                    <a:pt x="344805" y="84011"/>
                    <a:pt x="344805" y="80867"/>
                  </a:cubicBezTo>
                  <a:lnTo>
                    <a:pt x="344805" y="75533"/>
                  </a:lnTo>
                  <a:lnTo>
                    <a:pt x="352425" y="75533"/>
                  </a:lnTo>
                  <a:cubicBezTo>
                    <a:pt x="353663" y="75533"/>
                    <a:pt x="354616" y="76486"/>
                    <a:pt x="354616" y="77724"/>
                  </a:cubicBezTo>
                  <a:lnTo>
                    <a:pt x="354616" y="77724"/>
                  </a:lnTo>
                  <a:close/>
                  <a:moveTo>
                    <a:pt x="194120" y="62103"/>
                  </a:moveTo>
                  <a:lnTo>
                    <a:pt x="194120" y="48292"/>
                  </a:lnTo>
                  <a:cubicBezTo>
                    <a:pt x="194120" y="47054"/>
                    <a:pt x="195072" y="46101"/>
                    <a:pt x="196310" y="46101"/>
                  </a:cubicBezTo>
                  <a:lnTo>
                    <a:pt x="203930" y="46101"/>
                  </a:lnTo>
                  <a:lnTo>
                    <a:pt x="203930" y="51435"/>
                  </a:lnTo>
                  <a:cubicBezTo>
                    <a:pt x="203930" y="54483"/>
                    <a:pt x="206407" y="57055"/>
                    <a:pt x="209550" y="57055"/>
                  </a:cubicBezTo>
                  <a:cubicBezTo>
                    <a:pt x="212693" y="57055"/>
                    <a:pt x="215170" y="54578"/>
                    <a:pt x="215170" y="51435"/>
                  </a:cubicBezTo>
                  <a:lnTo>
                    <a:pt x="215170" y="46101"/>
                  </a:lnTo>
                  <a:lnTo>
                    <a:pt x="231648" y="46101"/>
                  </a:lnTo>
                  <a:lnTo>
                    <a:pt x="231648" y="51435"/>
                  </a:lnTo>
                  <a:cubicBezTo>
                    <a:pt x="231648" y="54483"/>
                    <a:pt x="234124" y="57055"/>
                    <a:pt x="237268" y="57055"/>
                  </a:cubicBezTo>
                  <a:cubicBezTo>
                    <a:pt x="240411" y="57055"/>
                    <a:pt x="242888" y="54578"/>
                    <a:pt x="242888" y="51435"/>
                  </a:cubicBezTo>
                  <a:lnTo>
                    <a:pt x="242888" y="46101"/>
                  </a:lnTo>
                  <a:lnTo>
                    <a:pt x="259366" y="46101"/>
                  </a:lnTo>
                  <a:lnTo>
                    <a:pt x="259366" y="51435"/>
                  </a:lnTo>
                  <a:cubicBezTo>
                    <a:pt x="259366" y="54483"/>
                    <a:pt x="261842" y="57055"/>
                    <a:pt x="264986" y="57055"/>
                  </a:cubicBezTo>
                  <a:cubicBezTo>
                    <a:pt x="268129" y="57055"/>
                    <a:pt x="270605" y="54578"/>
                    <a:pt x="270605" y="51435"/>
                  </a:cubicBezTo>
                  <a:lnTo>
                    <a:pt x="270605" y="46101"/>
                  </a:lnTo>
                  <a:lnTo>
                    <a:pt x="287084" y="46101"/>
                  </a:lnTo>
                  <a:lnTo>
                    <a:pt x="287084" y="51435"/>
                  </a:lnTo>
                  <a:cubicBezTo>
                    <a:pt x="287084" y="54483"/>
                    <a:pt x="289560" y="57055"/>
                    <a:pt x="292703" y="57055"/>
                  </a:cubicBezTo>
                  <a:cubicBezTo>
                    <a:pt x="295846" y="57055"/>
                    <a:pt x="298323" y="54578"/>
                    <a:pt x="298323" y="51435"/>
                  </a:cubicBezTo>
                  <a:lnTo>
                    <a:pt x="298323" y="46101"/>
                  </a:lnTo>
                  <a:lnTo>
                    <a:pt x="314801" y="46101"/>
                  </a:lnTo>
                  <a:lnTo>
                    <a:pt x="314801" y="51435"/>
                  </a:lnTo>
                  <a:cubicBezTo>
                    <a:pt x="314801" y="54483"/>
                    <a:pt x="317278" y="57055"/>
                    <a:pt x="320421" y="57055"/>
                  </a:cubicBezTo>
                  <a:cubicBezTo>
                    <a:pt x="323564" y="57055"/>
                    <a:pt x="326041" y="54578"/>
                    <a:pt x="326041" y="51435"/>
                  </a:cubicBezTo>
                  <a:lnTo>
                    <a:pt x="326041" y="46101"/>
                  </a:lnTo>
                  <a:lnTo>
                    <a:pt x="333661" y="46101"/>
                  </a:lnTo>
                  <a:cubicBezTo>
                    <a:pt x="334899" y="46101"/>
                    <a:pt x="335852" y="47054"/>
                    <a:pt x="335852" y="48292"/>
                  </a:cubicBezTo>
                  <a:lnTo>
                    <a:pt x="335852" y="62103"/>
                  </a:lnTo>
                  <a:cubicBezTo>
                    <a:pt x="335852" y="63341"/>
                    <a:pt x="334899" y="64294"/>
                    <a:pt x="333661" y="64294"/>
                  </a:cubicBezTo>
                  <a:cubicBezTo>
                    <a:pt x="333661" y="64294"/>
                    <a:pt x="333661" y="64294"/>
                    <a:pt x="333661" y="64294"/>
                  </a:cubicBezTo>
                  <a:lnTo>
                    <a:pt x="196787" y="64294"/>
                  </a:lnTo>
                  <a:cubicBezTo>
                    <a:pt x="195548" y="64294"/>
                    <a:pt x="194596" y="63341"/>
                    <a:pt x="194596" y="62103"/>
                  </a:cubicBezTo>
                  <a:lnTo>
                    <a:pt x="194596" y="62103"/>
                  </a:lnTo>
                  <a:close/>
                  <a:moveTo>
                    <a:pt x="195167" y="107061"/>
                  </a:moveTo>
                  <a:cubicBezTo>
                    <a:pt x="195167" y="105823"/>
                    <a:pt x="196120" y="104870"/>
                    <a:pt x="197358" y="104870"/>
                  </a:cubicBezTo>
                  <a:lnTo>
                    <a:pt x="204978" y="104870"/>
                  </a:lnTo>
                  <a:lnTo>
                    <a:pt x="204978" y="110204"/>
                  </a:lnTo>
                  <a:cubicBezTo>
                    <a:pt x="204978" y="113252"/>
                    <a:pt x="207454" y="115824"/>
                    <a:pt x="210598" y="115824"/>
                  </a:cubicBezTo>
                  <a:cubicBezTo>
                    <a:pt x="213741" y="115824"/>
                    <a:pt x="216218" y="113348"/>
                    <a:pt x="216218" y="110204"/>
                  </a:cubicBezTo>
                  <a:lnTo>
                    <a:pt x="216218" y="104870"/>
                  </a:lnTo>
                  <a:lnTo>
                    <a:pt x="232696" y="104870"/>
                  </a:lnTo>
                  <a:lnTo>
                    <a:pt x="232696" y="110204"/>
                  </a:lnTo>
                  <a:cubicBezTo>
                    <a:pt x="232696" y="113252"/>
                    <a:pt x="235172" y="115824"/>
                    <a:pt x="238315" y="115824"/>
                  </a:cubicBezTo>
                  <a:cubicBezTo>
                    <a:pt x="241459" y="115824"/>
                    <a:pt x="243935" y="113348"/>
                    <a:pt x="243935" y="110204"/>
                  </a:cubicBezTo>
                  <a:lnTo>
                    <a:pt x="243935" y="104870"/>
                  </a:lnTo>
                  <a:lnTo>
                    <a:pt x="260413" y="104870"/>
                  </a:lnTo>
                  <a:lnTo>
                    <a:pt x="260413" y="110204"/>
                  </a:lnTo>
                  <a:cubicBezTo>
                    <a:pt x="260413" y="113252"/>
                    <a:pt x="262890" y="115824"/>
                    <a:pt x="266033" y="115824"/>
                  </a:cubicBezTo>
                  <a:cubicBezTo>
                    <a:pt x="269177" y="115824"/>
                    <a:pt x="271653" y="113348"/>
                    <a:pt x="271653" y="110204"/>
                  </a:cubicBezTo>
                  <a:lnTo>
                    <a:pt x="271653" y="104870"/>
                  </a:lnTo>
                  <a:lnTo>
                    <a:pt x="288131" y="104870"/>
                  </a:lnTo>
                  <a:lnTo>
                    <a:pt x="288131" y="110204"/>
                  </a:lnTo>
                  <a:cubicBezTo>
                    <a:pt x="288131" y="113252"/>
                    <a:pt x="290608" y="115824"/>
                    <a:pt x="293751" y="115824"/>
                  </a:cubicBezTo>
                  <a:cubicBezTo>
                    <a:pt x="296894" y="115824"/>
                    <a:pt x="299371" y="113348"/>
                    <a:pt x="299371" y="110204"/>
                  </a:cubicBezTo>
                  <a:lnTo>
                    <a:pt x="299371" y="104870"/>
                  </a:lnTo>
                  <a:lnTo>
                    <a:pt x="315849" y="104870"/>
                  </a:lnTo>
                  <a:lnTo>
                    <a:pt x="315849" y="110204"/>
                  </a:lnTo>
                  <a:cubicBezTo>
                    <a:pt x="315849" y="113252"/>
                    <a:pt x="318326" y="115824"/>
                    <a:pt x="321469" y="115824"/>
                  </a:cubicBezTo>
                  <a:cubicBezTo>
                    <a:pt x="324612" y="115824"/>
                    <a:pt x="327088" y="113348"/>
                    <a:pt x="327088" y="110204"/>
                  </a:cubicBezTo>
                  <a:lnTo>
                    <a:pt x="327088" y="104870"/>
                  </a:lnTo>
                  <a:lnTo>
                    <a:pt x="334709" y="104870"/>
                  </a:lnTo>
                  <a:cubicBezTo>
                    <a:pt x="335947" y="104870"/>
                    <a:pt x="336899" y="105823"/>
                    <a:pt x="336899" y="107061"/>
                  </a:cubicBezTo>
                  <a:lnTo>
                    <a:pt x="336899" y="120872"/>
                  </a:lnTo>
                  <a:cubicBezTo>
                    <a:pt x="336899" y="122111"/>
                    <a:pt x="335947" y="123063"/>
                    <a:pt x="334709" y="123063"/>
                  </a:cubicBezTo>
                  <a:cubicBezTo>
                    <a:pt x="334709" y="123063"/>
                    <a:pt x="334709" y="123063"/>
                    <a:pt x="334709" y="123063"/>
                  </a:cubicBezTo>
                  <a:lnTo>
                    <a:pt x="197834" y="123063"/>
                  </a:lnTo>
                  <a:cubicBezTo>
                    <a:pt x="196596" y="123063"/>
                    <a:pt x="195644" y="122111"/>
                    <a:pt x="195644" y="120872"/>
                  </a:cubicBezTo>
                  <a:lnTo>
                    <a:pt x="195644" y="107061"/>
                  </a:lnTo>
                  <a:close/>
                  <a:moveTo>
                    <a:pt x="215932" y="165735"/>
                  </a:moveTo>
                  <a:cubicBezTo>
                    <a:pt x="215932" y="164497"/>
                    <a:pt x="216884" y="163544"/>
                    <a:pt x="218122" y="163544"/>
                  </a:cubicBezTo>
                  <a:lnTo>
                    <a:pt x="225743" y="163544"/>
                  </a:lnTo>
                  <a:lnTo>
                    <a:pt x="225743" y="168878"/>
                  </a:lnTo>
                  <a:cubicBezTo>
                    <a:pt x="225743" y="171926"/>
                    <a:pt x="228219" y="174498"/>
                    <a:pt x="231362" y="174498"/>
                  </a:cubicBezTo>
                  <a:cubicBezTo>
                    <a:pt x="234505" y="174498"/>
                    <a:pt x="236982" y="172022"/>
                    <a:pt x="236982" y="168878"/>
                  </a:cubicBezTo>
                  <a:lnTo>
                    <a:pt x="236982" y="163544"/>
                  </a:lnTo>
                  <a:lnTo>
                    <a:pt x="253460" y="163544"/>
                  </a:lnTo>
                  <a:lnTo>
                    <a:pt x="253460" y="168878"/>
                  </a:lnTo>
                  <a:cubicBezTo>
                    <a:pt x="253460" y="171926"/>
                    <a:pt x="255937" y="174498"/>
                    <a:pt x="259080" y="174498"/>
                  </a:cubicBezTo>
                  <a:cubicBezTo>
                    <a:pt x="262223" y="174498"/>
                    <a:pt x="264700" y="172022"/>
                    <a:pt x="264700" y="168878"/>
                  </a:cubicBezTo>
                  <a:lnTo>
                    <a:pt x="264700" y="163544"/>
                  </a:lnTo>
                  <a:lnTo>
                    <a:pt x="281178" y="163544"/>
                  </a:lnTo>
                  <a:lnTo>
                    <a:pt x="281178" y="168878"/>
                  </a:lnTo>
                  <a:cubicBezTo>
                    <a:pt x="281178" y="171926"/>
                    <a:pt x="283655" y="174498"/>
                    <a:pt x="286798" y="174498"/>
                  </a:cubicBezTo>
                  <a:cubicBezTo>
                    <a:pt x="289941" y="174498"/>
                    <a:pt x="292418" y="172022"/>
                    <a:pt x="292418" y="168878"/>
                  </a:cubicBezTo>
                  <a:lnTo>
                    <a:pt x="292418" y="163544"/>
                  </a:lnTo>
                  <a:lnTo>
                    <a:pt x="308896" y="163544"/>
                  </a:lnTo>
                  <a:lnTo>
                    <a:pt x="308896" y="168878"/>
                  </a:lnTo>
                  <a:cubicBezTo>
                    <a:pt x="308896" y="171926"/>
                    <a:pt x="311372" y="174498"/>
                    <a:pt x="314515" y="174498"/>
                  </a:cubicBezTo>
                  <a:cubicBezTo>
                    <a:pt x="317659" y="174498"/>
                    <a:pt x="320135" y="172022"/>
                    <a:pt x="320135" y="168878"/>
                  </a:cubicBezTo>
                  <a:lnTo>
                    <a:pt x="320135" y="163544"/>
                  </a:lnTo>
                  <a:lnTo>
                    <a:pt x="336613" y="163544"/>
                  </a:lnTo>
                  <a:lnTo>
                    <a:pt x="336613" y="168878"/>
                  </a:lnTo>
                  <a:cubicBezTo>
                    <a:pt x="336613" y="171926"/>
                    <a:pt x="339090" y="174498"/>
                    <a:pt x="342233" y="174498"/>
                  </a:cubicBezTo>
                  <a:cubicBezTo>
                    <a:pt x="345377" y="174498"/>
                    <a:pt x="347853" y="172022"/>
                    <a:pt x="347853" y="168878"/>
                  </a:cubicBezTo>
                  <a:lnTo>
                    <a:pt x="347853" y="163544"/>
                  </a:lnTo>
                  <a:lnTo>
                    <a:pt x="355473" y="163544"/>
                  </a:lnTo>
                  <a:cubicBezTo>
                    <a:pt x="356711" y="163544"/>
                    <a:pt x="357664" y="164497"/>
                    <a:pt x="357664" y="165735"/>
                  </a:cubicBezTo>
                  <a:lnTo>
                    <a:pt x="357664" y="179546"/>
                  </a:lnTo>
                  <a:cubicBezTo>
                    <a:pt x="357664" y="180785"/>
                    <a:pt x="356711" y="181737"/>
                    <a:pt x="355473" y="181737"/>
                  </a:cubicBezTo>
                  <a:lnTo>
                    <a:pt x="231362" y="181737"/>
                  </a:lnTo>
                  <a:cubicBezTo>
                    <a:pt x="226600" y="179832"/>
                    <a:pt x="221552" y="178403"/>
                    <a:pt x="216408" y="177451"/>
                  </a:cubicBezTo>
                  <a:lnTo>
                    <a:pt x="216408" y="165735"/>
                  </a:lnTo>
                  <a:close/>
                  <a:moveTo>
                    <a:pt x="171926" y="211169"/>
                  </a:moveTo>
                  <a:lnTo>
                    <a:pt x="35052" y="211169"/>
                  </a:lnTo>
                  <a:cubicBezTo>
                    <a:pt x="33814" y="211169"/>
                    <a:pt x="32861" y="210217"/>
                    <a:pt x="32861" y="208979"/>
                  </a:cubicBezTo>
                  <a:lnTo>
                    <a:pt x="32861" y="195167"/>
                  </a:lnTo>
                  <a:cubicBezTo>
                    <a:pt x="32861" y="193929"/>
                    <a:pt x="33814" y="192977"/>
                    <a:pt x="35052" y="192977"/>
                  </a:cubicBezTo>
                  <a:lnTo>
                    <a:pt x="42672" y="192977"/>
                  </a:lnTo>
                  <a:lnTo>
                    <a:pt x="42672" y="198311"/>
                  </a:lnTo>
                  <a:cubicBezTo>
                    <a:pt x="42672" y="201359"/>
                    <a:pt x="45148" y="203930"/>
                    <a:pt x="48292" y="203930"/>
                  </a:cubicBezTo>
                  <a:cubicBezTo>
                    <a:pt x="51435" y="203930"/>
                    <a:pt x="53912" y="201454"/>
                    <a:pt x="53912" y="198311"/>
                  </a:cubicBezTo>
                  <a:lnTo>
                    <a:pt x="53912" y="192977"/>
                  </a:lnTo>
                  <a:lnTo>
                    <a:pt x="70390" y="192977"/>
                  </a:lnTo>
                  <a:lnTo>
                    <a:pt x="70390" y="198311"/>
                  </a:lnTo>
                  <a:cubicBezTo>
                    <a:pt x="70390" y="201359"/>
                    <a:pt x="72866" y="203930"/>
                    <a:pt x="76010" y="203930"/>
                  </a:cubicBezTo>
                  <a:cubicBezTo>
                    <a:pt x="79153" y="203930"/>
                    <a:pt x="81629" y="201454"/>
                    <a:pt x="81629" y="198311"/>
                  </a:cubicBezTo>
                  <a:lnTo>
                    <a:pt x="81629" y="192977"/>
                  </a:lnTo>
                  <a:lnTo>
                    <a:pt x="98107" y="192977"/>
                  </a:lnTo>
                  <a:lnTo>
                    <a:pt x="98107" y="198311"/>
                  </a:lnTo>
                  <a:cubicBezTo>
                    <a:pt x="98107" y="201359"/>
                    <a:pt x="100584" y="203930"/>
                    <a:pt x="103727" y="203930"/>
                  </a:cubicBezTo>
                  <a:cubicBezTo>
                    <a:pt x="106871" y="203930"/>
                    <a:pt x="109347" y="201454"/>
                    <a:pt x="109347" y="198311"/>
                  </a:cubicBezTo>
                  <a:lnTo>
                    <a:pt x="109347" y="192977"/>
                  </a:lnTo>
                  <a:lnTo>
                    <a:pt x="125825" y="192977"/>
                  </a:lnTo>
                  <a:lnTo>
                    <a:pt x="125825" y="198311"/>
                  </a:lnTo>
                  <a:cubicBezTo>
                    <a:pt x="125825" y="201359"/>
                    <a:pt x="128302" y="203930"/>
                    <a:pt x="131445" y="203930"/>
                  </a:cubicBezTo>
                  <a:cubicBezTo>
                    <a:pt x="134588" y="203930"/>
                    <a:pt x="137065" y="201454"/>
                    <a:pt x="137065" y="198311"/>
                  </a:cubicBezTo>
                  <a:lnTo>
                    <a:pt x="137065" y="192977"/>
                  </a:lnTo>
                  <a:lnTo>
                    <a:pt x="153543" y="192977"/>
                  </a:lnTo>
                  <a:lnTo>
                    <a:pt x="153543" y="198311"/>
                  </a:lnTo>
                  <a:cubicBezTo>
                    <a:pt x="153543" y="201359"/>
                    <a:pt x="156020" y="203930"/>
                    <a:pt x="159163" y="203930"/>
                  </a:cubicBezTo>
                  <a:cubicBezTo>
                    <a:pt x="162306" y="203930"/>
                    <a:pt x="164782" y="201454"/>
                    <a:pt x="164782" y="198311"/>
                  </a:cubicBezTo>
                  <a:lnTo>
                    <a:pt x="164782" y="192977"/>
                  </a:lnTo>
                  <a:lnTo>
                    <a:pt x="172403" y="192977"/>
                  </a:lnTo>
                  <a:cubicBezTo>
                    <a:pt x="173641" y="192977"/>
                    <a:pt x="174593" y="193929"/>
                    <a:pt x="174593" y="195167"/>
                  </a:cubicBezTo>
                  <a:lnTo>
                    <a:pt x="174593" y="208979"/>
                  </a:lnTo>
                  <a:cubicBezTo>
                    <a:pt x="174593" y="210217"/>
                    <a:pt x="173641" y="211169"/>
                    <a:pt x="172403" y="211169"/>
                  </a:cubicBezTo>
                  <a:lnTo>
                    <a:pt x="172403" y="211169"/>
                  </a:lnTo>
                  <a:close/>
                  <a:moveTo>
                    <a:pt x="20288" y="81725"/>
                  </a:moveTo>
                  <a:cubicBezTo>
                    <a:pt x="20288" y="42767"/>
                    <a:pt x="52006" y="11049"/>
                    <a:pt x="90964" y="11049"/>
                  </a:cubicBezTo>
                  <a:cubicBezTo>
                    <a:pt x="129921" y="11049"/>
                    <a:pt x="161639" y="42767"/>
                    <a:pt x="161639" y="81725"/>
                  </a:cubicBezTo>
                  <a:cubicBezTo>
                    <a:pt x="161639" y="120682"/>
                    <a:pt x="129921" y="152400"/>
                    <a:pt x="90964" y="152400"/>
                  </a:cubicBezTo>
                  <a:cubicBezTo>
                    <a:pt x="52006" y="152400"/>
                    <a:pt x="20288" y="120682"/>
                    <a:pt x="20288" y="81725"/>
                  </a:cubicBezTo>
                  <a:lnTo>
                    <a:pt x="20288" y="81725"/>
                  </a:lnTo>
                  <a:close/>
                  <a:moveTo>
                    <a:pt x="32766" y="165735"/>
                  </a:moveTo>
                  <a:cubicBezTo>
                    <a:pt x="32766" y="164497"/>
                    <a:pt x="33719" y="163544"/>
                    <a:pt x="34957" y="163544"/>
                  </a:cubicBezTo>
                  <a:lnTo>
                    <a:pt x="42577" y="163544"/>
                  </a:lnTo>
                  <a:lnTo>
                    <a:pt x="42577" y="168878"/>
                  </a:lnTo>
                  <a:cubicBezTo>
                    <a:pt x="42577" y="171926"/>
                    <a:pt x="45053" y="174498"/>
                    <a:pt x="48196" y="174498"/>
                  </a:cubicBezTo>
                  <a:cubicBezTo>
                    <a:pt x="51340" y="174498"/>
                    <a:pt x="53816" y="172022"/>
                    <a:pt x="53816" y="168878"/>
                  </a:cubicBezTo>
                  <a:lnTo>
                    <a:pt x="53816" y="163544"/>
                  </a:lnTo>
                  <a:lnTo>
                    <a:pt x="70295" y="163544"/>
                  </a:lnTo>
                  <a:lnTo>
                    <a:pt x="70295" y="168878"/>
                  </a:lnTo>
                  <a:cubicBezTo>
                    <a:pt x="70295" y="171926"/>
                    <a:pt x="72771" y="174498"/>
                    <a:pt x="75914" y="174498"/>
                  </a:cubicBezTo>
                  <a:cubicBezTo>
                    <a:pt x="79057" y="174498"/>
                    <a:pt x="81534" y="172022"/>
                    <a:pt x="81534" y="168878"/>
                  </a:cubicBezTo>
                  <a:lnTo>
                    <a:pt x="81534" y="163544"/>
                  </a:lnTo>
                  <a:lnTo>
                    <a:pt x="98012" y="163544"/>
                  </a:lnTo>
                  <a:lnTo>
                    <a:pt x="98012" y="168878"/>
                  </a:lnTo>
                  <a:cubicBezTo>
                    <a:pt x="98012" y="171926"/>
                    <a:pt x="100489" y="174498"/>
                    <a:pt x="103632" y="174498"/>
                  </a:cubicBezTo>
                  <a:cubicBezTo>
                    <a:pt x="106775" y="174498"/>
                    <a:pt x="109252" y="172022"/>
                    <a:pt x="109252" y="168878"/>
                  </a:cubicBezTo>
                  <a:lnTo>
                    <a:pt x="109252" y="163544"/>
                  </a:lnTo>
                  <a:lnTo>
                    <a:pt x="125730" y="163544"/>
                  </a:lnTo>
                  <a:lnTo>
                    <a:pt x="125730" y="168878"/>
                  </a:lnTo>
                  <a:cubicBezTo>
                    <a:pt x="125730" y="171926"/>
                    <a:pt x="128206" y="174498"/>
                    <a:pt x="131350" y="174498"/>
                  </a:cubicBezTo>
                  <a:cubicBezTo>
                    <a:pt x="134493" y="174498"/>
                    <a:pt x="136970" y="172022"/>
                    <a:pt x="136970" y="168878"/>
                  </a:cubicBezTo>
                  <a:lnTo>
                    <a:pt x="136970" y="163544"/>
                  </a:lnTo>
                  <a:lnTo>
                    <a:pt x="153448" y="163544"/>
                  </a:lnTo>
                  <a:lnTo>
                    <a:pt x="153448" y="168878"/>
                  </a:lnTo>
                  <a:cubicBezTo>
                    <a:pt x="153448" y="171926"/>
                    <a:pt x="155924" y="174498"/>
                    <a:pt x="159068" y="174498"/>
                  </a:cubicBezTo>
                  <a:cubicBezTo>
                    <a:pt x="162211" y="174498"/>
                    <a:pt x="164687" y="172022"/>
                    <a:pt x="164687" y="168878"/>
                  </a:cubicBezTo>
                  <a:lnTo>
                    <a:pt x="164687" y="163544"/>
                  </a:lnTo>
                  <a:lnTo>
                    <a:pt x="172307" y="163544"/>
                  </a:lnTo>
                  <a:cubicBezTo>
                    <a:pt x="173546" y="163544"/>
                    <a:pt x="174498" y="164497"/>
                    <a:pt x="174498" y="165735"/>
                  </a:cubicBezTo>
                  <a:lnTo>
                    <a:pt x="174498" y="179546"/>
                  </a:lnTo>
                  <a:cubicBezTo>
                    <a:pt x="174498" y="180785"/>
                    <a:pt x="173546" y="181737"/>
                    <a:pt x="172307" y="181737"/>
                  </a:cubicBezTo>
                  <a:cubicBezTo>
                    <a:pt x="172307" y="181737"/>
                    <a:pt x="172307" y="181737"/>
                    <a:pt x="172307" y="181737"/>
                  </a:cubicBezTo>
                  <a:lnTo>
                    <a:pt x="35528" y="181737"/>
                  </a:lnTo>
                  <a:cubicBezTo>
                    <a:pt x="35528" y="181737"/>
                    <a:pt x="35528" y="181737"/>
                    <a:pt x="35528" y="181737"/>
                  </a:cubicBezTo>
                  <a:cubicBezTo>
                    <a:pt x="34290" y="181737"/>
                    <a:pt x="33338" y="180785"/>
                    <a:pt x="33338" y="179546"/>
                  </a:cubicBezTo>
                  <a:lnTo>
                    <a:pt x="33338" y="165735"/>
                  </a:lnTo>
                  <a:close/>
                  <a:moveTo>
                    <a:pt x="21336" y="224504"/>
                  </a:moveTo>
                  <a:cubicBezTo>
                    <a:pt x="21336" y="223266"/>
                    <a:pt x="22288" y="222314"/>
                    <a:pt x="23527" y="222314"/>
                  </a:cubicBezTo>
                  <a:lnTo>
                    <a:pt x="31147" y="222314"/>
                  </a:lnTo>
                  <a:lnTo>
                    <a:pt x="31147" y="227648"/>
                  </a:lnTo>
                  <a:cubicBezTo>
                    <a:pt x="31147" y="230696"/>
                    <a:pt x="33623" y="233267"/>
                    <a:pt x="36767" y="233267"/>
                  </a:cubicBezTo>
                  <a:cubicBezTo>
                    <a:pt x="39910" y="233267"/>
                    <a:pt x="42386" y="230791"/>
                    <a:pt x="42386" y="227648"/>
                  </a:cubicBezTo>
                  <a:lnTo>
                    <a:pt x="42386" y="222314"/>
                  </a:lnTo>
                  <a:lnTo>
                    <a:pt x="58864" y="222314"/>
                  </a:lnTo>
                  <a:lnTo>
                    <a:pt x="58864" y="227648"/>
                  </a:lnTo>
                  <a:cubicBezTo>
                    <a:pt x="58864" y="230696"/>
                    <a:pt x="61341" y="233267"/>
                    <a:pt x="64484" y="233267"/>
                  </a:cubicBezTo>
                  <a:cubicBezTo>
                    <a:pt x="67628" y="233267"/>
                    <a:pt x="70104" y="230791"/>
                    <a:pt x="70104" y="227648"/>
                  </a:cubicBezTo>
                  <a:lnTo>
                    <a:pt x="70104" y="222314"/>
                  </a:lnTo>
                  <a:lnTo>
                    <a:pt x="86582" y="222314"/>
                  </a:lnTo>
                  <a:lnTo>
                    <a:pt x="86582" y="227648"/>
                  </a:lnTo>
                  <a:cubicBezTo>
                    <a:pt x="86582" y="230696"/>
                    <a:pt x="89059" y="233267"/>
                    <a:pt x="92202" y="233267"/>
                  </a:cubicBezTo>
                  <a:cubicBezTo>
                    <a:pt x="95345" y="233267"/>
                    <a:pt x="97822" y="230791"/>
                    <a:pt x="97822" y="227648"/>
                  </a:cubicBezTo>
                  <a:lnTo>
                    <a:pt x="97822" y="222314"/>
                  </a:lnTo>
                  <a:lnTo>
                    <a:pt x="114300" y="222314"/>
                  </a:lnTo>
                  <a:lnTo>
                    <a:pt x="114300" y="227648"/>
                  </a:lnTo>
                  <a:cubicBezTo>
                    <a:pt x="114300" y="230696"/>
                    <a:pt x="116777" y="233267"/>
                    <a:pt x="119920" y="233267"/>
                  </a:cubicBezTo>
                  <a:cubicBezTo>
                    <a:pt x="123063" y="233267"/>
                    <a:pt x="125539" y="230791"/>
                    <a:pt x="125539" y="227648"/>
                  </a:cubicBezTo>
                  <a:lnTo>
                    <a:pt x="125539" y="222314"/>
                  </a:lnTo>
                  <a:lnTo>
                    <a:pt x="142018" y="222314"/>
                  </a:lnTo>
                  <a:lnTo>
                    <a:pt x="142018" y="227648"/>
                  </a:lnTo>
                  <a:cubicBezTo>
                    <a:pt x="142018" y="230696"/>
                    <a:pt x="144494" y="233267"/>
                    <a:pt x="147638" y="233267"/>
                  </a:cubicBezTo>
                  <a:cubicBezTo>
                    <a:pt x="150781" y="233267"/>
                    <a:pt x="153257" y="230791"/>
                    <a:pt x="153257" y="227648"/>
                  </a:cubicBezTo>
                  <a:lnTo>
                    <a:pt x="153257" y="222314"/>
                  </a:lnTo>
                  <a:lnTo>
                    <a:pt x="160877" y="222314"/>
                  </a:lnTo>
                  <a:cubicBezTo>
                    <a:pt x="162115" y="222314"/>
                    <a:pt x="163068" y="223266"/>
                    <a:pt x="163068" y="224504"/>
                  </a:cubicBezTo>
                  <a:lnTo>
                    <a:pt x="163068" y="238316"/>
                  </a:lnTo>
                  <a:cubicBezTo>
                    <a:pt x="163068" y="239554"/>
                    <a:pt x="162115" y="240506"/>
                    <a:pt x="160877" y="240506"/>
                  </a:cubicBezTo>
                  <a:lnTo>
                    <a:pt x="24003" y="240506"/>
                  </a:lnTo>
                  <a:cubicBezTo>
                    <a:pt x="24003" y="240506"/>
                    <a:pt x="24003" y="240506"/>
                    <a:pt x="24003" y="240506"/>
                  </a:cubicBezTo>
                  <a:cubicBezTo>
                    <a:pt x="22765" y="240506"/>
                    <a:pt x="21812" y="239554"/>
                    <a:pt x="21812" y="238316"/>
                  </a:cubicBezTo>
                  <a:lnTo>
                    <a:pt x="21812" y="224504"/>
                  </a:lnTo>
                  <a:close/>
                  <a:moveTo>
                    <a:pt x="162687" y="296990"/>
                  </a:moveTo>
                  <a:cubicBezTo>
                    <a:pt x="162687" y="298228"/>
                    <a:pt x="161735" y="299180"/>
                    <a:pt x="160496" y="299180"/>
                  </a:cubicBezTo>
                  <a:lnTo>
                    <a:pt x="23622" y="299180"/>
                  </a:lnTo>
                  <a:cubicBezTo>
                    <a:pt x="22384" y="299180"/>
                    <a:pt x="21431" y="298228"/>
                    <a:pt x="21431" y="296990"/>
                  </a:cubicBezTo>
                  <a:lnTo>
                    <a:pt x="21431" y="283178"/>
                  </a:lnTo>
                  <a:cubicBezTo>
                    <a:pt x="21431" y="281940"/>
                    <a:pt x="22384" y="280988"/>
                    <a:pt x="23622" y="280988"/>
                  </a:cubicBezTo>
                  <a:lnTo>
                    <a:pt x="31242" y="280988"/>
                  </a:lnTo>
                  <a:lnTo>
                    <a:pt x="31242" y="286322"/>
                  </a:lnTo>
                  <a:cubicBezTo>
                    <a:pt x="31242" y="289370"/>
                    <a:pt x="33719" y="291941"/>
                    <a:pt x="36862" y="291941"/>
                  </a:cubicBezTo>
                  <a:cubicBezTo>
                    <a:pt x="40005" y="291941"/>
                    <a:pt x="42481" y="289465"/>
                    <a:pt x="42481" y="286322"/>
                  </a:cubicBezTo>
                  <a:lnTo>
                    <a:pt x="42481" y="280988"/>
                  </a:lnTo>
                  <a:lnTo>
                    <a:pt x="58960" y="280988"/>
                  </a:lnTo>
                  <a:lnTo>
                    <a:pt x="58960" y="286322"/>
                  </a:lnTo>
                  <a:cubicBezTo>
                    <a:pt x="58960" y="289370"/>
                    <a:pt x="61436" y="291941"/>
                    <a:pt x="64579" y="291941"/>
                  </a:cubicBezTo>
                  <a:cubicBezTo>
                    <a:pt x="67723" y="291941"/>
                    <a:pt x="70199" y="289465"/>
                    <a:pt x="70199" y="286322"/>
                  </a:cubicBezTo>
                  <a:lnTo>
                    <a:pt x="70199" y="280988"/>
                  </a:lnTo>
                  <a:lnTo>
                    <a:pt x="86678" y="280988"/>
                  </a:lnTo>
                  <a:lnTo>
                    <a:pt x="86678" y="286322"/>
                  </a:lnTo>
                  <a:cubicBezTo>
                    <a:pt x="86678" y="289370"/>
                    <a:pt x="89154" y="291941"/>
                    <a:pt x="92297" y="291941"/>
                  </a:cubicBezTo>
                  <a:cubicBezTo>
                    <a:pt x="95440" y="291941"/>
                    <a:pt x="97917" y="289465"/>
                    <a:pt x="97917" y="286322"/>
                  </a:cubicBezTo>
                  <a:lnTo>
                    <a:pt x="97917" y="280988"/>
                  </a:lnTo>
                  <a:lnTo>
                    <a:pt x="114395" y="280988"/>
                  </a:lnTo>
                  <a:lnTo>
                    <a:pt x="114395" y="286322"/>
                  </a:lnTo>
                  <a:cubicBezTo>
                    <a:pt x="114395" y="289370"/>
                    <a:pt x="116872" y="291941"/>
                    <a:pt x="120015" y="291941"/>
                  </a:cubicBezTo>
                  <a:cubicBezTo>
                    <a:pt x="123158" y="291941"/>
                    <a:pt x="125635" y="289465"/>
                    <a:pt x="125635" y="286322"/>
                  </a:cubicBezTo>
                  <a:lnTo>
                    <a:pt x="125635" y="280988"/>
                  </a:lnTo>
                  <a:lnTo>
                    <a:pt x="142113" y="280988"/>
                  </a:lnTo>
                  <a:lnTo>
                    <a:pt x="142113" y="286322"/>
                  </a:lnTo>
                  <a:cubicBezTo>
                    <a:pt x="142113" y="289370"/>
                    <a:pt x="144589" y="291941"/>
                    <a:pt x="147733" y="291941"/>
                  </a:cubicBezTo>
                  <a:cubicBezTo>
                    <a:pt x="150876" y="291941"/>
                    <a:pt x="153353" y="289465"/>
                    <a:pt x="153353" y="286322"/>
                  </a:cubicBezTo>
                  <a:lnTo>
                    <a:pt x="153353" y="280988"/>
                  </a:lnTo>
                  <a:lnTo>
                    <a:pt x="160972" y="280988"/>
                  </a:lnTo>
                  <a:cubicBezTo>
                    <a:pt x="162211" y="280988"/>
                    <a:pt x="163163" y="281940"/>
                    <a:pt x="163163" y="283178"/>
                  </a:cubicBezTo>
                  <a:lnTo>
                    <a:pt x="163163" y="296990"/>
                  </a:lnTo>
                  <a:close/>
                  <a:moveTo>
                    <a:pt x="26384" y="262604"/>
                  </a:moveTo>
                  <a:cubicBezTo>
                    <a:pt x="29432" y="262604"/>
                    <a:pt x="32004" y="260128"/>
                    <a:pt x="32004" y="256985"/>
                  </a:cubicBezTo>
                  <a:lnTo>
                    <a:pt x="32004" y="251650"/>
                  </a:lnTo>
                  <a:lnTo>
                    <a:pt x="48482" y="251650"/>
                  </a:lnTo>
                  <a:lnTo>
                    <a:pt x="48482" y="256985"/>
                  </a:lnTo>
                  <a:cubicBezTo>
                    <a:pt x="48482" y="260033"/>
                    <a:pt x="50959" y="262604"/>
                    <a:pt x="54102" y="262604"/>
                  </a:cubicBezTo>
                  <a:cubicBezTo>
                    <a:pt x="57245" y="262604"/>
                    <a:pt x="59722" y="260128"/>
                    <a:pt x="59722" y="256985"/>
                  </a:cubicBezTo>
                  <a:lnTo>
                    <a:pt x="59722" y="251650"/>
                  </a:lnTo>
                  <a:lnTo>
                    <a:pt x="76200" y="251650"/>
                  </a:lnTo>
                  <a:lnTo>
                    <a:pt x="76200" y="256985"/>
                  </a:lnTo>
                  <a:cubicBezTo>
                    <a:pt x="76200" y="260033"/>
                    <a:pt x="78677" y="262604"/>
                    <a:pt x="81820" y="262604"/>
                  </a:cubicBezTo>
                  <a:cubicBezTo>
                    <a:pt x="84963" y="262604"/>
                    <a:pt x="87439" y="260128"/>
                    <a:pt x="87439" y="256985"/>
                  </a:cubicBezTo>
                  <a:lnTo>
                    <a:pt x="87439" y="251650"/>
                  </a:lnTo>
                  <a:lnTo>
                    <a:pt x="103918" y="251650"/>
                  </a:lnTo>
                  <a:lnTo>
                    <a:pt x="103918" y="256985"/>
                  </a:lnTo>
                  <a:cubicBezTo>
                    <a:pt x="103918" y="260033"/>
                    <a:pt x="106394" y="262604"/>
                    <a:pt x="109538" y="262604"/>
                  </a:cubicBezTo>
                  <a:cubicBezTo>
                    <a:pt x="112681" y="262604"/>
                    <a:pt x="115157" y="260128"/>
                    <a:pt x="115157" y="256985"/>
                  </a:cubicBezTo>
                  <a:lnTo>
                    <a:pt x="115157" y="251650"/>
                  </a:lnTo>
                  <a:lnTo>
                    <a:pt x="131636" y="251650"/>
                  </a:lnTo>
                  <a:lnTo>
                    <a:pt x="131636" y="256985"/>
                  </a:lnTo>
                  <a:cubicBezTo>
                    <a:pt x="131636" y="260033"/>
                    <a:pt x="134112" y="262604"/>
                    <a:pt x="137255" y="262604"/>
                  </a:cubicBezTo>
                  <a:cubicBezTo>
                    <a:pt x="140398" y="262604"/>
                    <a:pt x="142875" y="260128"/>
                    <a:pt x="142875" y="256985"/>
                  </a:cubicBezTo>
                  <a:lnTo>
                    <a:pt x="142875" y="251650"/>
                  </a:lnTo>
                  <a:lnTo>
                    <a:pt x="150495" y="251650"/>
                  </a:lnTo>
                  <a:cubicBezTo>
                    <a:pt x="151733" y="251650"/>
                    <a:pt x="152686" y="252603"/>
                    <a:pt x="152686" y="253841"/>
                  </a:cubicBezTo>
                  <a:lnTo>
                    <a:pt x="152686" y="267653"/>
                  </a:lnTo>
                  <a:cubicBezTo>
                    <a:pt x="152686" y="268891"/>
                    <a:pt x="151733" y="269843"/>
                    <a:pt x="150495" y="269843"/>
                  </a:cubicBezTo>
                  <a:cubicBezTo>
                    <a:pt x="150495" y="269843"/>
                    <a:pt x="150495" y="269843"/>
                    <a:pt x="150495" y="269843"/>
                  </a:cubicBezTo>
                  <a:lnTo>
                    <a:pt x="13621" y="269843"/>
                  </a:lnTo>
                  <a:cubicBezTo>
                    <a:pt x="12382" y="269843"/>
                    <a:pt x="11430" y="268891"/>
                    <a:pt x="11430" y="267653"/>
                  </a:cubicBezTo>
                  <a:lnTo>
                    <a:pt x="11430" y="253841"/>
                  </a:lnTo>
                  <a:cubicBezTo>
                    <a:pt x="11430" y="252603"/>
                    <a:pt x="12382" y="251650"/>
                    <a:pt x="13621" y="251650"/>
                  </a:cubicBezTo>
                  <a:lnTo>
                    <a:pt x="21241" y="251650"/>
                  </a:lnTo>
                  <a:lnTo>
                    <a:pt x="21241" y="256985"/>
                  </a:lnTo>
                  <a:cubicBezTo>
                    <a:pt x="21241" y="260033"/>
                    <a:pt x="23717" y="262604"/>
                    <a:pt x="26861" y="262604"/>
                  </a:cubicBezTo>
                  <a:lnTo>
                    <a:pt x="26861" y="262604"/>
                  </a:lnTo>
                  <a:close/>
                  <a:moveTo>
                    <a:pt x="162687" y="326327"/>
                  </a:moveTo>
                  <a:cubicBezTo>
                    <a:pt x="162687" y="327565"/>
                    <a:pt x="161735" y="328517"/>
                    <a:pt x="160496" y="328517"/>
                  </a:cubicBezTo>
                  <a:lnTo>
                    <a:pt x="23622" y="328517"/>
                  </a:lnTo>
                  <a:cubicBezTo>
                    <a:pt x="22384" y="328517"/>
                    <a:pt x="21431" y="327565"/>
                    <a:pt x="21431" y="326327"/>
                  </a:cubicBezTo>
                  <a:lnTo>
                    <a:pt x="21431" y="312515"/>
                  </a:lnTo>
                  <a:cubicBezTo>
                    <a:pt x="21431" y="311277"/>
                    <a:pt x="22384" y="310325"/>
                    <a:pt x="23622" y="310325"/>
                  </a:cubicBezTo>
                  <a:lnTo>
                    <a:pt x="31242" y="310325"/>
                  </a:lnTo>
                  <a:lnTo>
                    <a:pt x="31242" y="315659"/>
                  </a:lnTo>
                  <a:cubicBezTo>
                    <a:pt x="31242" y="318707"/>
                    <a:pt x="33719" y="321278"/>
                    <a:pt x="36862" y="321278"/>
                  </a:cubicBezTo>
                  <a:cubicBezTo>
                    <a:pt x="40005" y="321278"/>
                    <a:pt x="42481" y="318802"/>
                    <a:pt x="42481" y="315659"/>
                  </a:cubicBezTo>
                  <a:lnTo>
                    <a:pt x="42481" y="310325"/>
                  </a:lnTo>
                  <a:lnTo>
                    <a:pt x="58960" y="310325"/>
                  </a:lnTo>
                  <a:lnTo>
                    <a:pt x="58960" y="315659"/>
                  </a:lnTo>
                  <a:cubicBezTo>
                    <a:pt x="58960" y="318707"/>
                    <a:pt x="61436" y="321278"/>
                    <a:pt x="64579" y="321278"/>
                  </a:cubicBezTo>
                  <a:cubicBezTo>
                    <a:pt x="67723" y="321278"/>
                    <a:pt x="70199" y="318802"/>
                    <a:pt x="70199" y="315659"/>
                  </a:cubicBezTo>
                  <a:lnTo>
                    <a:pt x="70199" y="310325"/>
                  </a:lnTo>
                  <a:lnTo>
                    <a:pt x="86678" y="310325"/>
                  </a:lnTo>
                  <a:lnTo>
                    <a:pt x="86678" y="315659"/>
                  </a:lnTo>
                  <a:cubicBezTo>
                    <a:pt x="86678" y="318707"/>
                    <a:pt x="89154" y="321278"/>
                    <a:pt x="92297" y="321278"/>
                  </a:cubicBezTo>
                  <a:cubicBezTo>
                    <a:pt x="95440" y="321278"/>
                    <a:pt x="97917" y="318802"/>
                    <a:pt x="97917" y="315659"/>
                  </a:cubicBezTo>
                  <a:lnTo>
                    <a:pt x="97917" y="310325"/>
                  </a:lnTo>
                  <a:lnTo>
                    <a:pt x="114395" y="310325"/>
                  </a:lnTo>
                  <a:lnTo>
                    <a:pt x="114395" y="315659"/>
                  </a:lnTo>
                  <a:cubicBezTo>
                    <a:pt x="114395" y="318707"/>
                    <a:pt x="116872" y="321278"/>
                    <a:pt x="120015" y="321278"/>
                  </a:cubicBezTo>
                  <a:cubicBezTo>
                    <a:pt x="123158" y="321278"/>
                    <a:pt x="125635" y="318802"/>
                    <a:pt x="125635" y="315659"/>
                  </a:cubicBezTo>
                  <a:lnTo>
                    <a:pt x="125635" y="310325"/>
                  </a:lnTo>
                  <a:lnTo>
                    <a:pt x="142113" y="310325"/>
                  </a:lnTo>
                  <a:lnTo>
                    <a:pt x="142113" y="315659"/>
                  </a:lnTo>
                  <a:cubicBezTo>
                    <a:pt x="142113" y="318707"/>
                    <a:pt x="144589" y="321278"/>
                    <a:pt x="147733" y="321278"/>
                  </a:cubicBezTo>
                  <a:cubicBezTo>
                    <a:pt x="150876" y="321278"/>
                    <a:pt x="153353" y="318802"/>
                    <a:pt x="153353" y="315659"/>
                  </a:cubicBezTo>
                  <a:lnTo>
                    <a:pt x="153353" y="310325"/>
                  </a:lnTo>
                  <a:lnTo>
                    <a:pt x="160972" y="310325"/>
                  </a:lnTo>
                  <a:cubicBezTo>
                    <a:pt x="162211" y="310325"/>
                    <a:pt x="163163" y="311277"/>
                    <a:pt x="163163" y="312515"/>
                  </a:cubicBezTo>
                  <a:lnTo>
                    <a:pt x="163163" y="326327"/>
                  </a:lnTo>
                  <a:close/>
                  <a:moveTo>
                    <a:pt x="200978" y="328517"/>
                  </a:moveTo>
                  <a:cubicBezTo>
                    <a:pt x="191548" y="328517"/>
                    <a:pt x="182404" y="326708"/>
                    <a:pt x="173831" y="323088"/>
                  </a:cubicBezTo>
                  <a:lnTo>
                    <a:pt x="173831" y="312515"/>
                  </a:lnTo>
                  <a:cubicBezTo>
                    <a:pt x="173831" y="311658"/>
                    <a:pt x="173831" y="310706"/>
                    <a:pt x="173546" y="309944"/>
                  </a:cubicBezTo>
                  <a:cubicBezTo>
                    <a:pt x="181928" y="314420"/>
                    <a:pt x="191262" y="316706"/>
                    <a:pt x="200978" y="316706"/>
                  </a:cubicBezTo>
                  <a:cubicBezTo>
                    <a:pt x="228314" y="316706"/>
                    <a:pt x="251841" y="298133"/>
                    <a:pt x="258223" y="271558"/>
                  </a:cubicBezTo>
                  <a:cubicBezTo>
                    <a:pt x="258985" y="268605"/>
                    <a:pt x="257080" y="265557"/>
                    <a:pt x="254127" y="264795"/>
                  </a:cubicBezTo>
                  <a:cubicBezTo>
                    <a:pt x="251174" y="264033"/>
                    <a:pt x="248126" y="265938"/>
                    <a:pt x="247364" y="268891"/>
                  </a:cubicBezTo>
                  <a:cubicBezTo>
                    <a:pt x="242221" y="290417"/>
                    <a:pt x="223171" y="305467"/>
                    <a:pt x="200978" y="305467"/>
                  </a:cubicBezTo>
                  <a:cubicBezTo>
                    <a:pt x="191167" y="305467"/>
                    <a:pt x="181832" y="302514"/>
                    <a:pt x="173831" y="296990"/>
                  </a:cubicBezTo>
                  <a:cubicBezTo>
                    <a:pt x="173831" y="296990"/>
                    <a:pt x="173831" y="296990"/>
                    <a:pt x="173831" y="296990"/>
                  </a:cubicBezTo>
                  <a:lnTo>
                    <a:pt x="173831" y="283178"/>
                  </a:lnTo>
                  <a:cubicBezTo>
                    <a:pt x="173831" y="276701"/>
                    <a:pt x="169259" y="271367"/>
                    <a:pt x="163259" y="270129"/>
                  </a:cubicBezTo>
                  <a:cubicBezTo>
                    <a:pt x="163449" y="269367"/>
                    <a:pt x="163544" y="268510"/>
                    <a:pt x="163544" y="267653"/>
                  </a:cubicBezTo>
                  <a:lnTo>
                    <a:pt x="163544" y="253841"/>
                  </a:lnTo>
                  <a:cubicBezTo>
                    <a:pt x="163544" y="252984"/>
                    <a:pt x="163544" y="252127"/>
                    <a:pt x="163259" y="251365"/>
                  </a:cubicBezTo>
                  <a:cubicBezTo>
                    <a:pt x="169354" y="250127"/>
                    <a:pt x="173831" y="244697"/>
                    <a:pt x="173831" y="238316"/>
                  </a:cubicBezTo>
                  <a:lnTo>
                    <a:pt x="173831" y="224504"/>
                  </a:lnTo>
                  <a:cubicBezTo>
                    <a:pt x="173831" y="223742"/>
                    <a:pt x="173831" y="222980"/>
                    <a:pt x="173641" y="222218"/>
                  </a:cubicBezTo>
                  <a:cubicBezTo>
                    <a:pt x="178784" y="221552"/>
                    <a:pt x="182975" y="218027"/>
                    <a:pt x="184595" y="213265"/>
                  </a:cubicBezTo>
                  <a:cubicBezTo>
                    <a:pt x="189833" y="211360"/>
                    <a:pt x="195358" y="210312"/>
                    <a:pt x="201073" y="210312"/>
                  </a:cubicBezTo>
                  <a:cubicBezTo>
                    <a:pt x="223171" y="210312"/>
                    <a:pt x="242316" y="225362"/>
                    <a:pt x="247460" y="246888"/>
                  </a:cubicBezTo>
                  <a:cubicBezTo>
                    <a:pt x="248031" y="249460"/>
                    <a:pt x="250317" y="251174"/>
                    <a:pt x="252889" y="251174"/>
                  </a:cubicBezTo>
                  <a:cubicBezTo>
                    <a:pt x="253365" y="251174"/>
                    <a:pt x="253746" y="251174"/>
                    <a:pt x="254222" y="250984"/>
                  </a:cubicBezTo>
                  <a:cubicBezTo>
                    <a:pt x="257175" y="250222"/>
                    <a:pt x="259080" y="247269"/>
                    <a:pt x="258318" y="244221"/>
                  </a:cubicBezTo>
                  <a:cubicBezTo>
                    <a:pt x="251936" y="217646"/>
                    <a:pt x="228410" y="199073"/>
                    <a:pt x="201073" y="199073"/>
                  </a:cubicBezTo>
                  <a:cubicBezTo>
                    <a:pt x="195739" y="199073"/>
                    <a:pt x="190405" y="199835"/>
                    <a:pt x="185356" y="201263"/>
                  </a:cubicBezTo>
                  <a:lnTo>
                    <a:pt x="185356" y="195167"/>
                  </a:lnTo>
                  <a:cubicBezTo>
                    <a:pt x="185356" y="193072"/>
                    <a:pt x="184880" y="191167"/>
                    <a:pt x="184023" y="189357"/>
                  </a:cubicBezTo>
                  <a:cubicBezTo>
                    <a:pt x="189547" y="188024"/>
                    <a:pt x="195263" y="187262"/>
                    <a:pt x="201073" y="187262"/>
                  </a:cubicBezTo>
                  <a:cubicBezTo>
                    <a:pt x="240030" y="187262"/>
                    <a:pt x="271748" y="218980"/>
                    <a:pt x="271748" y="257937"/>
                  </a:cubicBezTo>
                  <a:cubicBezTo>
                    <a:pt x="271748" y="296894"/>
                    <a:pt x="240030" y="328613"/>
                    <a:pt x="201073" y="328613"/>
                  </a:cubicBezTo>
                  <a:lnTo>
                    <a:pt x="201073" y="328613"/>
                  </a:lnTo>
                  <a:close/>
                  <a:moveTo>
                    <a:pt x="287560" y="233172"/>
                  </a:moveTo>
                  <a:cubicBezTo>
                    <a:pt x="290608" y="233172"/>
                    <a:pt x="293180" y="230696"/>
                    <a:pt x="293180" y="227552"/>
                  </a:cubicBezTo>
                  <a:lnTo>
                    <a:pt x="293180" y="222218"/>
                  </a:lnTo>
                  <a:lnTo>
                    <a:pt x="309658" y="222218"/>
                  </a:lnTo>
                  <a:lnTo>
                    <a:pt x="309658" y="227552"/>
                  </a:lnTo>
                  <a:cubicBezTo>
                    <a:pt x="309658" y="230600"/>
                    <a:pt x="312134" y="233172"/>
                    <a:pt x="315278" y="233172"/>
                  </a:cubicBezTo>
                  <a:cubicBezTo>
                    <a:pt x="318421" y="233172"/>
                    <a:pt x="320897" y="230696"/>
                    <a:pt x="320897" y="227552"/>
                  </a:cubicBezTo>
                  <a:lnTo>
                    <a:pt x="320897" y="222218"/>
                  </a:lnTo>
                  <a:lnTo>
                    <a:pt x="337376" y="222218"/>
                  </a:lnTo>
                  <a:lnTo>
                    <a:pt x="337376" y="227552"/>
                  </a:lnTo>
                  <a:cubicBezTo>
                    <a:pt x="337376" y="230600"/>
                    <a:pt x="339852" y="233172"/>
                    <a:pt x="342995" y="233172"/>
                  </a:cubicBezTo>
                  <a:cubicBezTo>
                    <a:pt x="346138" y="233172"/>
                    <a:pt x="348615" y="230696"/>
                    <a:pt x="348615" y="227552"/>
                  </a:cubicBezTo>
                  <a:lnTo>
                    <a:pt x="348615" y="222218"/>
                  </a:lnTo>
                  <a:lnTo>
                    <a:pt x="356235" y="222218"/>
                  </a:lnTo>
                  <a:cubicBezTo>
                    <a:pt x="357473" y="222218"/>
                    <a:pt x="358426" y="223171"/>
                    <a:pt x="358426" y="224409"/>
                  </a:cubicBezTo>
                  <a:lnTo>
                    <a:pt x="358426" y="238220"/>
                  </a:lnTo>
                  <a:cubicBezTo>
                    <a:pt x="358426" y="239459"/>
                    <a:pt x="357473" y="240411"/>
                    <a:pt x="356235" y="240411"/>
                  </a:cubicBezTo>
                  <a:lnTo>
                    <a:pt x="281083" y="240411"/>
                  </a:lnTo>
                  <a:cubicBezTo>
                    <a:pt x="279654" y="234029"/>
                    <a:pt x="277559" y="227933"/>
                    <a:pt x="274796" y="222218"/>
                  </a:cubicBezTo>
                  <a:lnTo>
                    <a:pt x="282226" y="222218"/>
                  </a:lnTo>
                  <a:lnTo>
                    <a:pt x="282226" y="227552"/>
                  </a:lnTo>
                  <a:cubicBezTo>
                    <a:pt x="282226" y="230600"/>
                    <a:pt x="284702" y="233172"/>
                    <a:pt x="287846" y="233172"/>
                  </a:cubicBezTo>
                  <a:lnTo>
                    <a:pt x="287846" y="233172"/>
                  </a:lnTo>
                  <a:close/>
                  <a:moveTo>
                    <a:pt x="358235" y="296990"/>
                  </a:moveTo>
                  <a:cubicBezTo>
                    <a:pt x="358235" y="298228"/>
                    <a:pt x="357283" y="299180"/>
                    <a:pt x="356045" y="299180"/>
                  </a:cubicBezTo>
                  <a:cubicBezTo>
                    <a:pt x="356045" y="299180"/>
                    <a:pt x="356045" y="299180"/>
                    <a:pt x="356045" y="299180"/>
                  </a:cubicBezTo>
                  <a:lnTo>
                    <a:pt x="271653" y="299180"/>
                  </a:lnTo>
                  <a:cubicBezTo>
                    <a:pt x="274987" y="293465"/>
                    <a:pt x="277654" y="287369"/>
                    <a:pt x="279559" y="280988"/>
                  </a:cubicBezTo>
                  <a:lnTo>
                    <a:pt x="282130" y="280988"/>
                  </a:lnTo>
                  <a:lnTo>
                    <a:pt x="282130" y="286322"/>
                  </a:lnTo>
                  <a:cubicBezTo>
                    <a:pt x="282130" y="289370"/>
                    <a:pt x="284607" y="291941"/>
                    <a:pt x="287750" y="291941"/>
                  </a:cubicBezTo>
                  <a:cubicBezTo>
                    <a:pt x="290894" y="291941"/>
                    <a:pt x="293370" y="289465"/>
                    <a:pt x="293370" y="286322"/>
                  </a:cubicBezTo>
                  <a:lnTo>
                    <a:pt x="293370" y="280988"/>
                  </a:lnTo>
                  <a:lnTo>
                    <a:pt x="309848" y="280988"/>
                  </a:lnTo>
                  <a:lnTo>
                    <a:pt x="309848" y="286322"/>
                  </a:lnTo>
                  <a:cubicBezTo>
                    <a:pt x="309848" y="289370"/>
                    <a:pt x="312325" y="291941"/>
                    <a:pt x="315468" y="291941"/>
                  </a:cubicBezTo>
                  <a:cubicBezTo>
                    <a:pt x="318611" y="291941"/>
                    <a:pt x="321088" y="289465"/>
                    <a:pt x="321088" y="286322"/>
                  </a:cubicBezTo>
                  <a:lnTo>
                    <a:pt x="321088" y="280988"/>
                  </a:lnTo>
                  <a:lnTo>
                    <a:pt x="337566" y="280988"/>
                  </a:lnTo>
                  <a:lnTo>
                    <a:pt x="337566" y="286322"/>
                  </a:lnTo>
                  <a:cubicBezTo>
                    <a:pt x="337566" y="289370"/>
                    <a:pt x="340043" y="291941"/>
                    <a:pt x="343186" y="291941"/>
                  </a:cubicBezTo>
                  <a:cubicBezTo>
                    <a:pt x="346329" y="291941"/>
                    <a:pt x="348805" y="289465"/>
                    <a:pt x="348805" y="286322"/>
                  </a:cubicBezTo>
                  <a:lnTo>
                    <a:pt x="348805" y="280988"/>
                  </a:lnTo>
                  <a:lnTo>
                    <a:pt x="356426" y="280988"/>
                  </a:lnTo>
                  <a:cubicBezTo>
                    <a:pt x="357664" y="280988"/>
                    <a:pt x="358616" y="281940"/>
                    <a:pt x="358616" y="283178"/>
                  </a:cubicBezTo>
                  <a:lnTo>
                    <a:pt x="358616" y="296990"/>
                  </a:lnTo>
                  <a:lnTo>
                    <a:pt x="358616" y="296990"/>
                  </a:lnTo>
                  <a:close/>
                  <a:moveTo>
                    <a:pt x="347853" y="267653"/>
                  </a:moveTo>
                  <a:cubicBezTo>
                    <a:pt x="347853" y="268891"/>
                    <a:pt x="346901" y="269843"/>
                    <a:pt x="345662" y="269843"/>
                  </a:cubicBezTo>
                  <a:cubicBezTo>
                    <a:pt x="345662" y="269843"/>
                    <a:pt x="345662" y="269843"/>
                    <a:pt x="345662" y="269843"/>
                  </a:cubicBezTo>
                  <a:lnTo>
                    <a:pt x="282035" y="269843"/>
                  </a:lnTo>
                  <a:cubicBezTo>
                    <a:pt x="282607" y="265938"/>
                    <a:pt x="282893" y="261938"/>
                    <a:pt x="282893" y="257937"/>
                  </a:cubicBezTo>
                  <a:cubicBezTo>
                    <a:pt x="282893" y="257651"/>
                    <a:pt x="282893" y="257461"/>
                    <a:pt x="282893" y="257175"/>
                  </a:cubicBezTo>
                  <a:cubicBezTo>
                    <a:pt x="282893" y="257175"/>
                    <a:pt x="282893" y="257080"/>
                    <a:pt x="282893" y="256985"/>
                  </a:cubicBezTo>
                  <a:lnTo>
                    <a:pt x="282893" y="251650"/>
                  </a:lnTo>
                  <a:lnTo>
                    <a:pt x="299371" y="251650"/>
                  </a:lnTo>
                  <a:lnTo>
                    <a:pt x="299371" y="256985"/>
                  </a:lnTo>
                  <a:cubicBezTo>
                    <a:pt x="299371" y="260033"/>
                    <a:pt x="301847" y="262604"/>
                    <a:pt x="304990" y="262604"/>
                  </a:cubicBezTo>
                  <a:cubicBezTo>
                    <a:pt x="308134" y="262604"/>
                    <a:pt x="310610" y="260128"/>
                    <a:pt x="310610" y="256985"/>
                  </a:cubicBezTo>
                  <a:lnTo>
                    <a:pt x="310610" y="251650"/>
                  </a:lnTo>
                  <a:lnTo>
                    <a:pt x="327088" y="251650"/>
                  </a:lnTo>
                  <a:lnTo>
                    <a:pt x="327088" y="256985"/>
                  </a:lnTo>
                  <a:cubicBezTo>
                    <a:pt x="327088" y="260033"/>
                    <a:pt x="329565" y="262604"/>
                    <a:pt x="332708" y="262604"/>
                  </a:cubicBezTo>
                  <a:cubicBezTo>
                    <a:pt x="335852" y="262604"/>
                    <a:pt x="338328" y="260128"/>
                    <a:pt x="338328" y="256985"/>
                  </a:cubicBezTo>
                  <a:lnTo>
                    <a:pt x="338328" y="251650"/>
                  </a:lnTo>
                  <a:lnTo>
                    <a:pt x="345948" y="251650"/>
                  </a:lnTo>
                  <a:cubicBezTo>
                    <a:pt x="347186" y="251650"/>
                    <a:pt x="348139" y="252603"/>
                    <a:pt x="348139" y="253841"/>
                  </a:cubicBezTo>
                  <a:lnTo>
                    <a:pt x="348139" y="267653"/>
                  </a:lnTo>
                  <a:close/>
                  <a:moveTo>
                    <a:pt x="369665" y="208883"/>
                  </a:moveTo>
                  <a:cubicBezTo>
                    <a:pt x="369665" y="210122"/>
                    <a:pt x="368713" y="211074"/>
                    <a:pt x="367474" y="211074"/>
                  </a:cubicBezTo>
                  <a:lnTo>
                    <a:pt x="268034" y="211074"/>
                  </a:lnTo>
                  <a:cubicBezTo>
                    <a:pt x="263176" y="204121"/>
                    <a:pt x="257270" y="198025"/>
                    <a:pt x="250603" y="192881"/>
                  </a:cubicBezTo>
                  <a:lnTo>
                    <a:pt x="265747" y="192881"/>
                  </a:lnTo>
                  <a:lnTo>
                    <a:pt x="265747" y="198215"/>
                  </a:lnTo>
                  <a:cubicBezTo>
                    <a:pt x="265747" y="201263"/>
                    <a:pt x="268224" y="203835"/>
                    <a:pt x="271367" y="203835"/>
                  </a:cubicBezTo>
                  <a:cubicBezTo>
                    <a:pt x="274511" y="203835"/>
                    <a:pt x="276987" y="201359"/>
                    <a:pt x="276987" y="198215"/>
                  </a:cubicBezTo>
                  <a:lnTo>
                    <a:pt x="276987" y="192881"/>
                  </a:lnTo>
                  <a:lnTo>
                    <a:pt x="293465" y="192881"/>
                  </a:lnTo>
                  <a:lnTo>
                    <a:pt x="293465" y="198215"/>
                  </a:lnTo>
                  <a:cubicBezTo>
                    <a:pt x="293465" y="201263"/>
                    <a:pt x="295942" y="203835"/>
                    <a:pt x="299085" y="203835"/>
                  </a:cubicBezTo>
                  <a:cubicBezTo>
                    <a:pt x="302228" y="203835"/>
                    <a:pt x="304705" y="201359"/>
                    <a:pt x="304705" y="198215"/>
                  </a:cubicBezTo>
                  <a:lnTo>
                    <a:pt x="304705" y="192881"/>
                  </a:lnTo>
                  <a:lnTo>
                    <a:pt x="321183" y="192881"/>
                  </a:lnTo>
                  <a:lnTo>
                    <a:pt x="321183" y="198215"/>
                  </a:lnTo>
                  <a:cubicBezTo>
                    <a:pt x="321183" y="201263"/>
                    <a:pt x="323660" y="203835"/>
                    <a:pt x="326803" y="203835"/>
                  </a:cubicBezTo>
                  <a:cubicBezTo>
                    <a:pt x="329946" y="203835"/>
                    <a:pt x="332422" y="201359"/>
                    <a:pt x="332422" y="198215"/>
                  </a:cubicBezTo>
                  <a:lnTo>
                    <a:pt x="332422" y="192881"/>
                  </a:lnTo>
                  <a:lnTo>
                    <a:pt x="348901" y="192881"/>
                  </a:lnTo>
                  <a:lnTo>
                    <a:pt x="348901" y="198215"/>
                  </a:lnTo>
                  <a:cubicBezTo>
                    <a:pt x="348901" y="201263"/>
                    <a:pt x="351377" y="203835"/>
                    <a:pt x="354521" y="203835"/>
                  </a:cubicBezTo>
                  <a:cubicBezTo>
                    <a:pt x="357664" y="203835"/>
                    <a:pt x="360140" y="201359"/>
                    <a:pt x="360140" y="198215"/>
                  </a:cubicBezTo>
                  <a:lnTo>
                    <a:pt x="360140" y="192881"/>
                  </a:lnTo>
                  <a:lnTo>
                    <a:pt x="367760" y="192881"/>
                  </a:lnTo>
                  <a:cubicBezTo>
                    <a:pt x="368998" y="192881"/>
                    <a:pt x="369951" y="193834"/>
                    <a:pt x="369951" y="195072"/>
                  </a:cubicBezTo>
                  <a:lnTo>
                    <a:pt x="369951" y="2088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6472046" y="2880836"/>
              <a:ext cx="40766" cy="72390"/>
            </a:xfrm>
            <a:custGeom>
              <a:rect b="b" l="l" r="r" t="t"/>
              <a:pathLst>
                <a:path extrusionOk="0" h="72390" w="40766">
                  <a:moveTo>
                    <a:pt x="23908" y="31052"/>
                  </a:moveTo>
                  <a:lnTo>
                    <a:pt x="17050" y="31052"/>
                  </a:lnTo>
                  <a:cubicBezTo>
                    <a:pt x="13811" y="31052"/>
                    <a:pt x="11239" y="28480"/>
                    <a:pt x="11239" y="25241"/>
                  </a:cubicBezTo>
                  <a:cubicBezTo>
                    <a:pt x="11239" y="22003"/>
                    <a:pt x="13811" y="19431"/>
                    <a:pt x="17050" y="19431"/>
                  </a:cubicBezTo>
                  <a:lnTo>
                    <a:pt x="23908" y="19431"/>
                  </a:lnTo>
                  <a:cubicBezTo>
                    <a:pt x="25813" y="19431"/>
                    <a:pt x="27622" y="20383"/>
                    <a:pt x="28670" y="22003"/>
                  </a:cubicBezTo>
                  <a:cubicBezTo>
                    <a:pt x="30385" y="24575"/>
                    <a:pt x="33909" y="25241"/>
                    <a:pt x="36385" y="23527"/>
                  </a:cubicBezTo>
                  <a:cubicBezTo>
                    <a:pt x="38957" y="21812"/>
                    <a:pt x="39624" y="18288"/>
                    <a:pt x="37909" y="15812"/>
                  </a:cubicBezTo>
                  <a:cubicBezTo>
                    <a:pt x="35147" y="11716"/>
                    <a:pt x="30766" y="9049"/>
                    <a:pt x="26003" y="8477"/>
                  </a:cubicBezTo>
                  <a:lnTo>
                    <a:pt x="26003" y="5620"/>
                  </a:lnTo>
                  <a:cubicBezTo>
                    <a:pt x="26003" y="2572"/>
                    <a:pt x="23527" y="0"/>
                    <a:pt x="20383" y="0"/>
                  </a:cubicBezTo>
                  <a:cubicBezTo>
                    <a:pt x="17240" y="0"/>
                    <a:pt x="14764" y="2477"/>
                    <a:pt x="14764" y="5620"/>
                  </a:cubicBezTo>
                  <a:lnTo>
                    <a:pt x="14764" y="8477"/>
                  </a:lnTo>
                  <a:cubicBezTo>
                    <a:pt x="6382" y="9525"/>
                    <a:pt x="0" y="16669"/>
                    <a:pt x="0" y="25241"/>
                  </a:cubicBezTo>
                  <a:cubicBezTo>
                    <a:pt x="0" y="34576"/>
                    <a:pt x="7620" y="42196"/>
                    <a:pt x="16954" y="42196"/>
                  </a:cubicBezTo>
                  <a:lnTo>
                    <a:pt x="23813" y="42196"/>
                  </a:lnTo>
                  <a:cubicBezTo>
                    <a:pt x="27051" y="42196"/>
                    <a:pt x="29623" y="44768"/>
                    <a:pt x="29623" y="48006"/>
                  </a:cubicBezTo>
                  <a:cubicBezTo>
                    <a:pt x="29623" y="51245"/>
                    <a:pt x="27051" y="53816"/>
                    <a:pt x="23813" y="53816"/>
                  </a:cubicBezTo>
                  <a:lnTo>
                    <a:pt x="16954" y="53816"/>
                  </a:lnTo>
                  <a:cubicBezTo>
                    <a:pt x="14668" y="53816"/>
                    <a:pt x="12573" y="52388"/>
                    <a:pt x="11621" y="50292"/>
                  </a:cubicBezTo>
                  <a:cubicBezTo>
                    <a:pt x="10382" y="47435"/>
                    <a:pt x="7144" y="46101"/>
                    <a:pt x="4286" y="47339"/>
                  </a:cubicBezTo>
                  <a:cubicBezTo>
                    <a:pt x="1429" y="48578"/>
                    <a:pt x="95" y="51816"/>
                    <a:pt x="1333" y="54674"/>
                  </a:cubicBezTo>
                  <a:cubicBezTo>
                    <a:pt x="3715" y="60293"/>
                    <a:pt x="8858" y="64103"/>
                    <a:pt x="14764" y="64865"/>
                  </a:cubicBezTo>
                  <a:lnTo>
                    <a:pt x="14764" y="66770"/>
                  </a:lnTo>
                  <a:cubicBezTo>
                    <a:pt x="14764" y="69818"/>
                    <a:pt x="17240" y="72390"/>
                    <a:pt x="20383" y="72390"/>
                  </a:cubicBezTo>
                  <a:cubicBezTo>
                    <a:pt x="23527" y="72390"/>
                    <a:pt x="26003" y="69914"/>
                    <a:pt x="26003" y="66770"/>
                  </a:cubicBezTo>
                  <a:lnTo>
                    <a:pt x="26003" y="64865"/>
                  </a:lnTo>
                  <a:cubicBezTo>
                    <a:pt x="34385" y="63818"/>
                    <a:pt x="40767" y="56674"/>
                    <a:pt x="40767" y="48101"/>
                  </a:cubicBezTo>
                  <a:cubicBezTo>
                    <a:pt x="40767" y="38767"/>
                    <a:pt x="33147" y="31147"/>
                    <a:pt x="23813" y="31147"/>
                  </a:cubicBezTo>
                  <a:lnTo>
                    <a:pt x="23813" y="311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6362032" y="2704623"/>
              <a:ext cx="40862" cy="72485"/>
            </a:xfrm>
            <a:custGeom>
              <a:rect b="b" l="l" r="r" t="t"/>
              <a:pathLst>
                <a:path extrusionOk="0" h="72485" w="40862">
                  <a:moveTo>
                    <a:pt x="20479" y="72390"/>
                  </a:moveTo>
                  <a:cubicBezTo>
                    <a:pt x="23527" y="72390"/>
                    <a:pt x="26099" y="69914"/>
                    <a:pt x="26099" y="66770"/>
                  </a:cubicBezTo>
                  <a:lnTo>
                    <a:pt x="26099" y="64865"/>
                  </a:lnTo>
                  <a:cubicBezTo>
                    <a:pt x="34480" y="63818"/>
                    <a:pt x="40862" y="56674"/>
                    <a:pt x="40862" y="48006"/>
                  </a:cubicBezTo>
                  <a:cubicBezTo>
                    <a:pt x="40862" y="38672"/>
                    <a:pt x="33242" y="31052"/>
                    <a:pt x="23908" y="31052"/>
                  </a:cubicBezTo>
                  <a:lnTo>
                    <a:pt x="17050" y="31052"/>
                  </a:lnTo>
                  <a:cubicBezTo>
                    <a:pt x="13907" y="31052"/>
                    <a:pt x="11239" y="28480"/>
                    <a:pt x="11239" y="25241"/>
                  </a:cubicBezTo>
                  <a:cubicBezTo>
                    <a:pt x="11239" y="22003"/>
                    <a:pt x="13811" y="19431"/>
                    <a:pt x="17050" y="19431"/>
                  </a:cubicBezTo>
                  <a:lnTo>
                    <a:pt x="23908" y="19431"/>
                  </a:lnTo>
                  <a:cubicBezTo>
                    <a:pt x="25813" y="19431"/>
                    <a:pt x="27622" y="20383"/>
                    <a:pt x="28670" y="22003"/>
                  </a:cubicBezTo>
                  <a:cubicBezTo>
                    <a:pt x="30385" y="24575"/>
                    <a:pt x="33909" y="25241"/>
                    <a:pt x="36386" y="23527"/>
                  </a:cubicBezTo>
                  <a:cubicBezTo>
                    <a:pt x="38957" y="21812"/>
                    <a:pt x="39624" y="18288"/>
                    <a:pt x="37910" y="15812"/>
                  </a:cubicBezTo>
                  <a:cubicBezTo>
                    <a:pt x="35147" y="11716"/>
                    <a:pt x="30766" y="9049"/>
                    <a:pt x="26003" y="8477"/>
                  </a:cubicBezTo>
                  <a:lnTo>
                    <a:pt x="26003" y="5620"/>
                  </a:lnTo>
                  <a:cubicBezTo>
                    <a:pt x="26003" y="2572"/>
                    <a:pt x="23527" y="0"/>
                    <a:pt x="20384" y="0"/>
                  </a:cubicBezTo>
                  <a:cubicBezTo>
                    <a:pt x="17240" y="0"/>
                    <a:pt x="14764" y="2477"/>
                    <a:pt x="14764" y="5620"/>
                  </a:cubicBezTo>
                  <a:lnTo>
                    <a:pt x="14764" y="8477"/>
                  </a:lnTo>
                  <a:cubicBezTo>
                    <a:pt x="6382" y="9525"/>
                    <a:pt x="0" y="16669"/>
                    <a:pt x="0" y="25337"/>
                  </a:cubicBezTo>
                  <a:cubicBezTo>
                    <a:pt x="0" y="34671"/>
                    <a:pt x="7620" y="42291"/>
                    <a:pt x="16954" y="42291"/>
                  </a:cubicBezTo>
                  <a:lnTo>
                    <a:pt x="23813" y="42291"/>
                  </a:lnTo>
                  <a:cubicBezTo>
                    <a:pt x="27051" y="42291"/>
                    <a:pt x="29623" y="44863"/>
                    <a:pt x="29623" y="48101"/>
                  </a:cubicBezTo>
                  <a:cubicBezTo>
                    <a:pt x="29623" y="51340"/>
                    <a:pt x="27051" y="53912"/>
                    <a:pt x="23813" y="53912"/>
                  </a:cubicBezTo>
                  <a:lnTo>
                    <a:pt x="16954" y="53912"/>
                  </a:lnTo>
                  <a:cubicBezTo>
                    <a:pt x="14669" y="53912"/>
                    <a:pt x="12478" y="52483"/>
                    <a:pt x="11621" y="50387"/>
                  </a:cubicBezTo>
                  <a:cubicBezTo>
                    <a:pt x="10382" y="47530"/>
                    <a:pt x="7144" y="46196"/>
                    <a:pt x="4286" y="47435"/>
                  </a:cubicBezTo>
                  <a:cubicBezTo>
                    <a:pt x="1429" y="48673"/>
                    <a:pt x="95" y="51911"/>
                    <a:pt x="1334" y="54769"/>
                  </a:cubicBezTo>
                  <a:cubicBezTo>
                    <a:pt x="3715" y="60389"/>
                    <a:pt x="8858" y="64199"/>
                    <a:pt x="14764" y="64960"/>
                  </a:cubicBezTo>
                  <a:lnTo>
                    <a:pt x="14764" y="66866"/>
                  </a:lnTo>
                  <a:cubicBezTo>
                    <a:pt x="14764" y="69914"/>
                    <a:pt x="17240" y="72485"/>
                    <a:pt x="20384" y="72485"/>
                  </a:cubicBezTo>
                  <a:lnTo>
                    <a:pt x="20384" y="724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6323837" y="2682049"/>
              <a:ext cx="117728" cy="117729"/>
            </a:xfrm>
            <a:custGeom>
              <a:rect b="b" l="l" r="r" t="t"/>
              <a:pathLst>
                <a:path extrusionOk="0" h="117729" w="117728">
                  <a:moveTo>
                    <a:pt x="117538" y="58769"/>
                  </a:moveTo>
                  <a:cubicBezTo>
                    <a:pt x="117538" y="48387"/>
                    <a:pt x="114776" y="38195"/>
                    <a:pt x="109538" y="29242"/>
                  </a:cubicBezTo>
                  <a:cubicBezTo>
                    <a:pt x="108013" y="26575"/>
                    <a:pt x="104584" y="25717"/>
                    <a:pt x="101917" y="27242"/>
                  </a:cubicBezTo>
                  <a:cubicBezTo>
                    <a:pt x="99250" y="28765"/>
                    <a:pt x="98393" y="32194"/>
                    <a:pt x="99917" y="34861"/>
                  </a:cubicBezTo>
                  <a:cubicBezTo>
                    <a:pt x="104108" y="42100"/>
                    <a:pt x="106394" y="50387"/>
                    <a:pt x="106394" y="58769"/>
                  </a:cubicBezTo>
                  <a:cubicBezTo>
                    <a:pt x="106394" y="85058"/>
                    <a:pt x="85058" y="106394"/>
                    <a:pt x="58769" y="106394"/>
                  </a:cubicBezTo>
                  <a:cubicBezTo>
                    <a:pt x="32480" y="106394"/>
                    <a:pt x="11144" y="85058"/>
                    <a:pt x="11144" y="58769"/>
                  </a:cubicBezTo>
                  <a:cubicBezTo>
                    <a:pt x="11144" y="32480"/>
                    <a:pt x="32480" y="11144"/>
                    <a:pt x="58769" y="11144"/>
                  </a:cubicBezTo>
                  <a:cubicBezTo>
                    <a:pt x="68008" y="11144"/>
                    <a:pt x="76962" y="13811"/>
                    <a:pt x="84677" y="18764"/>
                  </a:cubicBezTo>
                  <a:cubicBezTo>
                    <a:pt x="87249" y="20479"/>
                    <a:pt x="90678" y="19717"/>
                    <a:pt x="92392" y="17145"/>
                  </a:cubicBezTo>
                  <a:cubicBezTo>
                    <a:pt x="94107" y="14573"/>
                    <a:pt x="93345" y="11144"/>
                    <a:pt x="90773" y="9430"/>
                  </a:cubicBezTo>
                  <a:cubicBezTo>
                    <a:pt x="81248" y="3238"/>
                    <a:pt x="70199" y="0"/>
                    <a:pt x="58864" y="0"/>
                  </a:cubicBezTo>
                  <a:cubicBezTo>
                    <a:pt x="26384" y="0"/>
                    <a:pt x="0" y="26384"/>
                    <a:pt x="0" y="58865"/>
                  </a:cubicBezTo>
                  <a:cubicBezTo>
                    <a:pt x="0" y="91345"/>
                    <a:pt x="26384" y="117729"/>
                    <a:pt x="58864" y="117729"/>
                  </a:cubicBezTo>
                  <a:cubicBezTo>
                    <a:pt x="91345" y="117729"/>
                    <a:pt x="117729" y="91345"/>
                    <a:pt x="117729" y="58865"/>
                  </a:cubicBezTo>
                  <a:lnTo>
                    <a:pt x="117729" y="588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17"/>
          <p:cNvGrpSpPr/>
          <p:nvPr/>
        </p:nvGrpSpPr>
        <p:grpSpPr>
          <a:xfrm>
            <a:off x="6025570" y="1780390"/>
            <a:ext cx="426110" cy="356761"/>
            <a:chOff x="3182778" y="2669476"/>
            <a:chExt cx="381000" cy="318992"/>
          </a:xfrm>
        </p:grpSpPr>
        <p:sp>
          <p:nvSpPr>
            <p:cNvPr id="112" name="Google Shape;112;p17"/>
            <p:cNvSpPr/>
            <p:nvPr/>
          </p:nvSpPr>
          <p:spPr>
            <a:xfrm>
              <a:off x="3182778" y="2669476"/>
              <a:ext cx="381000" cy="318992"/>
            </a:xfrm>
            <a:custGeom>
              <a:rect b="b" l="l" r="r" t="t"/>
              <a:pathLst>
                <a:path extrusionOk="0" h="318992" w="381000">
                  <a:moveTo>
                    <a:pt x="364236" y="0"/>
                  </a:moveTo>
                  <a:lnTo>
                    <a:pt x="16764" y="0"/>
                  </a:lnTo>
                  <a:cubicBezTo>
                    <a:pt x="7525" y="0"/>
                    <a:pt x="0" y="7525"/>
                    <a:pt x="0" y="16764"/>
                  </a:cubicBezTo>
                  <a:lnTo>
                    <a:pt x="0" y="242316"/>
                  </a:lnTo>
                  <a:cubicBezTo>
                    <a:pt x="0" y="245364"/>
                    <a:pt x="2477" y="247936"/>
                    <a:pt x="5620" y="247936"/>
                  </a:cubicBezTo>
                  <a:cubicBezTo>
                    <a:pt x="8763" y="247936"/>
                    <a:pt x="11240" y="245459"/>
                    <a:pt x="11240" y="242316"/>
                  </a:cubicBezTo>
                  <a:lnTo>
                    <a:pt x="11240" y="63246"/>
                  </a:lnTo>
                  <a:lnTo>
                    <a:pt x="369951" y="63246"/>
                  </a:lnTo>
                  <a:lnTo>
                    <a:pt x="369951" y="302228"/>
                  </a:lnTo>
                  <a:cubicBezTo>
                    <a:pt x="369951" y="305276"/>
                    <a:pt x="367475" y="307848"/>
                    <a:pt x="364331" y="307848"/>
                  </a:cubicBezTo>
                  <a:lnTo>
                    <a:pt x="16859" y="307848"/>
                  </a:lnTo>
                  <a:cubicBezTo>
                    <a:pt x="13811" y="307848"/>
                    <a:pt x="11240" y="305371"/>
                    <a:pt x="11240" y="302228"/>
                  </a:cubicBezTo>
                  <a:lnTo>
                    <a:pt x="11240" y="267176"/>
                  </a:lnTo>
                  <a:cubicBezTo>
                    <a:pt x="11240" y="264128"/>
                    <a:pt x="8763" y="261556"/>
                    <a:pt x="5620" y="261556"/>
                  </a:cubicBezTo>
                  <a:cubicBezTo>
                    <a:pt x="2477" y="261556"/>
                    <a:pt x="0" y="264033"/>
                    <a:pt x="0" y="267176"/>
                  </a:cubicBezTo>
                  <a:lnTo>
                    <a:pt x="0" y="302228"/>
                  </a:lnTo>
                  <a:cubicBezTo>
                    <a:pt x="0" y="311467"/>
                    <a:pt x="7525" y="318992"/>
                    <a:pt x="16764" y="318992"/>
                  </a:cubicBezTo>
                  <a:lnTo>
                    <a:pt x="364236" y="318992"/>
                  </a:lnTo>
                  <a:cubicBezTo>
                    <a:pt x="373475" y="318992"/>
                    <a:pt x="381000" y="311467"/>
                    <a:pt x="381000" y="302228"/>
                  </a:cubicBezTo>
                  <a:lnTo>
                    <a:pt x="381000" y="16859"/>
                  </a:lnTo>
                  <a:cubicBezTo>
                    <a:pt x="381000" y="7620"/>
                    <a:pt x="373475" y="95"/>
                    <a:pt x="364236" y="95"/>
                  </a:cubicBezTo>
                  <a:lnTo>
                    <a:pt x="364236" y="95"/>
                  </a:lnTo>
                  <a:close/>
                  <a:moveTo>
                    <a:pt x="11144" y="52006"/>
                  </a:moveTo>
                  <a:lnTo>
                    <a:pt x="11144" y="16764"/>
                  </a:lnTo>
                  <a:cubicBezTo>
                    <a:pt x="11144" y="13716"/>
                    <a:pt x="13621" y="11144"/>
                    <a:pt x="16764" y="11144"/>
                  </a:cubicBezTo>
                  <a:lnTo>
                    <a:pt x="364236" y="11144"/>
                  </a:lnTo>
                  <a:cubicBezTo>
                    <a:pt x="367284" y="11144"/>
                    <a:pt x="369856" y="13621"/>
                    <a:pt x="369856" y="16764"/>
                  </a:cubicBezTo>
                  <a:lnTo>
                    <a:pt x="369856" y="52006"/>
                  </a:lnTo>
                  <a:lnTo>
                    <a:pt x="11144" y="520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3211353" y="2695098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7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3231260" y="2695098"/>
              <a:ext cx="11144" cy="11239"/>
            </a:xfrm>
            <a:custGeom>
              <a:rect b="b" l="l" r="r" t="t"/>
              <a:pathLst>
                <a:path extrusionOk="0" h="11239" w="11144">
                  <a:moveTo>
                    <a:pt x="5620" y="0"/>
                  </a:moveTo>
                  <a:lnTo>
                    <a:pt x="5620" y="0"/>
                  </a:lnTo>
                  <a:cubicBezTo>
                    <a:pt x="2572" y="0"/>
                    <a:pt x="95" y="2477"/>
                    <a:pt x="0" y="5525"/>
                  </a:cubicBezTo>
                  <a:lnTo>
                    <a:pt x="0" y="5525"/>
                  </a:lnTo>
                  <a:cubicBezTo>
                    <a:pt x="0" y="8668"/>
                    <a:pt x="2477" y="11240"/>
                    <a:pt x="5525" y="11240"/>
                  </a:cubicBezTo>
                  <a:lnTo>
                    <a:pt x="5525" y="11240"/>
                  </a:lnTo>
                  <a:cubicBezTo>
                    <a:pt x="8573" y="11240"/>
                    <a:pt x="11049" y="8763"/>
                    <a:pt x="11144" y="5715"/>
                  </a:cubicBezTo>
                  <a:lnTo>
                    <a:pt x="11144" y="5715"/>
                  </a:lnTo>
                  <a:cubicBezTo>
                    <a:pt x="11144" y="2572"/>
                    <a:pt x="8668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3250977" y="2695098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7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3377945" y="2695098"/>
              <a:ext cx="157353" cy="11239"/>
            </a:xfrm>
            <a:custGeom>
              <a:rect b="b" l="l" r="r" t="t"/>
              <a:pathLst>
                <a:path extrusionOk="0" h="11239" w="157353">
                  <a:moveTo>
                    <a:pt x="151733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51733" y="11240"/>
                  </a:lnTo>
                  <a:cubicBezTo>
                    <a:pt x="154781" y="11240"/>
                    <a:pt x="157353" y="8763"/>
                    <a:pt x="157353" y="5620"/>
                  </a:cubicBezTo>
                  <a:cubicBezTo>
                    <a:pt x="157353" y="2477"/>
                    <a:pt x="154877" y="0"/>
                    <a:pt x="151733" y="0"/>
                  </a:cubicBezTo>
                  <a:lnTo>
                    <a:pt x="151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3352418" y="2758249"/>
              <a:ext cx="177355" cy="193452"/>
            </a:xfrm>
            <a:custGeom>
              <a:rect b="b" l="l" r="r" t="t"/>
              <a:pathLst>
                <a:path extrusionOk="0" h="193452" w="177355">
                  <a:moveTo>
                    <a:pt x="13049" y="11240"/>
                  </a:moveTo>
                  <a:lnTo>
                    <a:pt x="98298" y="11240"/>
                  </a:lnTo>
                  <a:cubicBezTo>
                    <a:pt x="101346" y="11240"/>
                    <a:pt x="103918" y="8763"/>
                    <a:pt x="103918" y="5620"/>
                  </a:cubicBezTo>
                  <a:cubicBezTo>
                    <a:pt x="103918" y="2476"/>
                    <a:pt x="101441" y="0"/>
                    <a:pt x="98298" y="0"/>
                  </a:cubicBezTo>
                  <a:lnTo>
                    <a:pt x="13049" y="0"/>
                  </a:lnTo>
                  <a:cubicBezTo>
                    <a:pt x="5906" y="0"/>
                    <a:pt x="0" y="5810"/>
                    <a:pt x="0" y="13049"/>
                  </a:cubicBezTo>
                  <a:lnTo>
                    <a:pt x="0" y="180403"/>
                  </a:lnTo>
                  <a:cubicBezTo>
                    <a:pt x="0" y="187547"/>
                    <a:pt x="5810" y="193453"/>
                    <a:pt x="13049" y="193453"/>
                  </a:cubicBezTo>
                  <a:lnTo>
                    <a:pt x="164306" y="193453"/>
                  </a:lnTo>
                  <a:cubicBezTo>
                    <a:pt x="171450" y="193453"/>
                    <a:pt x="177356" y="187642"/>
                    <a:pt x="177356" y="180403"/>
                  </a:cubicBezTo>
                  <a:lnTo>
                    <a:pt x="177356" y="13049"/>
                  </a:lnTo>
                  <a:cubicBezTo>
                    <a:pt x="177356" y="5905"/>
                    <a:pt x="171545" y="0"/>
                    <a:pt x="164306" y="0"/>
                  </a:cubicBezTo>
                  <a:lnTo>
                    <a:pt x="123063" y="0"/>
                  </a:lnTo>
                  <a:cubicBezTo>
                    <a:pt x="120015" y="0"/>
                    <a:pt x="117443" y="2476"/>
                    <a:pt x="117443" y="5620"/>
                  </a:cubicBezTo>
                  <a:cubicBezTo>
                    <a:pt x="117443" y="8763"/>
                    <a:pt x="119920" y="11240"/>
                    <a:pt x="123063" y="11240"/>
                  </a:cubicBezTo>
                  <a:lnTo>
                    <a:pt x="164306" y="11240"/>
                  </a:lnTo>
                  <a:cubicBezTo>
                    <a:pt x="165354" y="11240"/>
                    <a:pt x="166211" y="12097"/>
                    <a:pt x="166211" y="13144"/>
                  </a:cubicBezTo>
                  <a:lnTo>
                    <a:pt x="166211" y="37909"/>
                  </a:lnTo>
                  <a:lnTo>
                    <a:pt x="155067" y="37909"/>
                  </a:lnTo>
                  <a:lnTo>
                    <a:pt x="155067" y="28099"/>
                  </a:lnTo>
                  <a:cubicBezTo>
                    <a:pt x="155067" y="25051"/>
                    <a:pt x="152591" y="22479"/>
                    <a:pt x="149447" y="22479"/>
                  </a:cubicBezTo>
                  <a:lnTo>
                    <a:pt x="28004" y="22479"/>
                  </a:lnTo>
                  <a:cubicBezTo>
                    <a:pt x="24956" y="22479"/>
                    <a:pt x="22384" y="24955"/>
                    <a:pt x="22384" y="28099"/>
                  </a:cubicBezTo>
                  <a:lnTo>
                    <a:pt x="22384" y="165640"/>
                  </a:lnTo>
                  <a:cubicBezTo>
                    <a:pt x="22384" y="168688"/>
                    <a:pt x="24860" y="171259"/>
                    <a:pt x="28004" y="171259"/>
                  </a:cubicBezTo>
                  <a:lnTo>
                    <a:pt x="149447" y="171259"/>
                  </a:lnTo>
                  <a:cubicBezTo>
                    <a:pt x="152495" y="171259"/>
                    <a:pt x="155067" y="168783"/>
                    <a:pt x="155067" y="165640"/>
                  </a:cubicBezTo>
                  <a:lnTo>
                    <a:pt x="155067" y="155829"/>
                  </a:lnTo>
                  <a:lnTo>
                    <a:pt x="166211" y="155829"/>
                  </a:lnTo>
                  <a:lnTo>
                    <a:pt x="166211" y="180594"/>
                  </a:lnTo>
                  <a:cubicBezTo>
                    <a:pt x="166211" y="181642"/>
                    <a:pt x="165354" y="182499"/>
                    <a:pt x="164306" y="182499"/>
                  </a:cubicBezTo>
                  <a:lnTo>
                    <a:pt x="13049" y="182499"/>
                  </a:lnTo>
                  <a:cubicBezTo>
                    <a:pt x="12002" y="182499"/>
                    <a:pt x="11144" y="181642"/>
                    <a:pt x="11144" y="180594"/>
                  </a:cubicBezTo>
                  <a:lnTo>
                    <a:pt x="11144" y="13240"/>
                  </a:lnTo>
                  <a:cubicBezTo>
                    <a:pt x="11144" y="12192"/>
                    <a:pt x="12002" y="11335"/>
                    <a:pt x="13049" y="11335"/>
                  </a:cubicBezTo>
                  <a:lnTo>
                    <a:pt x="13049" y="11335"/>
                  </a:lnTo>
                  <a:close/>
                  <a:moveTo>
                    <a:pt x="166116" y="114586"/>
                  </a:moveTo>
                  <a:lnTo>
                    <a:pt x="154972" y="114586"/>
                  </a:lnTo>
                  <a:lnTo>
                    <a:pt x="154972" y="78867"/>
                  </a:lnTo>
                  <a:lnTo>
                    <a:pt x="166116" y="78867"/>
                  </a:lnTo>
                  <a:lnTo>
                    <a:pt x="166116" y="114586"/>
                  </a:lnTo>
                  <a:close/>
                  <a:moveTo>
                    <a:pt x="147828" y="144590"/>
                  </a:moveTo>
                  <a:lnTo>
                    <a:pt x="147828" y="125825"/>
                  </a:lnTo>
                  <a:lnTo>
                    <a:pt x="166116" y="125825"/>
                  </a:lnTo>
                  <a:lnTo>
                    <a:pt x="166116" y="144590"/>
                  </a:lnTo>
                  <a:lnTo>
                    <a:pt x="147828" y="144590"/>
                  </a:lnTo>
                  <a:close/>
                  <a:moveTo>
                    <a:pt x="166116" y="67723"/>
                  </a:moveTo>
                  <a:lnTo>
                    <a:pt x="147828" y="67723"/>
                  </a:lnTo>
                  <a:lnTo>
                    <a:pt x="147828" y="48958"/>
                  </a:lnTo>
                  <a:lnTo>
                    <a:pt x="166116" y="48958"/>
                  </a:lnTo>
                  <a:lnTo>
                    <a:pt x="166116" y="67723"/>
                  </a:lnTo>
                  <a:close/>
                  <a:moveTo>
                    <a:pt x="33528" y="159925"/>
                  </a:moveTo>
                  <a:lnTo>
                    <a:pt x="33528" y="33528"/>
                  </a:lnTo>
                  <a:lnTo>
                    <a:pt x="143827" y="33528"/>
                  </a:lnTo>
                  <a:lnTo>
                    <a:pt x="143827" y="38005"/>
                  </a:lnTo>
                  <a:cubicBezTo>
                    <a:pt x="139732" y="38957"/>
                    <a:pt x="136684" y="42672"/>
                    <a:pt x="136684" y="47053"/>
                  </a:cubicBezTo>
                  <a:lnTo>
                    <a:pt x="136684" y="69532"/>
                  </a:lnTo>
                  <a:cubicBezTo>
                    <a:pt x="136684" y="73914"/>
                    <a:pt x="139732" y="77629"/>
                    <a:pt x="143827" y="78581"/>
                  </a:cubicBezTo>
                  <a:lnTo>
                    <a:pt x="143827" y="114871"/>
                  </a:lnTo>
                  <a:cubicBezTo>
                    <a:pt x="139732" y="115824"/>
                    <a:pt x="136684" y="119539"/>
                    <a:pt x="136684" y="123920"/>
                  </a:cubicBezTo>
                  <a:lnTo>
                    <a:pt x="136684" y="146399"/>
                  </a:lnTo>
                  <a:cubicBezTo>
                    <a:pt x="136684" y="150781"/>
                    <a:pt x="139732" y="154496"/>
                    <a:pt x="143827" y="155448"/>
                  </a:cubicBezTo>
                  <a:lnTo>
                    <a:pt x="143827" y="159925"/>
                  </a:lnTo>
                  <a:lnTo>
                    <a:pt x="33528" y="1599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3395376" y="2831210"/>
              <a:ext cx="47434" cy="47434"/>
            </a:xfrm>
            <a:custGeom>
              <a:rect b="b" l="l" r="r" t="t"/>
              <a:pathLst>
                <a:path extrusionOk="0" h="47434" w="47434">
                  <a:moveTo>
                    <a:pt x="23717" y="0"/>
                  </a:moveTo>
                  <a:cubicBezTo>
                    <a:pt x="10668" y="0"/>
                    <a:pt x="0" y="10668"/>
                    <a:pt x="0" y="23717"/>
                  </a:cubicBezTo>
                  <a:cubicBezTo>
                    <a:pt x="0" y="36767"/>
                    <a:pt x="10668" y="47435"/>
                    <a:pt x="23717" y="47435"/>
                  </a:cubicBezTo>
                  <a:cubicBezTo>
                    <a:pt x="36767" y="47435"/>
                    <a:pt x="47434" y="36767"/>
                    <a:pt x="47434" y="23717"/>
                  </a:cubicBezTo>
                  <a:cubicBezTo>
                    <a:pt x="47434" y="10668"/>
                    <a:pt x="36767" y="0"/>
                    <a:pt x="23717" y="0"/>
                  </a:cubicBezTo>
                  <a:lnTo>
                    <a:pt x="23717" y="0"/>
                  </a:lnTo>
                  <a:close/>
                  <a:moveTo>
                    <a:pt x="23717" y="36385"/>
                  </a:moveTo>
                  <a:cubicBezTo>
                    <a:pt x="16764" y="36385"/>
                    <a:pt x="11144" y="30766"/>
                    <a:pt x="11144" y="23813"/>
                  </a:cubicBezTo>
                  <a:cubicBezTo>
                    <a:pt x="11144" y="16859"/>
                    <a:pt x="16764" y="11240"/>
                    <a:pt x="23717" y="11240"/>
                  </a:cubicBezTo>
                  <a:cubicBezTo>
                    <a:pt x="30671" y="11240"/>
                    <a:pt x="36290" y="16859"/>
                    <a:pt x="36290" y="23813"/>
                  </a:cubicBezTo>
                  <a:cubicBezTo>
                    <a:pt x="36290" y="30766"/>
                    <a:pt x="30671" y="36385"/>
                    <a:pt x="23717" y="36385"/>
                  </a:cubicBezTo>
                  <a:lnTo>
                    <a:pt x="23717" y="363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3254596" y="2819590"/>
              <a:ext cx="35433" cy="61245"/>
            </a:xfrm>
            <a:custGeom>
              <a:rect b="b" l="l" r="r" t="t"/>
              <a:pathLst>
                <a:path extrusionOk="0" h="61245" w="35433">
                  <a:moveTo>
                    <a:pt x="17717" y="61151"/>
                  </a:moveTo>
                  <a:cubicBezTo>
                    <a:pt x="20765" y="61151"/>
                    <a:pt x="23336" y="58674"/>
                    <a:pt x="23336" y="55531"/>
                  </a:cubicBezTo>
                  <a:lnTo>
                    <a:pt x="23336" y="54769"/>
                  </a:lnTo>
                  <a:cubicBezTo>
                    <a:pt x="30194" y="53435"/>
                    <a:pt x="35433" y="47435"/>
                    <a:pt x="35433" y="40196"/>
                  </a:cubicBezTo>
                  <a:cubicBezTo>
                    <a:pt x="35433" y="32004"/>
                    <a:pt x="28765" y="25337"/>
                    <a:pt x="20574" y="25337"/>
                  </a:cubicBezTo>
                  <a:lnTo>
                    <a:pt x="14954" y="25337"/>
                  </a:lnTo>
                  <a:cubicBezTo>
                    <a:pt x="12954" y="25337"/>
                    <a:pt x="11240" y="23717"/>
                    <a:pt x="11240" y="21622"/>
                  </a:cubicBezTo>
                  <a:cubicBezTo>
                    <a:pt x="11240" y="19526"/>
                    <a:pt x="12859" y="17907"/>
                    <a:pt x="14954" y="17907"/>
                  </a:cubicBezTo>
                  <a:lnTo>
                    <a:pt x="20574" y="17907"/>
                  </a:lnTo>
                  <a:cubicBezTo>
                    <a:pt x="21812" y="17907"/>
                    <a:pt x="22955" y="18479"/>
                    <a:pt x="23622" y="19526"/>
                  </a:cubicBezTo>
                  <a:cubicBezTo>
                    <a:pt x="25336" y="22098"/>
                    <a:pt x="28861" y="22765"/>
                    <a:pt x="31337" y="21050"/>
                  </a:cubicBezTo>
                  <a:cubicBezTo>
                    <a:pt x="33909" y="19336"/>
                    <a:pt x="34576" y="15812"/>
                    <a:pt x="32861" y="13335"/>
                  </a:cubicBezTo>
                  <a:cubicBezTo>
                    <a:pt x="30575" y="10001"/>
                    <a:pt x="27146" y="7810"/>
                    <a:pt x="23336" y="7049"/>
                  </a:cubicBezTo>
                  <a:lnTo>
                    <a:pt x="23336" y="5620"/>
                  </a:lnTo>
                  <a:cubicBezTo>
                    <a:pt x="23336" y="2572"/>
                    <a:pt x="20860" y="0"/>
                    <a:pt x="17717" y="0"/>
                  </a:cubicBezTo>
                  <a:cubicBezTo>
                    <a:pt x="14573" y="0"/>
                    <a:pt x="12097" y="2477"/>
                    <a:pt x="12097" y="5620"/>
                  </a:cubicBezTo>
                  <a:lnTo>
                    <a:pt x="12097" y="7049"/>
                  </a:lnTo>
                  <a:cubicBezTo>
                    <a:pt x="5239" y="8382"/>
                    <a:pt x="0" y="14383"/>
                    <a:pt x="0" y="21622"/>
                  </a:cubicBezTo>
                  <a:cubicBezTo>
                    <a:pt x="0" y="29813"/>
                    <a:pt x="6667" y="36481"/>
                    <a:pt x="14859" y="36481"/>
                  </a:cubicBezTo>
                  <a:lnTo>
                    <a:pt x="20479" y="36481"/>
                  </a:lnTo>
                  <a:cubicBezTo>
                    <a:pt x="22479" y="36481"/>
                    <a:pt x="24194" y="38100"/>
                    <a:pt x="24194" y="40196"/>
                  </a:cubicBezTo>
                  <a:cubicBezTo>
                    <a:pt x="24194" y="42291"/>
                    <a:pt x="22574" y="43910"/>
                    <a:pt x="20479" y="43910"/>
                  </a:cubicBezTo>
                  <a:lnTo>
                    <a:pt x="14859" y="43910"/>
                  </a:lnTo>
                  <a:cubicBezTo>
                    <a:pt x="13335" y="43910"/>
                    <a:pt x="12001" y="43053"/>
                    <a:pt x="11430" y="41624"/>
                  </a:cubicBezTo>
                  <a:cubicBezTo>
                    <a:pt x="10192" y="38767"/>
                    <a:pt x="6953" y="37433"/>
                    <a:pt x="4096" y="38672"/>
                  </a:cubicBezTo>
                  <a:cubicBezTo>
                    <a:pt x="1238" y="39910"/>
                    <a:pt x="-95" y="43148"/>
                    <a:pt x="1143" y="46006"/>
                  </a:cubicBezTo>
                  <a:cubicBezTo>
                    <a:pt x="3143" y="50673"/>
                    <a:pt x="7239" y="53912"/>
                    <a:pt x="12097" y="54864"/>
                  </a:cubicBezTo>
                  <a:lnTo>
                    <a:pt x="12097" y="55626"/>
                  </a:lnTo>
                  <a:cubicBezTo>
                    <a:pt x="12097" y="58674"/>
                    <a:pt x="14573" y="61246"/>
                    <a:pt x="17717" y="61246"/>
                  </a:cubicBezTo>
                  <a:lnTo>
                    <a:pt x="17717" y="61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3223259" y="2801207"/>
              <a:ext cx="98107" cy="98107"/>
            </a:xfrm>
            <a:custGeom>
              <a:rect b="b" l="l" r="r" t="t"/>
              <a:pathLst>
                <a:path extrusionOk="0" h="98107" w="98107">
                  <a:moveTo>
                    <a:pt x="49054" y="98108"/>
                  </a:moveTo>
                  <a:cubicBezTo>
                    <a:pt x="76105" y="98108"/>
                    <a:pt x="98107" y="76105"/>
                    <a:pt x="98107" y="49054"/>
                  </a:cubicBezTo>
                  <a:cubicBezTo>
                    <a:pt x="98107" y="41815"/>
                    <a:pt x="96583" y="34862"/>
                    <a:pt x="93536" y="28289"/>
                  </a:cubicBezTo>
                  <a:cubicBezTo>
                    <a:pt x="92202" y="25527"/>
                    <a:pt x="88868" y="24289"/>
                    <a:pt x="86106" y="25622"/>
                  </a:cubicBezTo>
                  <a:cubicBezTo>
                    <a:pt x="83344" y="26956"/>
                    <a:pt x="82105" y="30290"/>
                    <a:pt x="83439" y="33052"/>
                  </a:cubicBezTo>
                  <a:cubicBezTo>
                    <a:pt x="85820" y="38100"/>
                    <a:pt x="86963" y="43529"/>
                    <a:pt x="86963" y="49054"/>
                  </a:cubicBezTo>
                  <a:cubicBezTo>
                    <a:pt x="86963" y="70009"/>
                    <a:pt x="69913" y="86963"/>
                    <a:pt x="49054" y="86963"/>
                  </a:cubicBezTo>
                  <a:cubicBezTo>
                    <a:pt x="28194" y="86963"/>
                    <a:pt x="11144" y="69914"/>
                    <a:pt x="11144" y="49054"/>
                  </a:cubicBezTo>
                  <a:cubicBezTo>
                    <a:pt x="11144" y="28194"/>
                    <a:pt x="28194" y="11144"/>
                    <a:pt x="49054" y="11144"/>
                  </a:cubicBezTo>
                  <a:cubicBezTo>
                    <a:pt x="56102" y="11144"/>
                    <a:pt x="63055" y="13145"/>
                    <a:pt x="69056" y="16859"/>
                  </a:cubicBezTo>
                  <a:cubicBezTo>
                    <a:pt x="71628" y="18479"/>
                    <a:pt x="75152" y="17717"/>
                    <a:pt x="76771" y="15050"/>
                  </a:cubicBezTo>
                  <a:cubicBezTo>
                    <a:pt x="78391" y="12478"/>
                    <a:pt x="77629" y="8954"/>
                    <a:pt x="74962" y="7334"/>
                  </a:cubicBezTo>
                  <a:cubicBezTo>
                    <a:pt x="67151" y="2477"/>
                    <a:pt x="58293" y="0"/>
                    <a:pt x="49054" y="0"/>
                  </a:cubicBezTo>
                  <a:cubicBezTo>
                    <a:pt x="22003" y="0"/>
                    <a:pt x="0" y="22003"/>
                    <a:pt x="0" y="49054"/>
                  </a:cubicBezTo>
                  <a:cubicBezTo>
                    <a:pt x="0" y="76105"/>
                    <a:pt x="22003" y="98108"/>
                    <a:pt x="49054" y="98108"/>
                  </a:cubicBezTo>
                  <a:lnTo>
                    <a:pt x="49054" y="981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3225831" y="2940653"/>
              <a:ext cx="108585" cy="11239"/>
            </a:xfrm>
            <a:custGeom>
              <a:rect b="b" l="l" r="r" t="t"/>
              <a:pathLst>
                <a:path extrusionOk="0" h="11239" w="108585">
                  <a:moveTo>
                    <a:pt x="5620" y="11240"/>
                  </a:moveTo>
                  <a:lnTo>
                    <a:pt x="102965" y="11240"/>
                  </a:lnTo>
                  <a:cubicBezTo>
                    <a:pt x="106013" y="11240"/>
                    <a:pt x="108585" y="8763"/>
                    <a:pt x="108585" y="5620"/>
                  </a:cubicBezTo>
                  <a:cubicBezTo>
                    <a:pt x="108585" y="2476"/>
                    <a:pt x="106108" y="0"/>
                    <a:pt x="102965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3225831" y="2917793"/>
              <a:ext cx="24098" cy="11239"/>
            </a:xfrm>
            <a:custGeom>
              <a:rect b="b" l="l" r="r" t="t"/>
              <a:pathLst>
                <a:path extrusionOk="0" h="11239" w="24098">
                  <a:moveTo>
                    <a:pt x="5620" y="11240"/>
                  </a:moveTo>
                  <a:lnTo>
                    <a:pt x="18479" y="11240"/>
                  </a:lnTo>
                  <a:cubicBezTo>
                    <a:pt x="21527" y="11240"/>
                    <a:pt x="24098" y="8763"/>
                    <a:pt x="24098" y="5620"/>
                  </a:cubicBezTo>
                  <a:cubicBezTo>
                    <a:pt x="24098" y="2476"/>
                    <a:pt x="21622" y="0"/>
                    <a:pt x="18479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3262883" y="2917888"/>
              <a:ext cx="71532" cy="11239"/>
            </a:xfrm>
            <a:custGeom>
              <a:rect b="b" l="l" r="r" t="t"/>
              <a:pathLst>
                <a:path extrusionOk="0" h="11239" w="71532">
                  <a:moveTo>
                    <a:pt x="65913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65913" y="11240"/>
                  </a:lnTo>
                  <a:cubicBezTo>
                    <a:pt x="68961" y="11240"/>
                    <a:pt x="71533" y="8763"/>
                    <a:pt x="71533" y="5620"/>
                  </a:cubicBezTo>
                  <a:cubicBezTo>
                    <a:pt x="71533" y="2477"/>
                    <a:pt x="69056" y="0"/>
                    <a:pt x="65913" y="0"/>
                  </a:cubicBezTo>
                  <a:lnTo>
                    <a:pt x="659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3223164" y="2778442"/>
              <a:ext cx="39909" cy="11239"/>
            </a:xfrm>
            <a:custGeom>
              <a:rect b="b" l="l" r="r" t="t"/>
              <a:pathLst>
                <a:path extrusionOk="0" h="11239" w="39909">
                  <a:moveTo>
                    <a:pt x="5620" y="11240"/>
                  </a:moveTo>
                  <a:lnTo>
                    <a:pt x="34290" y="11240"/>
                  </a:lnTo>
                  <a:cubicBezTo>
                    <a:pt x="37338" y="11240"/>
                    <a:pt x="39910" y="8763"/>
                    <a:pt x="39910" y="5620"/>
                  </a:cubicBezTo>
                  <a:cubicBezTo>
                    <a:pt x="39910" y="2477"/>
                    <a:pt x="37433" y="0"/>
                    <a:pt x="34290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3223164" y="2758439"/>
              <a:ext cx="72675" cy="11239"/>
            </a:xfrm>
            <a:custGeom>
              <a:rect b="b" l="l" r="r" t="t"/>
              <a:pathLst>
                <a:path extrusionOk="0" h="11239" w="72675">
                  <a:moveTo>
                    <a:pt x="5620" y="11240"/>
                  </a:moveTo>
                  <a:lnTo>
                    <a:pt x="67056" y="11240"/>
                  </a:lnTo>
                  <a:cubicBezTo>
                    <a:pt x="70104" y="11240"/>
                    <a:pt x="72676" y="8763"/>
                    <a:pt x="72676" y="5620"/>
                  </a:cubicBezTo>
                  <a:cubicBezTo>
                    <a:pt x="72676" y="2477"/>
                    <a:pt x="70199" y="0"/>
                    <a:pt x="6705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3450621" y="2832639"/>
              <a:ext cx="14859" cy="11239"/>
            </a:xfrm>
            <a:custGeom>
              <a:rect b="b" l="l" r="r" t="t"/>
              <a:pathLst>
                <a:path extrusionOk="0" h="11239" w="14859">
                  <a:moveTo>
                    <a:pt x="92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9239" y="11240"/>
                  </a:lnTo>
                  <a:cubicBezTo>
                    <a:pt x="12287" y="11240"/>
                    <a:pt x="14859" y="8763"/>
                    <a:pt x="14859" y="5620"/>
                  </a:cubicBezTo>
                  <a:cubicBezTo>
                    <a:pt x="14859" y="2477"/>
                    <a:pt x="12383" y="0"/>
                    <a:pt x="9239" y="0"/>
                  </a:cubicBezTo>
                  <a:lnTo>
                    <a:pt x="9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3450621" y="2847975"/>
              <a:ext cx="14859" cy="11239"/>
            </a:xfrm>
            <a:custGeom>
              <a:rect b="b" l="l" r="r" t="t"/>
              <a:pathLst>
                <a:path extrusionOk="0" h="11239" w="14859">
                  <a:moveTo>
                    <a:pt x="92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9239" y="11240"/>
                  </a:lnTo>
                  <a:cubicBezTo>
                    <a:pt x="12287" y="11240"/>
                    <a:pt x="14859" y="8763"/>
                    <a:pt x="14859" y="5620"/>
                  </a:cubicBezTo>
                  <a:cubicBezTo>
                    <a:pt x="14859" y="2477"/>
                    <a:pt x="12383" y="0"/>
                    <a:pt x="9239" y="0"/>
                  </a:cubicBezTo>
                  <a:lnTo>
                    <a:pt x="9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3450621" y="2863310"/>
              <a:ext cx="14859" cy="11239"/>
            </a:xfrm>
            <a:custGeom>
              <a:rect b="b" l="l" r="r" t="t"/>
              <a:pathLst>
                <a:path extrusionOk="0" h="11239" w="14859">
                  <a:moveTo>
                    <a:pt x="92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9239" y="11240"/>
                  </a:lnTo>
                  <a:cubicBezTo>
                    <a:pt x="12287" y="11240"/>
                    <a:pt x="14859" y="8763"/>
                    <a:pt x="14859" y="5620"/>
                  </a:cubicBezTo>
                  <a:cubicBezTo>
                    <a:pt x="14859" y="2477"/>
                    <a:pt x="12383" y="0"/>
                    <a:pt x="9239" y="0"/>
                  </a:cubicBezTo>
                  <a:lnTo>
                    <a:pt x="9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3469861" y="2832639"/>
              <a:ext cx="14858" cy="11239"/>
            </a:xfrm>
            <a:custGeom>
              <a:rect b="b" l="l" r="r" t="t"/>
              <a:pathLst>
                <a:path extrusionOk="0" h="11239" w="14858">
                  <a:moveTo>
                    <a:pt x="92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9239" y="11240"/>
                  </a:lnTo>
                  <a:cubicBezTo>
                    <a:pt x="12287" y="11240"/>
                    <a:pt x="14859" y="8763"/>
                    <a:pt x="14859" y="5620"/>
                  </a:cubicBezTo>
                  <a:cubicBezTo>
                    <a:pt x="14859" y="2477"/>
                    <a:pt x="12382" y="0"/>
                    <a:pt x="9239" y="0"/>
                  </a:cubicBezTo>
                  <a:lnTo>
                    <a:pt x="9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3469861" y="2847975"/>
              <a:ext cx="14858" cy="11239"/>
            </a:xfrm>
            <a:custGeom>
              <a:rect b="b" l="l" r="r" t="t"/>
              <a:pathLst>
                <a:path extrusionOk="0" h="11239" w="14858">
                  <a:moveTo>
                    <a:pt x="92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9239" y="11240"/>
                  </a:lnTo>
                  <a:cubicBezTo>
                    <a:pt x="12287" y="11240"/>
                    <a:pt x="14859" y="8763"/>
                    <a:pt x="14859" y="5620"/>
                  </a:cubicBezTo>
                  <a:cubicBezTo>
                    <a:pt x="14859" y="2477"/>
                    <a:pt x="12382" y="0"/>
                    <a:pt x="9239" y="0"/>
                  </a:cubicBezTo>
                  <a:lnTo>
                    <a:pt x="9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3469861" y="2863310"/>
              <a:ext cx="14858" cy="11239"/>
            </a:xfrm>
            <a:custGeom>
              <a:rect b="b" l="l" r="r" t="t"/>
              <a:pathLst>
                <a:path extrusionOk="0" h="11239" w="14858">
                  <a:moveTo>
                    <a:pt x="92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9239" y="11240"/>
                  </a:lnTo>
                  <a:cubicBezTo>
                    <a:pt x="12287" y="11240"/>
                    <a:pt x="14859" y="8763"/>
                    <a:pt x="14859" y="5620"/>
                  </a:cubicBezTo>
                  <a:cubicBezTo>
                    <a:pt x="14859" y="2477"/>
                    <a:pt x="12382" y="0"/>
                    <a:pt x="9239" y="0"/>
                  </a:cubicBezTo>
                  <a:lnTo>
                    <a:pt x="9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3299149" y="2778513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8502" y="1643"/>
                  </a:move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ubicBezTo>
                    <a:pt x="11168" y="19074"/>
                    <a:pt x="12597" y="19645"/>
                    <a:pt x="14026" y="19645"/>
                  </a:cubicBezTo>
                  <a:cubicBezTo>
                    <a:pt x="15454" y="19645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8502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3148174" y="1164575"/>
            <a:ext cx="1160100" cy="1389600"/>
          </a:xfrm>
          <a:prstGeom prst="upArrow">
            <a:avLst>
              <a:gd fmla="val 48308" name="adj1"/>
              <a:gd fmla="val 5855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8" name="Google Shape;138;p18"/>
          <p:cNvSpPr/>
          <p:nvPr/>
        </p:nvSpPr>
        <p:spPr>
          <a:xfrm flipH="1" rot="10800000">
            <a:off x="4840099" y="3037725"/>
            <a:ext cx="1160100" cy="1389600"/>
          </a:xfrm>
          <a:prstGeom prst="upArrow">
            <a:avLst>
              <a:gd fmla="val 48308" name="adj1"/>
              <a:gd fmla="val 5855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9" name="Google Shape;139;p18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Stock Market Infographics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6778212" y="1854100"/>
            <a:ext cx="16932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the only one with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flipH="1">
            <a:off x="6729200" y="3242750"/>
            <a:ext cx="970800" cy="43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627234" y="2898400"/>
            <a:ext cx="16932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 and is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very small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 flipH="1">
            <a:off x="1410974" y="1945150"/>
            <a:ext cx="1003800" cy="43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627231" y="2543488"/>
            <a:ext cx="169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Mercury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6778209" y="2617288"/>
            <a:ext cx="169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Earth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47" name="Google Shape;147;p18"/>
          <p:cNvGrpSpPr/>
          <p:nvPr/>
        </p:nvGrpSpPr>
        <p:grpSpPr>
          <a:xfrm>
            <a:off x="3833675" y="2057570"/>
            <a:ext cx="1476986" cy="1476985"/>
            <a:chOff x="3604525" y="1828475"/>
            <a:chExt cx="1935000" cy="1935000"/>
          </a:xfrm>
        </p:grpSpPr>
        <p:sp>
          <p:nvSpPr>
            <p:cNvPr id="148" name="Google Shape;148;p18"/>
            <p:cNvSpPr/>
            <p:nvPr/>
          </p:nvSpPr>
          <p:spPr>
            <a:xfrm>
              <a:off x="3604525" y="1828475"/>
              <a:ext cx="1935000" cy="1935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3668104" y="1942238"/>
              <a:ext cx="1809030" cy="1707415"/>
            </a:xfrm>
            <a:custGeom>
              <a:rect b="b" l="l" r="r" t="t"/>
              <a:pathLst>
                <a:path extrusionOk="0" h="583313" w="618028">
                  <a:moveTo>
                    <a:pt x="291657" y="583313"/>
                  </a:moveTo>
                  <a:lnTo>
                    <a:pt x="326372" y="583313"/>
                  </a:lnTo>
                  <a:cubicBezTo>
                    <a:pt x="487513" y="583313"/>
                    <a:pt x="618029" y="452715"/>
                    <a:pt x="618029" y="291657"/>
                  </a:cubicBezTo>
                  <a:cubicBezTo>
                    <a:pt x="618029" y="130598"/>
                    <a:pt x="487430" y="0"/>
                    <a:pt x="326372" y="0"/>
                  </a:cubicBezTo>
                  <a:lnTo>
                    <a:pt x="291657" y="0"/>
                  </a:lnTo>
                  <a:cubicBezTo>
                    <a:pt x="130599" y="0"/>
                    <a:pt x="0" y="130598"/>
                    <a:pt x="0" y="291657"/>
                  </a:cubicBezTo>
                  <a:cubicBezTo>
                    <a:pt x="0" y="452715"/>
                    <a:pt x="130515" y="583313"/>
                    <a:pt x="291657" y="58331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3667369" y="1942481"/>
              <a:ext cx="1707904" cy="1707170"/>
            </a:xfrm>
            <a:custGeom>
              <a:rect b="b" l="l" r="r" t="t"/>
              <a:pathLst>
                <a:path extrusionOk="0" h="583229" w="583480">
                  <a:moveTo>
                    <a:pt x="568126" y="198276"/>
                  </a:moveTo>
                  <a:cubicBezTo>
                    <a:pt x="563870" y="185592"/>
                    <a:pt x="558696" y="173241"/>
                    <a:pt x="552771" y="161391"/>
                  </a:cubicBezTo>
                  <a:cubicBezTo>
                    <a:pt x="548098" y="152129"/>
                    <a:pt x="543008" y="143116"/>
                    <a:pt x="537416" y="134437"/>
                  </a:cubicBezTo>
                  <a:cubicBezTo>
                    <a:pt x="532660" y="126927"/>
                    <a:pt x="527486" y="119750"/>
                    <a:pt x="522062" y="112740"/>
                  </a:cubicBezTo>
                  <a:cubicBezTo>
                    <a:pt x="517139" y="106481"/>
                    <a:pt x="512048" y="100390"/>
                    <a:pt x="506707" y="94548"/>
                  </a:cubicBezTo>
                  <a:cubicBezTo>
                    <a:pt x="501783" y="89208"/>
                    <a:pt x="496693" y="84033"/>
                    <a:pt x="491352" y="79110"/>
                  </a:cubicBezTo>
                  <a:cubicBezTo>
                    <a:pt x="486429" y="74437"/>
                    <a:pt x="481255" y="69931"/>
                    <a:pt x="475997" y="65591"/>
                  </a:cubicBezTo>
                  <a:cubicBezTo>
                    <a:pt x="470991" y="61502"/>
                    <a:pt x="465900" y="57664"/>
                    <a:pt x="460643" y="53992"/>
                  </a:cubicBezTo>
                  <a:cubicBezTo>
                    <a:pt x="455636" y="50403"/>
                    <a:pt x="450545" y="46982"/>
                    <a:pt x="445288" y="43728"/>
                  </a:cubicBezTo>
                  <a:cubicBezTo>
                    <a:pt x="440281" y="40640"/>
                    <a:pt x="435190" y="37635"/>
                    <a:pt x="429933" y="34798"/>
                  </a:cubicBezTo>
                  <a:cubicBezTo>
                    <a:pt x="424926" y="32128"/>
                    <a:pt x="419752" y="29541"/>
                    <a:pt x="414579" y="27121"/>
                  </a:cubicBezTo>
                  <a:cubicBezTo>
                    <a:pt x="409572" y="24784"/>
                    <a:pt x="404398" y="22615"/>
                    <a:pt x="399224" y="20528"/>
                  </a:cubicBezTo>
                  <a:cubicBezTo>
                    <a:pt x="394134" y="18526"/>
                    <a:pt x="389042" y="16690"/>
                    <a:pt x="383869" y="14937"/>
                  </a:cubicBezTo>
                  <a:cubicBezTo>
                    <a:pt x="378778" y="13268"/>
                    <a:pt x="373688" y="11683"/>
                    <a:pt x="368514" y="10264"/>
                  </a:cubicBezTo>
                  <a:cubicBezTo>
                    <a:pt x="363424" y="8846"/>
                    <a:pt x="358334" y="7594"/>
                    <a:pt x="353160" y="6509"/>
                  </a:cubicBezTo>
                  <a:cubicBezTo>
                    <a:pt x="348069" y="5424"/>
                    <a:pt x="342979" y="4423"/>
                    <a:pt x="337805" y="3672"/>
                  </a:cubicBezTo>
                  <a:cubicBezTo>
                    <a:pt x="332714" y="2837"/>
                    <a:pt x="327624" y="2169"/>
                    <a:pt x="322450" y="1669"/>
                  </a:cubicBezTo>
                  <a:cubicBezTo>
                    <a:pt x="317359" y="1168"/>
                    <a:pt x="312269" y="751"/>
                    <a:pt x="307095" y="417"/>
                  </a:cubicBezTo>
                  <a:cubicBezTo>
                    <a:pt x="302005" y="167"/>
                    <a:pt x="296915" y="0"/>
                    <a:pt x="291741" y="0"/>
                  </a:cubicBezTo>
                  <a:cubicBezTo>
                    <a:pt x="286567" y="0"/>
                    <a:pt x="281477" y="167"/>
                    <a:pt x="276385" y="417"/>
                  </a:cubicBezTo>
                  <a:cubicBezTo>
                    <a:pt x="271212" y="667"/>
                    <a:pt x="266121" y="1085"/>
                    <a:pt x="261031" y="1669"/>
                  </a:cubicBezTo>
                  <a:cubicBezTo>
                    <a:pt x="255857" y="2169"/>
                    <a:pt x="250767" y="2921"/>
                    <a:pt x="245676" y="3672"/>
                  </a:cubicBezTo>
                  <a:cubicBezTo>
                    <a:pt x="240503" y="4506"/>
                    <a:pt x="235412" y="5424"/>
                    <a:pt x="230322" y="6509"/>
                  </a:cubicBezTo>
                  <a:cubicBezTo>
                    <a:pt x="225148" y="7594"/>
                    <a:pt x="220057" y="8846"/>
                    <a:pt x="214966" y="10264"/>
                  </a:cubicBezTo>
                  <a:cubicBezTo>
                    <a:pt x="209793" y="11683"/>
                    <a:pt x="204702" y="13268"/>
                    <a:pt x="199612" y="14937"/>
                  </a:cubicBezTo>
                  <a:cubicBezTo>
                    <a:pt x="194438" y="16690"/>
                    <a:pt x="189348" y="18526"/>
                    <a:pt x="184258" y="20528"/>
                  </a:cubicBezTo>
                  <a:cubicBezTo>
                    <a:pt x="179084" y="22615"/>
                    <a:pt x="173910" y="24784"/>
                    <a:pt x="168902" y="27121"/>
                  </a:cubicBezTo>
                  <a:cubicBezTo>
                    <a:pt x="163728" y="29541"/>
                    <a:pt x="158554" y="32044"/>
                    <a:pt x="153548" y="34798"/>
                  </a:cubicBezTo>
                  <a:cubicBezTo>
                    <a:pt x="148290" y="37635"/>
                    <a:pt x="143200" y="40640"/>
                    <a:pt x="138193" y="43728"/>
                  </a:cubicBezTo>
                  <a:cubicBezTo>
                    <a:pt x="132936" y="46982"/>
                    <a:pt x="127846" y="50403"/>
                    <a:pt x="122839" y="53992"/>
                  </a:cubicBezTo>
                  <a:cubicBezTo>
                    <a:pt x="117581" y="57747"/>
                    <a:pt x="112491" y="61586"/>
                    <a:pt x="107483" y="65591"/>
                  </a:cubicBezTo>
                  <a:cubicBezTo>
                    <a:pt x="102226" y="69931"/>
                    <a:pt x="97136" y="74437"/>
                    <a:pt x="92129" y="79110"/>
                  </a:cubicBezTo>
                  <a:cubicBezTo>
                    <a:pt x="86871" y="84117"/>
                    <a:pt x="81698" y="89208"/>
                    <a:pt x="76774" y="94548"/>
                  </a:cubicBezTo>
                  <a:cubicBezTo>
                    <a:pt x="71433" y="100390"/>
                    <a:pt x="66343" y="106481"/>
                    <a:pt x="61420" y="112740"/>
                  </a:cubicBezTo>
                  <a:cubicBezTo>
                    <a:pt x="55995" y="119750"/>
                    <a:pt x="50905" y="126927"/>
                    <a:pt x="46064" y="134437"/>
                  </a:cubicBezTo>
                  <a:cubicBezTo>
                    <a:pt x="40474" y="143116"/>
                    <a:pt x="35383" y="152129"/>
                    <a:pt x="30710" y="161391"/>
                  </a:cubicBezTo>
                  <a:cubicBezTo>
                    <a:pt x="24785" y="173241"/>
                    <a:pt x="19695" y="185592"/>
                    <a:pt x="15355" y="198276"/>
                  </a:cubicBezTo>
                  <a:cubicBezTo>
                    <a:pt x="5424" y="227567"/>
                    <a:pt x="0" y="258944"/>
                    <a:pt x="0" y="291573"/>
                  </a:cubicBezTo>
                  <a:cubicBezTo>
                    <a:pt x="0" y="324202"/>
                    <a:pt x="5424" y="355579"/>
                    <a:pt x="15355" y="384953"/>
                  </a:cubicBezTo>
                  <a:cubicBezTo>
                    <a:pt x="19611" y="397637"/>
                    <a:pt x="24785" y="409988"/>
                    <a:pt x="30710" y="421838"/>
                  </a:cubicBezTo>
                  <a:cubicBezTo>
                    <a:pt x="35383" y="431101"/>
                    <a:pt x="40474" y="440114"/>
                    <a:pt x="46064" y="448792"/>
                  </a:cubicBezTo>
                  <a:cubicBezTo>
                    <a:pt x="50822" y="456303"/>
                    <a:pt x="55995" y="463479"/>
                    <a:pt x="61420" y="470489"/>
                  </a:cubicBezTo>
                  <a:cubicBezTo>
                    <a:pt x="66343" y="476748"/>
                    <a:pt x="71433" y="482840"/>
                    <a:pt x="76774" y="488681"/>
                  </a:cubicBezTo>
                  <a:cubicBezTo>
                    <a:pt x="81698" y="494022"/>
                    <a:pt x="86788" y="499196"/>
                    <a:pt x="92129" y="504119"/>
                  </a:cubicBezTo>
                  <a:cubicBezTo>
                    <a:pt x="97052" y="508793"/>
                    <a:pt x="102226" y="513299"/>
                    <a:pt x="107483" y="517638"/>
                  </a:cubicBezTo>
                  <a:cubicBezTo>
                    <a:pt x="112491" y="521727"/>
                    <a:pt x="117581" y="525566"/>
                    <a:pt x="122839" y="529238"/>
                  </a:cubicBezTo>
                  <a:cubicBezTo>
                    <a:pt x="127846" y="532826"/>
                    <a:pt x="132936" y="536247"/>
                    <a:pt x="138193" y="539502"/>
                  </a:cubicBezTo>
                  <a:cubicBezTo>
                    <a:pt x="143200" y="542590"/>
                    <a:pt x="148290" y="545594"/>
                    <a:pt x="153548" y="548431"/>
                  </a:cubicBezTo>
                  <a:cubicBezTo>
                    <a:pt x="158554" y="551102"/>
                    <a:pt x="163728" y="553689"/>
                    <a:pt x="168902" y="556108"/>
                  </a:cubicBezTo>
                  <a:cubicBezTo>
                    <a:pt x="173910" y="558445"/>
                    <a:pt x="179084" y="560615"/>
                    <a:pt x="184258" y="562701"/>
                  </a:cubicBezTo>
                  <a:cubicBezTo>
                    <a:pt x="189348" y="564704"/>
                    <a:pt x="194438" y="566540"/>
                    <a:pt x="199612" y="568292"/>
                  </a:cubicBezTo>
                  <a:cubicBezTo>
                    <a:pt x="204702" y="569961"/>
                    <a:pt x="209793" y="571547"/>
                    <a:pt x="214966" y="572965"/>
                  </a:cubicBezTo>
                  <a:cubicBezTo>
                    <a:pt x="220057" y="574384"/>
                    <a:pt x="225148" y="575636"/>
                    <a:pt x="230322" y="576721"/>
                  </a:cubicBezTo>
                  <a:cubicBezTo>
                    <a:pt x="235412" y="577806"/>
                    <a:pt x="240503" y="578807"/>
                    <a:pt x="245676" y="579558"/>
                  </a:cubicBezTo>
                  <a:cubicBezTo>
                    <a:pt x="250767" y="580393"/>
                    <a:pt x="255857" y="581060"/>
                    <a:pt x="261031" y="581561"/>
                  </a:cubicBezTo>
                  <a:cubicBezTo>
                    <a:pt x="266121" y="582062"/>
                    <a:pt x="271212" y="582479"/>
                    <a:pt x="276385" y="582812"/>
                  </a:cubicBezTo>
                  <a:cubicBezTo>
                    <a:pt x="281477" y="583063"/>
                    <a:pt x="286567" y="583230"/>
                    <a:pt x="291741" y="583230"/>
                  </a:cubicBezTo>
                  <a:cubicBezTo>
                    <a:pt x="296915" y="583230"/>
                    <a:pt x="302005" y="583063"/>
                    <a:pt x="307095" y="582812"/>
                  </a:cubicBezTo>
                  <a:cubicBezTo>
                    <a:pt x="312269" y="582562"/>
                    <a:pt x="317359" y="582145"/>
                    <a:pt x="322450" y="581561"/>
                  </a:cubicBezTo>
                  <a:cubicBezTo>
                    <a:pt x="327624" y="581060"/>
                    <a:pt x="332714" y="580309"/>
                    <a:pt x="337805" y="579558"/>
                  </a:cubicBezTo>
                  <a:cubicBezTo>
                    <a:pt x="342979" y="578723"/>
                    <a:pt x="348069" y="577806"/>
                    <a:pt x="353160" y="576721"/>
                  </a:cubicBezTo>
                  <a:cubicBezTo>
                    <a:pt x="358334" y="575636"/>
                    <a:pt x="363424" y="574384"/>
                    <a:pt x="368514" y="572965"/>
                  </a:cubicBezTo>
                  <a:cubicBezTo>
                    <a:pt x="373688" y="571547"/>
                    <a:pt x="378778" y="569961"/>
                    <a:pt x="383869" y="568292"/>
                  </a:cubicBezTo>
                  <a:cubicBezTo>
                    <a:pt x="389042" y="566540"/>
                    <a:pt x="394134" y="564704"/>
                    <a:pt x="399224" y="562701"/>
                  </a:cubicBezTo>
                  <a:cubicBezTo>
                    <a:pt x="404398" y="560615"/>
                    <a:pt x="409572" y="558445"/>
                    <a:pt x="414579" y="556108"/>
                  </a:cubicBezTo>
                  <a:cubicBezTo>
                    <a:pt x="419752" y="553689"/>
                    <a:pt x="424926" y="551185"/>
                    <a:pt x="429933" y="548431"/>
                  </a:cubicBezTo>
                  <a:cubicBezTo>
                    <a:pt x="435190" y="545594"/>
                    <a:pt x="440281" y="542590"/>
                    <a:pt x="445288" y="539502"/>
                  </a:cubicBezTo>
                  <a:cubicBezTo>
                    <a:pt x="450545" y="536247"/>
                    <a:pt x="455636" y="532826"/>
                    <a:pt x="460643" y="529238"/>
                  </a:cubicBezTo>
                  <a:cubicBezTo>
                    <a:pt x="465900" y="525483"/>
                    <a:pt x="470991" y="521644"/>
                    <a:pt x="475997" y="517638"/>
                  </a:cubicBezTo>
                  <a:cubicBezTo>
                    <a:pt x="481255" y="513299"/>
                    <a:pt x="486345" y="508793"/>
                    <a:pt x="491352" y="504119"/>
                  </a:cubicBezTo>
                  <a:cubicBezTo>
                    <a:pt x="496609" y="499113"/>
                    <a:pt x="501783" y="494022"/>
                    <a:pt x="506707" y="488681"/>
                  </a:cubicBezTo>
                  <a:cubicBezTo>
                    <a:pt x="512048" y="482840"/>
                    <a:pt x="517139" y="476748"/>
                    <a:pt x="522062" y="470489"/>
                  </a:cubicBezTo>
                  <a:cubicBezTo>
                    <a:pt x="527486" y="463479"/>
                    <a:pt x="532577" y="456303"/>
                    <a:pt x="537416" y="448792"/>
                  </a:cubicBezTo>
                  <a:cubicBezTo>
                    <a:pt x="543008" y="440114"/>
                    <a:pt x="548098" y="431101"/>
                    <a:pt x="552771" y="421838"/>
                  </a:cubicBezTo>
                  <a:cubicBezTo>
                    <a:pt x="558696" y="409988"/>
                    <a:pt x="563787" y="397637"/>
                    <a:pt x="568126" y="384953"/>
                  </a:cubicBezTo>
                  <a:cubicBezTo>
                    <a:pt x="578056" y="355663"/>
                    <a:pt x="583481" y="324285"/>
                    <a:pt x="583481" y="291573"/>
                  </a:cubicBezTo>
                  <a:cubicBezTo>
                    <a:pt x="583481" y="258861"/>
                    <a:pt x="578056" y="227567"/>
                    <a:pt x="568126" y="1982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3810999" y="2085377"/>
              <a:ext cx="1421625" cy="1421379"/>
            </a:xfrm>
            <a:custGeom>
              <a:rect b="b" l="l" r="r" t="t"/>
              <a:pathLst>
                <a:path extrusionOk="0" h="485593" w="485677">
                  <a:moveTo>
                    <a:pt x="242839" y="0"/>
                  </a:moveTo>
                  <a:cubicBezTo>
                    <a:pt x="376692" y="0"/>
                    <a:pt x="485678" y="108902"/>
                    <a:pt x="485678" y="242755"/>
                  </a:cubicBezTo>
                  <a:cubicBezTo>
                    <a:pt x="485678" y="376609"/>
                    <a:pt x="376776" y="485594"/>
                    <a:pt x="242839" y="485594"/>
                  </a:cubicBezTo>
                  <a:cubicBezTo>
                    <a:pt x="108902" y="485594"/>
                    <a:pt x="0" y="376692"/>
                    <a:pt x="0" y="242755"/>
                  </a:cubicBezTo>
                  <a:cubicBezTo>
                    <a:pt x="0" y="108818"/>
                    <a:pt x="108902" y="0"/>
                    <a:pt x="242839" y="0"/>
                  </a:cubicBezTo>
                  <a:close/>
                  <a:moveTo>
                    <a:pt x="242839" y="470990"/>
                  </a:moveTo>
                  <a:cubicBezTo>
                    <a:pt x="368681" y="470990"/>
                    <a:pt x="471074" y="368597"/>
                    <a:pt x="471074" y="242755"/>
                  </a:cubicBezTo>
                  <a:cubicBezTo>
                    <a:pt x="471074" y="116913"/>
                    <a:pt x="368681" y="14520"/>
                    <a:pt x="242839" y="14520"/>
                  </a:cubicBezTo>
                  <a:cubicBezTo>
                    <a:pt x="116997" y="14520"/>
                    <a:pt x="14604" y="116913"/>
                    <a:pt x="14604" y="242755"/>
                  </a:cubicBezTo>
                  <a:cubicBezTo>
                    <a:pt x="14604" y="368597"/>
                    <a:pt x="116997" y="470990"/>
                    <a:pt x="242839" y="47099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4273150" y="2334774"/>
              <a:ext cx="497077" cy="985364"/>
            </a:xfrm>
            <a:custGeom>
              <a:rect b="b" l="l" r="r" t="t"/>
              <a:pathLst>
                <a:path extrusionOk="0" h="336635" w="169819">
                  <a:moveTo>
                    <a:pt x="66593" y="336636"/>
                  </a:moveTo>
                  <a:lnTo>
                    <a:pt x="66593" y="296747"/>
                  </a:lnTo>
                  <a:cubicBezTo>
                    <a:pt x="40723" y="295912"/>
                    <a:pt x="14771" y="288569"/>
                    <a:pt x="0" y="278638"/>
                  </a:cubicBezTo>
                  <a:lnTo>
                    <a:pt x="11098" y="239918"/>
                  </a:lnTo>
                  <a:cubicBezTo>
                    <a:pt x="27121" y="249431"/>
                    <a:pt x="50153" y="258026"/>
                    <a:pt x="75272" y="258026"/>
                  </a:cubicBezTo>
                  <a:cubicBezTo>
                    <a:pt x="100390" y="258026"/>
                    <a:pt x="118916" y="245258"/>
                    <a:pt x="118916" y="225481"/>
                  </a:cubicBezTo>
                  <a:cubicBezTo>
                    <a:pt x="118916" y="206955"/>
                    <a:pt x="104479" y="195022"/>
                    <a:pt x="74103" y="183923"/>
                  </a:cubicBezTo>
                  <a:cubicBezTo>
                    <a:pt x="30876" y="168234"/>
                    <a:pt x="2921" y="148540"/>
                    <a:pt x="2921" y="110237"/>
                  </a:cubicBezTo>
                  <a:cubicBezTo>
                    <a:pt x="2921" y="74854"/>
                    <a:pt x="27622" y="47733"/>
                    <a:pt x="69180" y="40306"/>
                  </a:cubicBezTo>
                  <a:lnTo>
                    <a:pt x="69180" y="0"/>
                  </a:lnTo>
                  <a:lnTo>
                    <a:pt x="102893" y="0"/>
                  </a:lnTo>
                  <a:lnTo>
                    <a:pt x="102893" y="38303"/>
                  </a:lnTo>
                  <a:cubicBezTo>
                    <a:pt x="128846" y="39138"/>
                    <a:pt x="146538" y="45313"/>
                    <a:pt x="159639" y="51905"/>
                  </a:cubicBezTo>
                  <a:lnTo>
                    <a:pt x="148457" y="89791"/>
                  </a:lnTo>
                  <a:cubicBezTo>
                    <a:pt x="138610" y="85285"/>
                    <a:pt x="120501" y="75772"/>
                    <a:pt x="92545" y="75772"/>
                  </a:cubicBezTo>
                  <a:cubicBezTo>
                    <a:pt x="64590" y="75772"/>
                    <a:pt x="53408" y="90543"/>
                    <a:pt x="53408" y="104562"/>
                  </a:cubicBezTo>
                  <a:cubicBezTo>
                    <a:pt x="53408" y="121419"/>
                    <a:pt x="68262" y="130933"/>
                    <a:pt x="103144" y="144869"/>
                  </a:cubicBezTo>
                  <a:cubicBezTo>
                    <a:pt x="149292" y="162143"/>
                    <a:pt x="169820" y="184340"/>
                    <a:pt x="169820" y="220975"/>
                  </a:cubicBezTo>
                  <a:cubicBezTo>
                    <a:pt x="169820" y="257609"/>
                    <a:pt x="145536" y="286817"/>
                    <a:pt x="100307" y="294243"/>
                  </a:cubicBezTo>
                  <a:lnTo>
                    <a:pt x="100307" y="336636"/>
                  </a:lnTo>
                  <a:lnTo>
                    <a:pt x="66509" y="3366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18"/>
          <p:cNvSpPr/>
          <p:nvPr/>
        </p:nvSpPr>
        <p:spPr>
          <a:xfrm>
            <a:off x="721575" y="1854100"/>
            <a:ext cx="613200" cy="61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7776188" y="3124600"/>
            <a:ext cx="613200" cy="61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55" name="Google Shape;155;p18"/>
          <p:cNvGrpSpPr/>
          <p:nvPr/>
        </p:nvGrpSpPr>
        <p:grpSpPr>
          <a:xfrm>
            <a:off x="7873161" y="3218092"/>
            <a:ext cx="419292" cy="426217"/>
            <a:chOff x="5517165" y="2638329"/>
            <a:chExt cx="374903" cy="381095"/>
          </a:xfrm>
        </p:grpSpPr>
        <p:sp>
          <p:nvSpPr>
            <p:cNvPr id="156" name="Google Shape;156;p18"/>
            <p:cNvSpPr/>
            <p:nvPr/>
          </p:nvSpPr>
          <p:spPr>
            <a:xfrm>
              <a:off x="5517355" y="2638329"/>
              <a:ext cx="92964" cy="182975"/>
            </a:xfrm>
            <a:custGeom>
              <a:rect b="b" l="l" r="r" t="t"/>
              <a:pathLst>
                <a:path extrusionOk="0" h="182975" w="92964">
                  <a:moveTo>
                    <a:pt x="5524" y="182975"/>
                  </a:moveTo>
                  <a:cubicBezTo>
                    <a:pt x="8572" y="182975"/>
                    <a:pt x="11144" y="180499"/>
                    <a:pt x="11144" y="177355"/>
                  </a:cubicBezTo>
                  <a:lnTo>
                    <a:pt x="11144" y="13430"/>
                  </a:lnTo>
                  <a:cubicBezTo>
                    <a:pt x="11144" y="12192"/>
                    <a:pt x="12097" y="11239"/>
                    <a:pt x="13335" y="11239"/>
                  </a:cubicBezTo>
                  <a:lnTo>
                    <a:pt x="87344" y="11239"/>
                  </a:lnTo>
                  <a:cubicBezTo>
                    <a:pt x="90392" y="11239"/>
                    <a:pt x="92964" y="8763"/>
                    <a:pt x="92964" y="5620"/>
                  </a:cubicBezTo>
                  <a:cubicBezTo>
                    <a:pt x="92964" y="2476"/>
                    <a:pt x="90488" y="0"/>
                    <a:pt x="87344" y="0"/>
                  </a:cubicBezTo>
                  <a:lnTo>
                    <a:pt x="13335" y="0"/>
                  </a:lnTo>
                  <a:cubicBezTo>
                    <a:pt x="6001" y="0"/>
                    <a:pt x="0" y="6001"/>
                    <a:pt x="0" y="13335"/>
                  </a:cubicBezTo>
                  <a:lnTo>
                    <a:pt x="0" y="177260"/>
                  </a:lnTo>
                  <a:cubicBezTo>
                    <a:pt x="0" y="180308"/>
                    <a:pt x="2477" y="182880"/>
                    <a:pt x="5620" y="182880"/>
                  </a:cubicBezTo>
                  <a:lnTo>
                    <a:pt x="5620" y="18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5542573" y="2668404"/>
              <a:ext cx="28813" cy="20026"/>
            </a:xfrm>
            <a:custGeom>
              <a:rect b="b" l="l" r="r" t="t"/>
              <a:pathLst>
                <a:path extrusionOk="0" h="20026" w="28813">
                  <a:moveTo>
                    <a:pt x="14407" y="20026"/>
                  </a:moveTo>
                  <a:cubicBezTo>
                    <a:pt x="15835" y="20026"/>
                    <a:pt x="17264" y="19455"/>
                    <a:pt x="18312" y="18407"/>
                  </a:cubicBezTo>
                  <a:lnTo>
                    <a:pt x="27170" y="9549"/>
                  </a:lnTo>
                  <a:cubicBezTo>
                    <a:pt x="29361" y="7358"/>
                    <a:pt x="29361" y="3834"/>
                    <a:pt x="27170" y="1643"/>
                  </a:cubicBezTo>
                  <a:cubicBezTo>
                    <a:pt x="24979" y="-548"/>
                    <a:pt x="21455" y="-548"/>
                    <a:pt x="19264" y="1643"/>
                  </a:cubicBezTo>
                  <a:lnTo>
                    <a:pt x="14407" y="6501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501" y="18407"/>
                  </a:lnTo>
                  <a:cubicBezTo>
                    <a:pt x="11549" y="19455"/>
                    <a:pt x="12978" y="20026"/>
                    <a:pt x="14407" y="20026"/>
                  </a:cubicBezTo>
                  <a:lnTo>
                    <a:pt x="14407" y="20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5582697" y="2721959"/>
              <a:ext cx="38290" cy="66865"/>
            </a:xfrm>
            <a:custGeom>
              <a:rect b="b" l="l" r="r" t="t"/>
              <a:pathLst>
                <a:path extrusionOk="0" h="66865" w="38290">
                  <a:moveTo>
                    <a:pt x="22289" y="28289"/>
                  </a:moveTo>
                  <a:lnTo>
                    <a:pt x="16002" y="28289"/>
                  </a:lnTo>
                  <a:cubicBezTo>
                    <a:pt x="13335" y="28289"/>
                    <a:pt x="11240" y="26099"/>
                    <a:pt x="11240" y="23527"/>
                  </a:cubicBezTo>
                  <a:cubicBezTo>
                    <a:pt x="11240" y="20955"/>
                    <a:pt x="13430" y="18764"/>
                    <a:pt x="16002" y="18764"/>
                  </a:cubicBezTo>
                  <a:lnTo>
                    <a:pt x="22289" y="18764"/>
                  </a:lnTo>
                  <a:cubicBezTo>
                    <a:pt x="23908" y="18764"/>
                    <a:pt x="25337" y="19526"/>
                    <a:pt x="26289" y="20860"/>
                  </a:cubicBezTo>
                  <a:cubicBezTo>
                    <a:pt x="28004" y="23432"/>
                    <a:pt x="31528" y="24098"/>
                    <a:pt x="34004" y="22384"/>
                  </a:cubicBezTo>
                  <a:cubicBezTo>
                    <a:pt x="36576" y="20669"/>
                    <a:pt x="37243" y="17145"/>
                    <a:pt x="35528" y="14669"/>
                  </a:cubicBezTo>
                  <a:cubicBezTo>
                    <a:pt x="33052" y="10954"/>
                    <a:pt x="29147" y="8477"/>
                    <a:pt x="24765" y="7810"/>
                  </a:cubicBezTo>
                  <a:lnTo>
                    <a:pt x="24765" y="5620"/>
                  </a:lnTo>
                  <a:cubicBezTo>
                    <a:pt x="24765" y="2572"/>
                    <a:pt x="22289" y="0"/>
                    <a:pt x="19145" y="0"/>
                  </a:cubicBezTo>
                  <a:cubicBezTo>
                    <a:pt x="16002" y="0"/>
                    <a:pt x="13526" y="2477"/>
                    <a:pt x="13526" y="5620"/>
                  </a:cubicBezTo>
                  <a:lnTo>
                    <a:pt x="13526" y="7810"/>
                  </a:lnTo>
                  <a:cubicBezTo>
                    <a:pt x="5906" y="8954"/>
                    <a:pt x="0" y="15621"/>
                    <a:pt x="0" y="23527"/>
                  </a:cubicBezTo>
                  <a:cubicBezTo>
                    <a:pt x="0" y="32290"/>
                    <a:pt x="7144" y="39434"/>
                    <a:pt x="15907" y="39434"/>
                  </a:cubicBezTo>
                  <a:lnTo>
                    <a:pt x="22193" y="39434"/>
                  </a:lnTo>
                  <a:cubicBezTo>
                    <a:pt x="24860" y="39434"/>
                    <a:pt x="26956" y="41624"/>
                    <a:pt x="26956" y="44196"/>
                  </a:cubicBezTo>
                  <a:cubicBezTo>
                    <a:pt x="26956" y="46768"/>
                    <a:pt x="24765" y="48959"/>
                    <a:pt x="22193" y="48959"/>
                  </a:cubicBezTo>
                  <a:lnTo>
                    <a:pt x="15907" y="48959"/>
                  </a:lnTo>
                  <a:cubicBezTo>
                    <a:pt x="14002" y="48959"/>
                    <a:pt x="12287" y="47816"/>
                    <a:pt x="11525" y="46006"/>
                  </a:cubicBezTo>
                  <a:cubicBezTo>
                    <a:pt x="10287" y="43148"/>
                    <a:pt x="7049" y="41815"/>
                    <a:pt x="4191" y="43053"/>
                  </a:cubicBezTo>
                  <a:cubicBezTo>
                    <a:pt x="1334" y="44291"/>
                    <a:pt x="0" y="47530"/>
                    <a:pt x="1238" y="50387"/>
                  </a:cubicBezTo>
                  <a:cubicBezTo>
                    <a:pt x="3429" y="55531"/>
                    <a:pt x="8096" y="59055"/>
                    <a:pt x="13526" y="59912"/>
                  </a:cubicBezTo>
                  <a:lnTo>
                    <a:pt x="13526" y="61246"/>
                  </a:lnTo>
                  <a:cubicBezTo>
                    <a:pt x="13526" y="64294"/>
                    <a:pt x="16002" y="66866"/>
                    <a:pt x="19145" y="66866"/>
                  </a:cubicBezTo>
                  <a:cubicBezTo>
                    <a:pt x="22289" y="66866"/>
                    <a:pt x="24765" y="64389"/>
                    <a:pt x="24765" y="61246"/>
                  </a:cubicBezTo>
                  <a:lnTo>
                    <a:pt x="24765" y="59912"/>
                  </a:lnTo>
                  <a:cubicBezTo>
                    <a:pt x="32385" y="58769"/>
                    <a:pt x="38291" y="52102"/>
                    <a:pt x="38291" y="44196"/>
                  </a:cubicBezTo>
                  <a:cubicBezTo>
                    <a:pt x="38291" y="35433"/>
                    <a:pt x="31147" y="28289"/>
                    <a:pt x="22384" y="28289"/>
                  </a:cubicBezTo>
                  <a:lnTo>
                    <a:pt x="22384" y="282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5547835" y="2701289"/>
              <a:ext cx="108203" cy="108204"/>
            </a:xfrm>
            <a:custGeom>
              <a:rect b="b" l="l" r="r" t="t"/>
              <a:pathLst>
                <a:path extrusionOk="0" h="108204" w="108203">
                  <a:moveTo>
                    <a:pt x="54102" y="0"/>
                  </a:moveTo>
                  <a:cubicBezTo>
                    <a:pt x="24289" y="0"/>
                    <a:pt x="0" y="24289"/>
                    <a:pt x="0" y="54102"/>
                  </a:cubicBezTo>
                  <a:cubicBezTo>
                    <a:pt x="0" y="83915"/>
                    <a:pt x="24289" y="108204"/>
                    <a:pt x="54102" y="108204"/>
                  </a:cubicBezTo>
                  <a:cubicBezTo>
                    <a:pt x="83915" y="108204"/>
                    <a:pt x="108204" y="83915"/>
                    <a:pt x="108204" y="54102"/>
                  </a:cubicBezTo>
                  <a:cubicBezTo>
                    <a:pt x="108204" y="24289"/>
                    <a:pt x="83915" y="0"/>
                    <a:pt x="54102" y="0"/>
                  </a:cubicBezTo>
                  <a:lnTo>
                    <a:pt x="54102" y="0"/>
                  </a:lnTo>
                  <a:close/>
                  <a:moveTo>
                    <a:pt x="54102" y="97060"/>
                  </a:moveTo>
                  <a:cubicBezTo>
                    <a:pt x="30385" y="97060"/>
                    <a:pt x="11144" y="77819"/>
                    <a:pt x="11144" y="54102"/>
                  </a:cubicBezTo>
                  <a:cubicBezTo>
                    <a:pt x="11144" y="30385"/>
                    <a:pt x="30385" y="11144"/>
                    <a:pt x="54102" y="11144"/>
                  </a:cubicBezTo>
                  <a:cubicBezTo>
                    <a:pt x="77819" y="11144"/>
                    <a:pt x="97060" y="30385"/>
                    <a:pt x="97060" y="54102"/>
                  </a:cubicBezTo>
                  <a:cubicBezTo>
                    <a:pt x="97060" y="77819"/>
                    <a:pt x="77819" y="97060"/>
                    <a:pt x="54102" y="97060"/>
                  </a:cubicBezTo>
                  <a:lnTo>
                    <a:pt x="54102" y="970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5668803" y="2749867"/>
              <a:ext cx="19716" cy="11144"/>
            </a:xfrm>
            <a:custGeom>
              <a:rect b="b" l="l" r="r" t="t"/>
              <a:pathLst>
                <a:path extrusionOk="0" h="11144" w="19716">
                  <a:moveTo>
                    <a:pt x="5620" y="0"/>
                  </a:moveTo>
                  <a:cubicBezTo>
                    <a:pt x="2572" y="0"/>
                    <a:pt x="0" y="2477"/>
                    <a:pt x="0" y="5525"/>
                  </a:cubicBezTo>
                  <a:cubicBezTo>
                    <a:pt x="0" y="8573"/>
                    <a:pt x="2477" y="11144"/>
                    <a:pt x="5525" y="11144"/>
                  </a:cubicBezTo>
                  <a:lnTo>
                    <a:pt x="14097" y="11144"/>
                  </a:lnTo>
                  <a:cubicBezTo>
                    <a:pt x="14097" y="11144"/>
                    <a:pt x="14097" y="11144"/>
                    <a:pt x="14097" y="11144"/>
                  </a:cubicBezTo>
                  <a:cubicBezTo>
                    <a:pt x="17145" y="11144"/>
                    <a:pt x="19621" y="8668"/>
                    <a:pt x="19717" y="5620"/>
                  </a:cubicBezTo>
                  <a:cubicBezTo>
                    <a:pt x="19717" y="2572"/>
                    <a:pt x="17240" y="0"/>
                    <a:pt x="14192" y="0"/>
                  </a:cubicBezTo>
                  <a:lnTo>
                    <a:pt x="5620" y="0"/>
                  </a:lnTo>
                  <a:cubicBezTo>
                    <a:pt x="5620" y="0"/>
                    <a:pt x="5620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5665221" y="2723997"/>
              <a:ext cx="18592" cy="15582"/>
            </a:xfrm>
            <a:custGeom>
              <a:rect b="b" l="l" r="r" t="t"/>
              <a:pathLst>
                <a:path extrusionOk="0" h="15582" w="18592">
                  <a:moveTo>
                    <a:pt x="10154" y="819"/>
                  </a:moveTo>
                  <a:lnTo>
                    <a:pt x="2724" y="5296"/>
                  </a:lnTo>
                  <a:cubicBezTo>
                    <a:pt x="57" y="6915"/>
                    <a:pt x="-800" y="10344"/>
                    <a:pt x="819" y="12916"/>
                  </a:cubicBezTo>
                  <a:cubicBezTo>
                    <a:pt x="1867" y="14630"/>
                    <a:pt x="3677" y="15583"/>
                    <a:pt x="5581" y="15583"/>
                  </a:cubicBezTo>
                  <a:cubicBezTo>
                    <a:pt x="6534" y="15583"/>
                    <a:pt x="7582" y="15297"/>
                    <a:pt x="8439" y="14821"/>
                  </a:cubicBezTo>
                  <a:lnTo>
                    <a:pt x="15869" y="10344"/>
                  </a:lnTo>
                  <a:cubicBezTo>
                    <a:pt x="18536" y="8725"/>
                    <a:pt x="19393" y="5296"/>
                    <a:pt x="17774" y="2724"/>
                  </a:cubicBezTo>
                  <a:cubicBezTo>
                    <a:pt x="16154" y="57"/>
                    <a:pt x="12725" y="-800"/>
                    <a:pt x="10154" y="819"/>
                  </a:cubicBezTo>
                  <a:lnTo>
                    <a:pt x="10154" y="8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5664936" y="2771241"/>
              <a:ext cx="18592" cy="15582"/>
            </a:xfrm>
            <a:custGeom>
              <a:rect b="b" l="l" r="r" t="t"/>
              <a:pathLst>
                <a:path extrusionOk="0" h="15582" w="18592">
                  <a:moveTo>
                    <a:pt x="2819" y="10249"/>
                  </a:moveTo>
                  <a:lnTo>
                    <a:pt x="10154" y="14726"/>
                  </a:lnTo>
                  <a:cubicBezTo>
                    <a:pt x="11106" y="15297"/>
                    <a:pt x="12059" y="15583"/>
                    <a:pt x="13011" y="15583"/>
                  </a:cubicBezTo>
                  <a:cubicBezTo>
                    <a:pt x="14916" y="15583"/>
                    <a:pt x="16726" y="14630"/>
                    <a:pt x="17773" y="12916"/>
                  </a:cubicBezTo>
                  <a:cubicBezTo>
                    <a:pt x="19393" y="10249"/>
                    <a:pt x="18536" y="6820"/>
                    <a:pt x="15869" y="5296"/>
                  </a:cubicBezTo>
                  <a:lnTo>
                    <a:pt x="8439" y="819"/>
                  </a:lnTo>
                  <a:cubicBezTo>
                    <a:pt x="5772" y="-800"/>
                    <a:pt x="2343" y="57"/>
                    <a:pt x="819" y="2724"/>
                  </a:cubicBezTo>
                  <a:cubicBezTo>
                    <a:pt x="-800" y="5391"/>
                    <a:pt x="57" y="8820"/>
                    <a:pt x="2724" y="10344"/>
                  </a:cubicBezTo>
                  <a:lnTo>
                    <a:pt x="2724" y="103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5547740" y="2837211"/>
              <a:ext cx="67627" cy="11239"/>
            </a:xfrm>
            <a:custGeom>
              <a:rect b="b" l="l" r="r" t="t"/>
              <a:pathLst>
                <a:path extrusionOk="0" h="11239" w="67627">
                  <a:moveTo>
                    <a:pt x="62008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62008" y="11240"/>
                  </a:lnTo>
                  <a:cubicBezTo>
                    <a:pt x="65056" y="11240"/>
                    <a:pt x="67628" y="8763"/>
                    <a:pt x="67628" y="5620"/>
                  </a:cubicBezTo>
                  <a:cubicBezTo>
                    <a:pt x="67628" y="2476"/>
                    <a:pt x="65151" y="0"/>
                    <a:pt x="62008" y="0"/>
                  </a:cubicBezTo>
                  <a:lnTo>
                    <a:pt x="620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5635179" y="2860166"/>
              <a:ext cx="23241" cy="11239"/>
            </a:xfrm>
            <a:custGeom>
              <a:rect b="b" l="l" r="r" t="t"/>
              <a:pathLst>
                <a:path extrusionOk="0" h="11239" w="23241">
                  <a:moveTo>
                    <a:pt x="17621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7621" y="11240"/>
                  </a:lnTo>
                  <a:cubicBezTo>
                    <a:pt x="20669" y="11240"/>
                    <a:pt x="23241" y="8763"/>
                    <a:pt x="23241" y="5620"/>
                  </a:cubicBezTo>
                  <a:cubicBezTo>
                    <a:pt x="23241" y="2477"/>
                    <a:pt x="20764" y="0"/>
                    <a:pt x="17621" y="0"/>
                  </a:cubicBezTo>
                  <a:lnTo>
                    <a:pt x="176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5547740" y="2860166"/>
              <a:ext cx="49434" cy="11239"/>
            </a:xfrm>
            <a:custGeom>
              <a:rect b="b" l="l" r="r" t="t"/>
              <a:pathLst>
                <a:path extrusionOk="0" h="11239" w="49434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43815" y="11240"/>
                  </a:lnTo>
                  <a:cubicBezTo>
                    <a:pt x="46863" y="11240"/>
                    <a:pt x="49435" y="8763"/>
                    <a:pt x="49435" y="5620"/>
                  </a:cubicBezTo>
                  <a:cubicBezTo>
                    <a:pt x="49435" y="2477"/>
                    <a:pt x="46958" y="0"/>
                    <a:pt x="43815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5605652" y="2860071"/>
              <a:ext cx="22288" cy="11239"/>
            </a:xfrm>
            <a:custGeom>
              <a:rect b="b" l="l" r="r" t="t"/>
              <a:pathLst>
                <a:path extrusionOk="0" h="11239" w="22288">
                  <a:moveTo>
                    <a:pt x="0" y="5620"/>
                  </a:moveTo>
                  <a:cubicBezTo>
                    <a:pt x="0" y="8668"/>
                    <a:pt x="2477" y="11240"/>
                    <a:pt x="5620" y="11240"/>
                  </a:cubicBezTo>
                  <a:lnTo>
                    <a:pt x="16669" y="11240"/>
                  </a:lnTo>
                  <a:cubicBezTo>
                    <a:pt x="19717" y="11240"/>
                    <a:pt x="22288" y="8763"/>
                    <a:pt x="22288" y="5620"/>
                  </a:cubicBezTo>
                  <a:cubicBezTo>
                    <a:pt x="22288" y="2477"/>
                    <a:pt x="19812" y="0"/>
                    <a:pt x="16669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5547740" y="2882931"/>
              <a:ext cx="110680" cy="11239"/>
            </a:xfrm>
            <a:custGeom>
              <a:rect b="b" l="l" r="r" t="t"/>
              <a:pathLst>
                <a:path extrusionOk="0" h="11239" w="110680">
                  <a:moveTo>
                    <a:pt x="5620" y="11240"/>
                  </a:moveTo>
                  <a:lnTo>
                    <a:pt x="105061" y="11240"/>
                  </a:lnTo>
                  <a:cubicBezTo>
                    <a:pt x="108109" y="11240"/>
                    <a:pt x="110680" y="8763"/>
                    <a:pt x="110680" y="5620"/>
                  </a:cubicBezTo>
                  <a:cubicBezTo>
                    <a:pt x="110680" y="2477"/>
                    <a:pt x="108204" y="0"/>
                    <a:pt x="105061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5517165" y="2638520"/>
              <a:ext cx="374903" cy="380904"/>
            </a:xfrm>
            <a:custGeom>
              <a:rect b="b" l="l" r="r" t="t"/>
              <a:pathLst>
                <a:path extrusionOk="0" h="380904" w="374903">
                  <a:moveTo>
                    <a:pt x="357759" y="166497"/>
                  </a:moveTo>
                  <a:lnTo>
                    <a:pt x="220980" y="166497"/>
                  </a:lnTo>
                  <a:lnTo>
                    <a:pt x="220980" y="64294"/>
                  </a:lnTo>
                  <a:cubicBezTo>
                    <a:pt x="220980" y="62770"/>
                    <a:pt x="220408" y="61436"/>
                    <a:pt x="219361" y="60389"/>
                  </a:cubicBezTo>
                  <a:lnTo>
                    <a:pt x="160591" y="1619"/>
                  </a:lnTo>
                  <a:cubicBezTo>
                    <a:pt x="159544" y="572"/>
                    <a:pt x="158115" y="0"/>
                    <a:pt x="156686" y="0"/>
                  </a:cubicBezTo>
                  <a:lnTo>
                    <a:pt x="112395" y="0"/>
                  </a:lnTo>
                  <a:cubicBezTo>
                    <a:pt x="109347" y="0"/>
                    <a:pt x="106775" y="2477"/>
                    <a:pt x="106775" y="5620"/>
                  </a:cubicBezTo>
                  <a:cubicBezTo>
                    <a:pt x="106775" y="8763"/>
                    <a:pt x="109252" y="11240"/>
                    <a:pt x="112395" y="11240"/>
                  </a:cubicBezTo>
                  <a:lnTo>
                    <a:pt x="151066" y="11240"/>
                  </a:lnTo>
                  <a:lnTo>
                    <a:pt x="151066" y="56674"/>
                  </a:lnTo>
                  <a:cubicBezTo>
                    <a:pt x="151066" y="64008"/>
                    <a:pt x="157067" y="70009"/>
                    <a:pt x="164401" y="70009"/>
                  </a:cubicBezTo>
                  <a:lnTo>
                    <a:pt x="209836" y="70009"/>
                  </a:lnTo>
                  <a:lnTo>
                    <a:pt x="209836" y="166592"/>
                  </a:lnTo>
                  <a:lnTo>
                    <a:pt x="168307" y="166592"/>
                  </a:lnTo>
                  <a:cubicBezTo>
                    <a:pt x="158782" y="166592"/>
                    <a:pt x="151066" y="174308"/>
                    <a:pt x="151066" y="183833"/>
                  </a:cubicBezTo>
                  <a:lnTo>
                    <a:pt x="151066" y="235553"/>
                  </a:lnTo>
                  <a:cubicBezTo>
                    <a:pt x="151066" y="238601"/>
                    <a:pt x="153543" y="241173"/>
                    <a:pt x="156686" y="241173"/>
                  </a:cubicBezTo>
                  <a:cubicBezTo>
                    <a:pt x="159829" y="241173"/>
                    <a:pt x="162306" y="238697"/>
                    <a:pt x="162306" y="235553"/>
                  </a:cubicBezTo>
                  <a:lnTo>
                    <a:pt x="162306" y="214313"/>
                  </a:lnTo>
                  <a:lnTo>
                    <a:pt x="363950" y="214313"/>
                  </a:lnTo>
                  <a:lnTo>
                    <a:pt x="363950" y="363760"/>
                  </a:lnTo>
                  <a:cubicBezTo>
                    <a:pt x="363950" y="367094"/>
                    <a:pt x="361188" y="369856"/>
                    <a:pt x="357854" y="369856"/>
                  </a:cubicBezTo>
                  <a:lnTo>
                    <a:pt x="168307" y="369856"/>
                  </a:lnTo>
                  <a:cubicBezTo>
                    <a:pt x="164973" y="369856"/>
                    <a:pt x="162211" y="367094"/>
                    <a:pt x="162211" y="363760"/>
                  </a:cubicBezTo>
                  <a:lnTo>
                    <a:pt x="162211" y="260318"/>
                  </a:lnTo>
                  <a:cubicBezTo>
                    <a:pt x="162211" y="257270"/>
                    <a:pt x="159734" y="254699"/>
                    <a:pt x="156591" y="254699"/>
                  </a:cubicBezTo>
                  <a:cubicBezTo>
                    <a:pt x="153448" y="254699"/>
                    <a:pt x="150971" y="257175"/>
                    <a:pt x="150971" y="260318"/>
                  </a:cubicBezTo>
                  <a:lnTo>
                    <a:pt x="150971" y="292989"/>
                  </a:lnTo>
                  <a:lnTo>
                    <a:pt x="13430" y="292989"/>
                  </a:lnTo>
                  <a:cubicBezTo>
                    <a:pt x="12192" y="292989"/>
                    <a:pt x="11239" y="292037"/>
                    <a:pt x="11239" y="290798"/>
                  </a:cubicBezTo>
                  <a:lnTo>
                    <a:pt x="11239" y="202025"/>
                  </a:lnTo>
                  <a:cubicBezTo>
                    <a:pt x="11239" y="198977"/>
                    <a:pt x="8763" y="196405"/>
                    <a:pt x="5620" y="196405"/>
                  </a:cubicBezTo>
                  <a:cubicBezTo>
                    <a:pt x="2476" y="196405"/>
                    <a:pt x="0" y="198882"/>
                    <a:pt x="0" y="202025"/>
                  </a:cubicBezTo>
                  <a:lnTo>
                    <a:pt x="0" y="290798"/>
                  </a:lnTo>
                  <a:cubicBezTo>
                    <a:pt x="0" y="298133"/>
                    <a:pt x="6001" y="304133"/>
                    <a:pt x="13335" y="304133"/>
                  </a:cubicBezTo>
                  <a:lnTo>
                    <a:pt x="150876" y="304133"/>
                  </a:lnTo>
                  <a:lnTo>
                    <a:pt x="150876" y="363665"/>
                  </a:lnTo>
                  <a:cubicBezTo>
                    <a:pt x="150876" y="373190"/>
                    <a:pt x="158591" y="380905"/>
                    <a:pt x="168116" y="380905"/>
                  </a:cubicBezTo>
                  <a:lnTo>
                    <a:pt x="357664" y="380905"/>
                  </a:lnTo>
                  <a:cubicBezTo>
                    <a:pt x="367189" y="380905"/>
                    <a:pt x="374904" y="373190"/>
                    <a:pt x="374904" y="363665"/>
                  </a:cubicBezTo>
                  <a:lnTo>
                    <a:pt x="374904" y="183642"/>
                  </a:lnTo>
                  <a:cubicBezTo>
                    <a:pt x="374904" y="174117"/>
                    <a:pt x="367189" y="166402"/>
                    <a:pt x="357664" y="166402"/>
                  </a:cubicBezTo>
                  <a:lnTo>
                    <a:pt x="357664" y="166402"/>
                  </a:lnTo>
                  <a:close/>
                  <a:moveTo>
                    <a:pt x="162211" y="56483"/>
                  </a:moveTo>
                  <a:lnTo>
                    <a:pt x="162211" y="18955"/>
                  </a:lnTo>
                  <a:lnTo>
                    <a:pt x="201930" y="58674"/>
                  </a:lnTo>
                  <a:lnTo>
                    <a:pt x="164401" y="58674"/>
                  </a:lnTo>
                  <a:cubicBezTo>
                    <a:pt x="163163" y="58674"/>
                    <a:pt x="162211" y="57722"/>
                    <a:pt x="162211" y="56483"/>
                  </a:cubicBezTo>
                  <a:lnTo>
                    <a:pt x="162211" y="56483"/>
                  </a:lnTo>
                  <a:close/>
                  <a:moveTo>
                    <a:pt x="162211" y="203073"/>
                  </a:moveTo>
                  <a:lnTo>
                    <a:pt x="162211" y="183737"/>
                  </a:lnTo>
                  <a:cubicBezTo>
                    <a:pt x="162211" y="180403"/>
                    <a:pt x="164973" y="177641"/>
                    <a:pt x="168307" y="177641"/>
                  </a:cubicBezTo>
                  <a:lnTo>
                    <a:pt x="357854" y="177641"/>
                  </a:lnTo>
                  <a:cubicBezTo>
                    <a:pt x="361188" y="177641"/>
                    <a:pt x="363950" y="180403"/>
                    <a:pt x="363950" y="183737"/>
                  </a:cubicBezTo>
                  <a:lnTo>
                    <a:pt x="363950" y="203073"/>
                  </a:lnTo>
                  <a:lnTo>
                    <a:pt x="162306" y="20307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5691663" y="2877883"/>
              <a:ext cx="176974" cy="106489"/>
            </a:xfrm>
            <a:custGeom>
              <a:rect b="b" l="l" r="r" t="t"/>
              <a:pathLst>
                <a:path extrusionOk="0" h="106489" w="176974">
                  <a:moveTo>
                    <a:pt x="176975" y="5620"/>
                  </a:moveTo>
                  <a:cubicBezTo>
                    <a:pt x="176975" y="2572"/>
                    <a:pt x="174498" y="0"/>
                    <a:pt x="171355" y="0"/>
                  </a:cubicBezTo>
                  <a:lnTo>
                    <a:pt x="105061" y="0"/>
                  </a:lnTo>
                  <a:cubicBezTo>
                    <a:pt x="102013" y="0"/>
                    <a:pt x="99441" y="2477"/>
                    <a:pt x="99441" y="5620"/>
                  </a:cubicBezTo>
                  <a:lnTo>
                    <a:pt x="99441" y="23813"/>
                  </a:lnTo>
                  <a:lnTo>
                    <a:pt x="5620" y="23813"/>
                  </a:lnTo>
                  <a:cubicBezTo>
                    <a:pt x="2572" y="23813"/>
                    <a:pt x="0" y="26289"/>
                    <a:pt x="0" y="29432"/>
                  </a:cubicBezTo>
                  <a:lnTo>
                    <a:pt x="0" y="100870"/>
                  </a:lnTo>
                  <a:cubicBezTo>
                    <a:pt x="0" y="103918"/>
                    <a:pt x="2477" y="106490"/>
                    <a:pt x="5620" y="106490"/>
                  </a:cubicBezTo>
                  <a:lnTo>
                    <a:pt x="105061" y="106490"/>
                  </a:lnTo>
                  <a:cubicBezTo>
                    <a:pt x="108109" y="106490"/>
                    <a:pt x="110681" y="104013"/>
                    <a:pt x="110681" y="100870"/>
                  </a:cubicBezTo>
                  <a:lnTo>
                    <a:pt x="110681" y="82677"/>
                  </a:lnTo>
                  <a:lnTo>
                    <a:pt x="171355" y="82677"/>
                  </a:lnTo>
                  <a:cubicBezTo>
                    <a:pt x="174403" y="82677"/>
                    <a:pt x="176975" y="80200"/>
                    <a:pt x="176975" y="77057"/>
                  </a:cubicBezTo>
                  <a:lnTo>
                    <a:pt x="176975" y="5620"/>
                  </a:lnTo>
                  <a:close/>
                  <a:moveTo>
                    <a:pt x="11240" y="58865"/>
                  </a:moveTo>
                  <a:lnTo>
                    <a:pt x="33242" y="58865"/>
                  </a:lnTo>
                  <a:lnTo>
                    <a:pt x="33242" y="71533"/>
                  </a:lnTo>
                  <a:lnTo>
                    <a:pt x="11240" y="71533"/>
                  </a:lnTo>
                  <a:lnTo>
                    <a:pt x="11240" y="58865"/>
                  </a:lnTo>
                  <a:close/>
                  <a:moveTo>
                    <a:pt x="99536" y="47720"/>
                  </a:moveTo>
                  <a:lnTo>
                    <a:pt x="77534" y="47720"/>
                  </a:lnTo>
                  <a:lnTo>
                    <a:pt x="77534" y="35052"/>
                  </a:lnTo>
                  <a:lnTo>
                    <a:pt x="99536" y="35052"/>
                  </a:lnTo>
                  <a:lnTo>
                    <a:pt x="99536" y="47720"/>
                  </a:lnTo>
                  <a:close/>
                  <a:moveTo>
                    <a:pt x="66389" y="47720"/>
                  </a:moveTo>
                  <a:lnTo>
                    <a:pt x="44387" y="47720"/>
                  </a:lnTo>
                  <a:lnTo>
                    <a:pt x="44387" y="35052"/>
                  </a:lnTo>
                  <a:lnTo>
                    <a:pt x="66389" y="35052"/>
                  </a:lnTo>
                  <a:lnTo>
                    <a:pt x="66389" y="47720"/>
                  </a:lnTo>
                  <a:close/>
                  <a:moveTo>
                    <a:pt x="44387" y="58865"/>
                  </a:moveTo>
                  <a:lnTo>
                    <a:pt x="66389" y="58865"/>
                  </a:lnTo>
                  <a:lnTo>
                    <a:pt x="66389" y="71533"/>
                  </a:lnTo>
                  <a:lnTo>
                    <a:pt x="44387" y="71533"/>
                  </a:lnTo>
                  <a:lnTo>
                    <a:pt x="44387" y="58865"/>
                  </a:lnTo>
                  <a:close/>
                  <a:moveTo>
                    <a:pt x="77534" y="58865"/>
                  </a:moveTo>
                  <a:lnTo>
                    <a:pt x="99536" y="58865"/>
                  </a:lnTo>
                  <a:lnTo>
                    <a:pt x="99536" y="71533"/>
                  </a:lnTo>
                  <a:lnTo>
                    <a:pt x="77534" y="71533"/>
                  </a:lnTo>
                  <a:lnTo>
                    <a:pt x="77534" y="58865"/>
                  </a:lnTo>
                  <a:close/>
                  <a:moveTo>
                    <a:pt x="110681" y="35052"/>
                  </a:moveTo>
                  <a:lnTo>
                    <a:pt x="132683" y="35052"/>
                  </a:lnTo>
                  <a:lnTo>
                    <a:pt x="132683" y="47720"/>
                  </a:lnTo>
                  <a:lnTo>
                    <a:pt x="110681" y="47720"/>
                  </a:lnTo>
                  <a:lnTo>
                    <a:pt x="110681" y="35052"/>
                  </a:lnTo>
                  <a:close/>
                  <a:moveTo>
                    <a:pt x="143828" y="35052"/>
                  </a:moveTo>
                  <a:lnTo>
                    <a:pt x="165830" y="35052"/>
                  </a:lnTo>
                  <a:lnTo>
                    <a:pt x="165830" y="47720"/>
                  </a:lnTo>
                  <a:lnTo>
                    <a:pt x="143828" y="47720"/>
                  </a:lnTo>
                  <a:lnTo>
                    <a:pt x="143828" y="35052"/>
                  </a:lnTo>
                  <a:close/>
                  <a:moveTo>
                    <a:pt x="165830" y="23908"/>
                  </a:moveTo>
                  <a:lnTo>
                    <a:pt x="143828" y="23908"/>
                  </a:lnTo>
                  <a:lnTo>
                    <a:pt x="143828" y="11240"/>
                  </a:lnTo>
                  <a:lnTo>
                    <a:pt x="165830" y="11240"/>
                  </a:lnTo>
                  <a:lnTo>
                    <a:pt x="165830" y="23908"/>
                  </a:lnTo>
                  <a:close/>
                  <a:moveTo>
                    <a:pt x="132683" y="11240"/>
                  </a:moveTo>
                  <a:lnTo>
                    <a:pt x="132683" y="23908"/>
                  </a:lnTo>
                  <a:lnTo>
                    <a:pt x="110681" y="23908"/>
                  </a:lnTo>
                  <a:lnTo>
                    <a:pt x="110681" y="11240"/>
                  </a:lnTo>
                  <a:lnTo>
                    <a:pt x="132683" y="11240"/>
                  </a:lnTo>
                  <a:close/>
                  <a:moveTo>
                    <a:pt x="33242" y="35052"/>
                  </a:moveTo>
                  <a:lnTo>
                    <a:pt x="33242" y="47720"/>
                  </a:lnTo>
                  <a:lnTo>
                    <a:pt x="11240" y="47720"/>
                  </a:lnTo>
                  <a:lnTo>
                    <a:pt x="11240" y="35052"/>
                  </a:lnTo>
                  <a:lnTo>
                    <a:pt x="33242" y="35052"/>
                  </a:lnTo>
                  <a:close/>
                  <a:moveTo>
                    <a:pt x="11240" y="82677"/>
                  </a:moveTo>
                  <a:lnTo>
                    <a:pt x="33242" y="82677"/>
                  </a:lnTo>
                  <a:lnTo>
                    <a:pt x="33242" y="95345"/>
                  </a:lnTo>
                  <a:lnTo>
                    <a:pt x="11240" y="95345"/>
                  </a:lnTo>
                  <a:lnTo>
                    <a:pt x="11240" y="82677"/>
                  </a:lnTo>
                  <a:close/>
                  <a:moveTo>
                    <a:pt x="44387" y="82677"/>
                  </a:moveTo>
                  <a:lnTo>
                    <a:pt x="66389" y="82677"/>
                  </a:lnTo>
                  <a:lnTo>
                    <a:pt x="66389" y="95345"/>
                  </a:lnTo>
                  <a:lnTo>
                    <a:pt x="44387" y="95345"/>
                  </a:lnTo>
                  <a:lnTo>
                    <a:pt x="44387" y="82677"/>
                  </a:lnTo>
                  <a:close/>
                  <a:moveTo>
                    <a:pt x="99536" y="95345"/>
                  </a:moveTo>
                  <a:lnTo>
                    <a:pt x="77534" y="95345"/>
                  </a:lnTo>
                  <a:lnTo>
                    <a:pt x="77534" y="82677"/>
                  </a:lnTo>
                  <a:lnTo>
                    <a:pt x="99536" y="82677"/>
                  </a:lnTo>
                  <a:lnTo>
                    <a:pt x="99536" y="95345"/>
                  </a:lnTo>
                  <a:close/>
                  <a:moveTo>
                    <a:pt x="110681" y="58865"/>
                  </a:moveTo>
                  <a:lnTo>
                    <a:pt x="132683" y="58865"/>
                  </a:lnTo>
                  <a:lnTo>
                    <a:pt x="132683" y="71533"/>
                  </a:lnTo>
                  <a:lnTo>
                    <a:pt x="110681" y="71533"/>
                  </a:lnTo>
                  <a:lnTo>
                    <a:pt x="110681" y="58865"/>
                  </a:lnTo>
                  <a:close/>
                  <a:moveTo>
                    <a:pt x="165830" y="71533"/>
                  </a:moveTo>
                  <a:lnTo>
                    <a:pt x="143828" y="71533"/>
                  </a:lnTo>
                  <a:lnTo>
                    <a:pt x="143828" y="58865"/>
                  </a:lnTo>
                  <a:lnTo>
                    <a:pt x="165830" y="58865"/>
                  </a:lnTo>
                  <a:lnTo>
                    <a:pt x="165830" y="71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5691091" y="2876740"/>
              <a:ext cx="36861" cy="11239"/>
            </a:xfrm>
            <a:custGeom>
              <a:rect b="b" l="l" r="r" t="t"/>
              <a:pathLst>
                <a:path extrusionOk="0" h="11239" w="36861">
                  <a:moveTo>
                    <a:pt x="31242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31242" y="11240"/>
                  </a:lnTo>
                  <a:cubicBezTo>
                    <a:pt x="34290" y="11240"/>
                    <a:pt x="36862" y="8763"/>
                    <a:pt x="36862" y="5620"/>
                  </a:cubicBezTo>
                  <a:cubicBezTo>
                    <a:pt x="36862" y="2477"/>
                    <a:pt x="34385" y="0"/>
                    <a:pt x="31242" y="0"/>
                  </a:cubicBezTo>
                  <a:lnTo>
                    <a:pt x="312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5857398" y="2973133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6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5841586" y="2973133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6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cubicBezTo>
                    <a:pt x="2476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815914" y="1947476"/>
            <a:ext cx="424512" cy="426429"/>
            <a:chOff x="4737829" y="2038350"/>
            <a:chExt cx="379571" cy="381285"/>
          </a:xfrm>
        </p:grpSpPr>
        <p:sp>
          <p:nvSpPr>
            <p:cNvPr id="174" name="Google Shape;174;p18"/>
            <p:cNvSpPr/>
            <p:nvPr/>
          </p:nvSpPr>
          <p:spPr>
            <a:xfrm>
              <a:off x="4737829" y="2038350"/>
              <a:ext cx="379571" cy="381285"/>
            </a:xfrm>
            <a:custGeom>
              <a:rect b="b" l="l" r="r" t="t"/>
              <a:pathLst>
                <a:path extrusionOk="0" h="381285" w="379571">
                  <a:moveTo>
                    <a:pt x="356140" y="69437"/>
                  </a:moveTo>
                  <a:cubicBezTo>
                    <a:pt x="360045" y="73343"/>
                    <a:pt x="365950" y="74581"/>
                    <a:pt x="371094" y="72390"/>
                  </a:cubicBezTo>
                  <a:cubicBezTo>
                    <a:pt x="376238" y="70295"/>
                    <a:pt x="379571" y="65246"/>
                    <a:pt x="379571" y="59627"/>
                  </a:cubicBezTo>
                  <a:lnTo>
                    <a:pt x="379571" y="13716"/>
                  </a:lnTo>
                  <a:cubicBezTo>
                    <a:pt x="379571" y="6191"/>
                    <a:pt x="373380" y="0"/>
                    <a:pt x="365855" y="0"/>
                  </a:cubicBezTo>
                  <a:lnTo>
                    <a:pt x="320040" y="0"/>
                  </a:lnTo>
                  <a:cubicBezTo>
                    <a:pt x="314515" y="0"/>
                    <a:pt x="309467" y="3334"/>
                    <a:pt x="307372" y="8477"/>
                  </a:cubicBezTo>
                  <a:cubicBezTo>
                    <a:pt x="305276" y="13621"/>
                    <a:pt x="306419" y="19526"/>
                    <a:pt x="310324" y="23432"/>
                  </a:cubicBezTo>
                  <a:lnTo>
                    <a:pt x="315658" y="28766"/>
                  </a:lnTo>
                  <a:lnTo>
                    <a:pt x="258223" y="86392"/>
                  </a:lnTo>
                  <a:cubicBezTo>
                    <a:pt x="237935" y="72866"/>
                    <a:pt x="214408" y="65818"/>
                    <a:pt x="189738" y="65818"/>
                  </a:cubicBezTo>
                  <a:cubicBezTo>
                    <a:pt x="165068" y="65818"/>
                    <a:pt x="140970" y="73438"/>
                    <a:pt x="121348" y="86487"/>
                  </a:cubicBezTo>
                  <a:lnTo>
                    <a:pt x="102965" y="68009"/>
                  </a:lnTo>
                  <a:cubicBezTo>
                    <a:pt x="100775" y="65818"/>
                    <a:pt x="97250" y="65818"/>
                    <a:pt x="95059" y="68009"/>
                  </a:cubicBezTo>
                  <a:cubicBezTo>
                    <a:pt x="92869" y="70199"/>
                    <a:pt x="92869" y="73724"/>
                    <a:pt x="95059" y="75914"/>
                  </a:cubicBezTo>
                  <a:lnTo>
                    <a:pt x="112204" y="93155"/>
                  </a:lnTo>
                  <a:cubicBezTo>
                    <a:pt x="105061" y="98965"/>
                    <a:pt x="98488" y="105442"/>
                    <a:pt x="92773" y="112681"/>
                  </a:cubicBezTo>
                  <a:lnTo>
                    <a:pt x="32575" y="52292"/>
                  </a:lnTo>
                  <a:cubicBezTo>
                    <a:pt x="31528" y="51245"/>
                    <a:pt x="30099" y="50673"/>
                    <a:pt x="28575" y="50673"/>
                  </a:cubicBezTo>
                  <a:cubicBezTo>
                    <a:pt x="27051" y="50673"/>
                    <a:pt x="25622" y="51245"/>
                    <a:pt x="24670" y="52292"/>
                  </a:cubicBezTo>
                  <a:lnTo>
                    <a:pt x="15430" y="61532"/>
                  </a:lnTo>
                  <a:cubicBezTo>
                    <a:pt x="14383" y="62579"/>
                    <a:pt x="13240" y="62294"/>
                    <a:pt x="12668" y="62103"/>
                  </a:cubicBezTo>
                  <a:cubicBezTo>
                    <a:pt x="12192" y="61913"/>
                    <a:pt x="11049" y="61246"/>
                    <a:pt x="11049" y="59722"/>
                  </a:cubicBezTo>
                  <a:lnTo>
                    <a:pt x="11049" y="13716"/>
                  </a:lnTo>
                  <a:cubicBezTo>
                    <a:pt x="11049" y="12287"/>
                    <a:pt x="12192" y="11144"/>
                    <a:pt x="13621" y="11144"/>
                  </a:cubicBezTo>
                  <a:lnTo>
                    <a:pt x="59436" y="11144"/>
                  </a:lnTo>
                  <a:cubicBezTo>
                    <a:pt x="60960" y="11144"/>
                    <a:pt x="61531" y="12097"/>
                    <a:pt x="61817" y="12764"/>
                  </a:cubicBezTo>
                  <a:cubicBezTo>
                    <a:pt x="62008" y="13240"/>
                    <a:pt x="62389" y="14478"/>
                    <a:pt x="61246" y="15621"/>
                  </a:cubicBezTo>
                  <a:lnTo>
                    <a:pt x="52006" y="24860"/>
                  </a:lnTo>
                  <a:cubicBezTo>
                    <a:pt x="49816" y="27051"/>
                    <a:pt x="49816" y="30575"/>
                    <a:pt x="52006" y="32766"/>
                  </a:cubicBezTo>
                  <a:lnTo>
                    <a:pt x="77533" y="58388"/>
                  </a:lnTo>
                  <a:cubicBezTo>
                    <a:pt x="79724" y="60579"/>
                    <a:pt x="83248" y="60579"/>
                    <a:pt x="85439" y="58388"/>
                  </a:cubicBezTo>
                  <a:cubicBezTo>
                    <a:pt x="87630" y="56198"/>
                    <a:pt x="87630" y="52673"/>
                    <a:pt x="85439" y="50483"/>
                  </a:cubicBezTo>
                  <a:lnTo>
                    <a:pt x="63817" y="28766"/>
                  </a:lnTo>
                  <a:lnTo>
                    <a:pt x="69151" y="23432"/>
                  </a:lnTo>
                  <a:cubicBezTo>
                    <a:pt x="73057" y="19431"/>
                    <a:pt x="74295" y="13621"/>
                    <a:pt x="72104" y="8382"/>
                  </a:cubicBezTo>
                  <a:cubicBezTo>
                    <a:pt x="70009" y="3334"/>
                    <a:pt x="65056" y="0"/>
                    <a:pt x="59531" y="0"/>
                  </a:cubicBezTo>
                  <a:lnTo>
                    <a:pt x="13716" y="0"/>
                  </a:lnTo>
                  <a:cubicBezTo>
                    <a:pt x="6191" y="0"/>
                    <a:pt x="0" y="6191"/>
                    <a:pt x="0" y="13716"/>
                  </a:cubicBezTo>
                  <a:lnTo>
                    <a:pt x="0" y="59722"/>
                  </a:lnTo>
                  <a:cubicBezTo>
                    <a:pt x="0" y="65342"/>
                    <a:pt x="3334" y="70295"/>
                    <a:pt x="8477" y="72485"/>
                  </a:cubicBezTo>
                  <a:cubicBezTo>
                    <a:pt x="13621" y="74581"/>
                    <a:pt x="19526" y="73438"/>
                    <a:pt x="23431" y="69533"/>
                  </a:cubicBezTo>
                  <a:lnTo>
                    <a:pt x="28765" y="64198"/>
                  </a:lnTo>
                  <a:lnTo>
                    <a:pt x="86201" y="121920"/>
                  </a:lnTo>
                  <a:cubicBezTo>
                    <a:pt x="73152" y="141637"/>
                    <a:pt x="65627" y="165259"/>
                    <a:pt x="65627" y="190595"/>
                  </a:cubicBezTo>
                  <a:cubicBezTo>
                    <a:pt x="65627" y="215932"/>
                    <a:pt x="73247" y="239554"/>
                    <a:pt x="86201" y="259271"/>
                  </a:cubicBezTo>
                  <a:lnTo>
                    <a:pt x="28765" y="316992"/>
                  </a:lnTo>
                  <a:lnTo>
                    <a:pt x="23431" y="311658"/>
                  </a:lnTo>
                  <a:cubicBezTo>
                    <a:pt x="19526" y="307753"/>
                    <a:pt x="13621" y="306515"/>
                    <a:pt x="8477" y="308705"/>
                  </a:cubicBezTo>
                  <a:cubicBezTo>
                    <a:pt x="3334" y="310801"/>
                    <a:pt x="0" y="315849"/>
                    <a:pt x="0" y="321469"/>
                  </a:cubicBezTo>
                  <a:lnTo>
                    <a:pt x="0" y="367475"/>
                  </a:lnTo>
                  <a:cubicBezTo>
                    <a:pt x="0" y="375095"/>
                    <a:pt x="6191" y="381191"/>
                    <a:pt x="13716" y="381191"/>
                  </a:cubicBezTo>
                  <a:lnTo>
                    <a:pt x="59531" y="381191"/>
                  </a:lnTo>
                  <a:cubicBezTo>
                    <a:pt x="65056" y="381191"/>
                    <a:pt x="70104" y="377857"/>
                    <a:pt x="72200" y="372713"/>
                  </a:cubicBezTo>
                  <a:cubicBezTo>
                    <a:pt x="74295" y="367570"/>
                    <a:pt x="73152" y="361664"/>
                    <a:pt x="69247" y="357759"/>
                  </a:cubicBezTo>
                  <a:lnTo>
                    <a:pt x="63913" y="352425"/>
                  </a:lnTo>
                  <a:lnTo>
                    <a:pt x="121348" y="294704"/>
                  </a:lnTo>
                  <a:cubicBezTo>
                    <a:pt x="140970" y="307753"/>
                    <a:pt x="164497" y="315373"/>
                    <a:pt x="189738" y="315373"/>
                  </a:cubicBezTo>
                  <a:cubicBezTo>
                    <a:pt x="214979" y="315373"/>
                    <a:pt x="238506" y="307753"/>
                    <a:pt x="258128" y="294704"/>
                  </a:cubicBezTo>
                  <a:lnTo>
                    <a:pt x="315563" y="352425"/>
                  </a:lnTo>
                  <a:lnTo>
                    <a:pt x="310229" y="357759"/>
                  </a:lnTo>
                  <a:cubicBezTo>
                    <a:pt x="306324" y="361760"/>
                    <a:pt x="305086" y="367570"/>
                    <a:pt x="307277" y="372809"/>
                  </a:cubicBezTo>
                  <a:cubicBezTo>
                    <a:pt x="309372" y="377952"/>
                    <a:pt x="314420" y="381286"/>
                    <a:pt x="319945" y="381286"/>
                  </a:cubicBezTo>
                  <a:lnTo>
                    <a:pt x="365760" y="381286"/>
                  </a:lnTo>
                  <a:cubicBezTo>
                    <a:pt x="373285" y="381286"/>
                    <a:pt x="379476" y="375095"/>
                    <a:pt x="379476" y="367570"/>
                  </a:cubicBezTo>
                  <a:lnTo>
                    <a:pt x="379476" y="321564"/>
                  </a:lnTo>
                  <a:cubicBezTo>
                    <a:pt x="379476" y="315944"/>
                    <a:pt x="376142" y="310991"/>
                    <a:pt x="370999" y="308800"/>
                  </a:cubicBezTo>
                  <a:cubicBezTo>
                    <a:pt x="365855" y="306705"/>
                    <a:pt x="359950" y="307848"/>
                    <a:pt x="356045" y="311753"/>
                  </a:cubicBezTo>
                  <a:lnTo>
                    <a:pt x="350711" y="317087"/>
                  </a:lnTo>
                  <a:lnTo>
                    <a:pt x="293275" y="259366"/>
                  </a:lnTo>
                  <a:cubicBezTo>
                    <a:pt x="306324" y="239649"/>
                    <a:pt x="313849" y="216027"/>
                    <a:pt x="313849" y="190691"/>
                  </a:cubicBezTo>
                  <a:cubicBezTo>
                    <a:pt x="313849" y="186881"/>
                    <a:pt x="313658" y="182975"/>
                    <a:pt x="313277" y="179070"/>
                  </a:cubicBezTo>
                  <a:cubicBezTo>
                    <a:pt x="312991" y="176022"/>
                    <a:pt x="310229" y="173736"/>
                    <a:pt x="307181" y="174022"/>
                  </a:cubicBezTo>
                  <a:cubicBezTo>
                    <a:pt x="304133" y="174308"/>
                    <a:pt x="301847" y="177070"/>
                    <a:pt x="302133" y="180118"/>
                  </a:cubicBezTo>
                  <a:cubicBezTo>
                    <a:pt x="302323" y="181832"/>
                    <a:pt x="302419" y="183452"/>
                    <a:pt x="302514" y="185166"/>
                  </a:cubicBezTo>
                  <a:lnTo>
                    <a:pt x="291084" y="185166"/>
                  </a:lnTo>
                  <a:cubicBezTo>
                    <a:pt x="290513" y="175355"/>
                    <a:pt x="288607" y="165830"/>
                    <a:pt x="285464" y="156877"/>
                  </a:cubicBezTo>
                  <a:lnTo>
                    <a:pt x="296037" y="152495"/>
                  </a:lnTo>
                  <a:cubicBezTo>
                    <a:pt x="296513" y="153924"/>
                    <a:pt x="297085" y="155448"/>
                    <a:pt x="297561" y="156972"/>
                  </a:cubicBezTo>
                  <a:cubicBezTo>
                    <a:pt x="298513" y="159925"/>
                    <a:pt x="301562" y="161544"/>
                    <a:pt x="304514" y="160687"/>
                  </a:cubicBezTo>
                  <a:cubicBezTo>
                    <a:pt x="307467" y="159734"/>
                    <a:pt x="309086" y="156686"/>
                    <a:pt x="308229" y="153734"/>
                  </a:cubicBezTo>
                  <a:cubicBezTo>
                    <a:pt x="304800" y="142589"/>
                    <a:pt x="299656" y="131921"/>
                    <a:pt x="293180" y="122111"/>
                  </a:cubicBezTo>
                  <a:lnTo>
                    <a:pt x="350615" y="64389"/>
                  </a:lnTo>
                  <a:lnTo>
                    <a:pt x="355854" y="69723"/>
                  </a:lnTo>
                  <a:close/>
                  <a:moveTo>
                    <a:pt x="291274" y="196120"/>
                  </a:moveTo>
                  <a:lnTo>
                    <a:pt x="302705" y="196120"/>
                  </a:lnTo>
                  <a:cubicBezTo>
                    <a:pt x="302133" y="207550"/>
                    <a:pt x="299942" y="218504"/>
                    <a:pt x="296228" y="228791"/>
                  </a:cubicBezTo>
                  <a:lnTo>
                    <a:pt x="285655" y="224409"/>
                  </a:lnTo>
                  <a:cubicBezTo>
                    <a:pt x="288798" y="215456"/>
                    <a:pt x="290703" y="206026"/>
                    <a:pt x="291274" y="196120"/>
                  </a:cubicBezTo>
                  <a:lnTo>
                    <a:pt x="291274" y="196120"/>
                  </a:lnTo>
                  <a:close/>
                  <a:moveTo>
                    <a:pt x="273463" y="266605"/>
                  </a:moveTo>
                  <a:lnTo>
                    <a:pt x="265366" y="258509"/>
                  </a:lnTo>
                  <a:cubicBezTo>
                    <a:pt x="271748" y="251365"/>
                    <a:pt x="277178" y="243364"/>
                    <a:pt x="281369" y="234601"/>
                  </a:cubicBezTo>
                  <a:lnTo>
                    <a:pt x="291941" y="238982"/>
                  </a:lnTo>
                  <a:cubicBezTo>
                    <a:pt x="287179" y="249079"/>
                    <a:pt x="280892" y="258413"/>
                    <a:pt x="273558" y="266605"/>
                  </a:cubicBezTo>
                  <a:lnTo>
                    <a:pt x="273558" y="266605"/>
                  </a:lnTo>
                  <a:close/>
                  <a:moveTo>
                    <a:pt x="238125" y="293084"/>
                  </a:moveTo>
                  <a:lnTo>
                    <a:pt x="233744" y="282512"/>
                  </a:lnTo>
                  <a:cubicBezTo>
                    <a:pt x="242411" y="278321"/>
                    <a:pt x="250412" y="272891"/>
                    <a:pt x="257556" y="266510"/>
                  </a:cubicBezTo>
                  <a:lnTo>
                    <a:pt x="265652" y="274606"/>
                  </a:lnTo>
                  <a:cubicBezTo>
                    <a:pt x="257461" y="282035"/>
                    <a:pt x="248221" y="288322"/>
                    <a:pt x="238125" y="293084"/>
                  </a:cubicBezTo>
                  <a:lnTo>
                    <a:pt x="238125" y="293084"/>
                  </a:lnTo>
                  <a:close/>
                  <a:moveTo>
                    <a:pt x="113919" y="274511"/>
                  </a:moveTo>
                  <a:lnTo>
                    <a:pt x="122015" y="266414"/>
                  </a:lnTo>
                  <a:cubicBezTo>
                    <a:pt x="129159" y="272796"/>
                    <a:pt x="137160" y="278225"/>
                    <a:pt x="145828" y="282416"/>
                  </a:cubicBezTo>
                  <a:lnTo>
                    <a:pt x="141446" y="292989"/>
                  </a:lnTo>
                  <a:cubicBezTo>
                    <a:pt x="131350" y="288227"/>
                    <a:pt x="122111" y="281940"/>
                    <a:pt x="113919" y="274511"/>
                  </a:cubicBezTo>
                  <a:lnTo>
                    <a:pt x="113919" y="274511"/>
                  </a:lnTo>
                  <a:close/>
                  <a:moveTo>
                    <a:pt x="87630" y="238982"/>
                  </a:moveTo>
                  <a:lnTo>
                    <a:pt x="98203" y="234601"/>
                  </a:lnTo>
                  <a:cubicBezTo>
                    <a:pt x="102394" y="243364"/>
                    <a:pt x="107823" y="251365"/>
                    <a:pt x="114205" y="258509"/>
                  </a:cubicBezTo>
                  <a:lnTo>
                    <a:pt x="106108" y="266605"/>
                  </a:lnTo>
                  <a:cubicBezTo>
                    <a:pt x="98679" y="258413"/>
                    <a:pt x="92488" y="249079"/>
                    <a:pt x="87725" y="238982"/>
                  </a:cubicBezTo>
                  <a:lnTo>
                    <a:pt x="87725" y="238982"/>
                  </a:lnTo>
                  <a:close/>
                  <a:moveTo>
                    <a:pt x="76867" y="196120"/>
                  </a:moveTo>
                  <a:lnTo>
                    <a:pt x="88297" y="196120"/>
                  </a:lnTo>
                  <a:cubicBezTo>
                    <a:pt x="88868" y="205931"/>
                    <a:pt x="90773" y="215456"/>
                    <a:pt x="93917" y="224409"/>
                  </a:cubicBezTo>
                  <a:lnTo>
                    <a:pt x="83344" y="228791"/>
                  </a:lnTo>
                  <a:cubicBezTo>
                    <a:pt x="79629" y="218504"/>
                    <a:pt x="77438" y="207550"/>
                    <a:pt x="76867" y="196120"/>
                  </a:cubicBezTo>
                  <a:lnTo>
                    <a:pt x="76867" y="196120"/>
                  </a:lnTo>
                  <a:close/>
                  <a:moveTo>
                    <a:pt x="83344" y="152305"/>
                  </a:moveTo>
                  <a:lnTo>
                    <a:pt x="93917" y="156686"/>
                  </a:lnTo>
                  <a:cubicBezTo>
                    <a:pt x="90773" y="165640"/>
                    <a:pt x="88868" y="175069"/>
                    <a:pt x="88297" y="184976"/>
                  </a:cubicBezTo>
                  <a:lnTo>
                    <a:pt x="76867" y="184976"/>
                  </a:lnTo>
                  <a:cubicBezTo>
                    <a:pt x="77438" y="173546"/>
                    <a:pt x="79629" y="162592"/>
                    <a:pt x="83344" y="152305"/>
                  </a:cubicBezTo>
                  <a:lnTo>
                    <a:pt x="83344" y="152305"/>
                  </a:lnTo>
                  <a:close/>
                  <a:moveTo>
                    <a:pt x="106013" y="114300"/>
                  </a:moveTo>
                  <a:lnTo>
                    <a:pt x="114109" y="122396"/>
                  </a:lnTo>
                  <a:cubicBezTo>
                    <a:pt x="107728" y="129540"/>
                    <a:pt x="102298" y="137541"/>
                    <a:pt x="98108" y="146304"/>
                  </a:cubicBezTo>
                  <a:lnTo>
                    <a:pt x="87535" y="141923"/>
                  </a:lnTo>
                  <a:cubicBezTo>
                    <a:pt x="92297" y="131826"/>
                    <a:pt x="98584" y="122492"/>
                    <a:pt x="105918" y="114300"/>
                  </a:cubicBezTo>
                  <a:lnTo>
                    <a:pt x="105918" y="114300"/>
                  </a:lnTo>
                  <a:close/>
                  <a:moveTo>
                    <a:pt x="141446" y="87916"/>
                  </a:moveTo>
                  <a:lnTo>
                    <a:pt x="145828" y="98489"/>
                  </a:lnTo>
                  <a:cubicBezTo>
                    <a:pt x="137160" y="102680"/>
                    <a:pt x="129159" y="108109"/>
                    <a:pt x="122015" y="114491"/>
                  </a:cubicBezTo>
                  <a:lnTo>
                    <a:pt x="113919" y="106394"/>
                  </a:lnTo>
                  <a:cubicBezTo>
                    <a:pt x="122111" y="98965"/>
                    <a:pt x="131350" y="92678"/>
                    <a:pt x="141446" y="87916"/>
                  </a:cubicBezTo>
                  <a:lnTo>
                    <a:pt x="141446" y="87916"/>
                  </a:lnTo>
                  <a:close/>
                  <a:moveTo>
                    <a:pt x="195358" y="88678"/>
                  </a:moveTo>
                  <a:lnTo>
                    <a:pt x="195358" y="77153"/>
                  </a:lnTo>
                  <a:cubicBezTo>
                    <a:pt x="206692" y="77724"/>
                    <a:pt x="217551" y="79915"/>
                    <a:pt x="227838" y="83534"/>
                  </a:cubicBezTo>
                  <a:lnTo>
                    <a:pt x="223456" y="94202"/>
                  </a:lnTo>
                  <a:cubicBezTo>
                    <a:pt x="214598" y="91059"/>
                    <a:pt x="205169" y="89154"/>
                    <a:pt x="195358" y="88583"/>
                  </a:cubicBezTo>
                  <a:lnTo>
                    <a:pt x="195358" y="88583"/>
                  </a:lnTo>
                  <a:close/>
                  <a:moveTo>
                    <a:pt x="184213" y="88678"/>
                  </a:moveTo>
                  <a:cubicBezTo>
                    <a:pt x="174403" y="89249"/>
                    <a:pt x="164973" y="91154"/>
                    <a:pt x="156115" y="94298"/>
                  </a:cubicBezTo>
                  <a:lnTo>
                    <a:pt x="151733" y="83725"/>
                  </a:lnTo>
                  <a:cubicBezTo>
                    <a:pt x="161925" y="80010"/>
                    <a:pt x="172879" y="77819"/>
                    <a:pt x="184213" y="77248"/>
                  </a:cubicBezTo>
                  <a:lnTo>
                    <a:pt x="184213" y="88773"/>
                  </a:lnTo>
                  <a:close/>
                  <a:moveTo>
                    <a:pt x="156115" y="286703"/>
                  </a:moveTo>
                  <a:cubicBezTo>
                    <a:pt x="164973" y="289846"/>
                    <a:pt x="174403" y="291751"/>
                    <a:pt x="184213" y="292322"/>
                  </a:cubicBezTo>
                  <a:lnTo>
                    <a:pt x="184213" y="303848"/>
                  </a:lnTo>
                  <a:cubicBezTo>
                    <a:pt x="172879" y="303276"/>
                    <a:pt x="161925" y="301085"/>
                    <a:pt x="151733" y="297371"/>
                  </a:cubicBezTo>
                  <a:lnTo>
                    <a:pt x="156115" y="286798"/>
                  </a:lnTo>
                  <a:close/>
                  <a:moveTo>
                    <a:pt x="195358" y="292322"/>
                  </a:moveTo>
                  <a:cubicBezTo>
                    <a:pt x="205169" y="291751"/>
                    <a:pt x="214598" y="289846"/>
                    <a:pt x="223456" y="286703"/>
                  </a:cubicBezTo>
                  <a:lnTo>
                    <a:pt x="227838" y="297275"/>
                  </a:lnTo>
                  <a:cubicBezTo>
                    <a:pt x="217646" y="300990"/>
                    <a:pt x="206692" y="303181"/>
                    <a:pt x="195358" y="303752"/>
                  </a:cubicBezTo>
                  <a:lnTo>
                    <a:pt x="195358" y="292227"/>
                  </a:lnTo>
                  <a:close/>
                  <a:moveTo>
                    <a:pt x="280225" y="190500"/>
                  </a:moveTo>
                  <a:cubicBezTo>
                    <a:pt x="280225" y="240602"/>
                    <a:pt x="239649" y="281369"/>
                    <a:pt x="189738" y="281369"/>
                  </a:cubicBezTo>
                  <a:cubicBezTo>
                    <a:pt x="139827" y="281369"/>
                    <a:pt x="99250" y="240602"/>
                    <a:pt x="99250" y="190500"/>
                  </a:cubicBezTo>
                  <a:cubicBezTo>
                    <a:pt x="99250" y="140399"/>
                    <a:pt x="139827" y="99632"/>
                    <a:pt x="189738" y="99632"/>
                  </a:cubicBezTo>
                  <a:cubicBezTo>
                    <a:pt x="239649" y="99632"/>
                    <a:pt x="280225" y="140399"/>
                    <a:pt x="280225" y="190500"/>
                  </a:cubicBezTo>
                  <a:lnTo>
                    <a:pt x="280225" y="190500"/>
                  </a:lnTo>
                  <a:close/>
                  <a:moveTo>
                    <a:pt x="257556" y="114586"/>
                  </a:moveTo>
                  <a:cubicBezTo>
                    <a:pt x="250412" y="108204"/>
                    <a:pt x="242411" y="102775"/>
                    <a:pt x="233744" y="98584"/>
                  </a:cubicBezTo>
                  <a:lnTo>
                    <a:pt x="238125" y="87821"/>
                  </a:lnTo>
                  <a:cubicBezTo>
                    <a:pt x="248221" y="92583"/>
                    <a:pt x="257461" y="98774"/>
                    <a:pt x="265747" y="106299"/>
                  </a:cubicBezTo>
                  <a:lnTo>
                    <a:pt x="257556" y="114586"/>
                  </a:lnTo>
                  <a:close/>
                  <a:moveTo>
                    <a:pt x="52102" y="348234"/>
                  </a:moveTo>
                  <a:cubicBezTo>
                    <a:pt x="49911" y="350425"/>
                    <a:pt x="49911" y="353949"/>
                    <a:pt x="52102" y="356140"/>
                  </a:cubicBezTo>
                  <a:lnTo>
                    <a:pt x="61341" y="365379"/>
                  </a:lnTo>
                  <a:cubicBezTo>
                    <a:pt x="62484" y="366522"/>
                    <a:pt x="62103" y="367760"/>
                    <a:pt x="61913" y="368237"/>
                  </a:cubicBezTo>
                  <a:cubicBezTo>
                    <a:pt x="61627" y="368808"/>
                    <a:pt x="61055" y="369856"/>
                    <a:pt x="59531" y="369856"/>
                  </a:cubicBezTo>
                  <a:lnTo>
                    <a:pt x="13716" y="369856"/>
                  </a:lnTo>
                  <a:cubicBezTo>
                    <a:pt x="12287" y="369856"/>
                    <a:pt x="11144" y="368713"/>
                    <a:pt x="11144" y="367284"/>
                  </a:cubicBezTo>
                  <a:lnTo>
                    <a:pt x="11144" y="321278"/>
                  </a:lnTo>
                  <a:cubicBezTo>
                    <a:pt x="11144" y="319659"/>
                    <a:pt x="12287" y="319088"/>
                    <a:pt x="12763" y="318897"/>
                  </a:cubicBezTo>
                  <a:cubicBezTo>
                    <a:pt x="13335" y="318611"/>
                    <a:pt x="14478" y="318421"/>
                    <a:pt x="15526" y="319469"/>
                  </a:cubicBezTo>
                  <a:lnTo>
                    <a:pt x="24765" y="328708"/>
                  </a:lnTo>
                  <a:cubicBezTo>
                    <a:pt x="25813" y="329756"/>
                    <a:pt x="27242" y="330327"/>
                    <a:pt x="28670" y="330327"/>
                  </a:cubicBezTo>
                  <a:cubicBezTo>
                    <a:pt x="30099" y="330327"/>
                    <a:pt x="31623" y="329756"/>
                    <a:pt x="32671" y="328708"/>
                  </a:cubicBezTo>
                  <a:lnTo>
                    <a:pt x="92869" y="268319"/>
                  </a:lnTo>
                  <a:cubicBezTo>
                    <a:pt x="98584" y="275558"/>
                    <a:pt x="105156" y="282035"/>
                    <a:pt x="112300" y="287846"/>
                  </a:cubicBezTo>
                  <a:lnTo>
                    <a:pt x="52102" y="348234"/>
                  </a:lnTo>
                  <a:close/>
                  <a:moveTo>
                    <a:pt x="346900" y="328708"/>
                  </a:moveTo>
                  <a:cubicBezTo>
                    <a:pt x="347948" y="329756"/>
                    <a:pt x="349377" y="330327"/>
                    <a:pt x="350901" y="330327"/>
                  </a:cubicBezTo>
                  <a:cubicBezTo>
                    <a:pt x="352425" y="330327"/>
                    <a:pt x="353854" y="329756"/>
                    <a:pt x="354902" y="328708"/>
                  </a:cubicBezTo>
                  <a:lnTo>
                    <a:pt x="364141" y="319469"/>
                  </a:lnTo>
                  <a:cubicBezTo>
                    <a:pt x="365188" y="318421"/>
                    <a:pt x="366331" y="318707"/>
                    <a:pt x="366903" y="318897"/>
                  </a:cubicBezTo>
                  <a:cubicBezTo>
                    <a:pt x="367379" y="319088"/>
                    <a:pt x="368522" y="319754"/>
                    <a:pt x="368522" y="321278"/>
                  </a:cubicBezTo>
                  <a:lnTo>
                    <a:pt x="368522" y="367284"/>
                  </a:lnTo>
                  <a:cubicBezTo>
                    <a:pt x="368522" y="368713"/>
                    <a:pt x="367379" y="369856"/>
                    <a:pt x="365950" y="369856"/>
                  </a:cubicBezTo>
                  <a:lnTo>
                    <a:pt x="320135" y="369856"/>
                  </a:lnTo>
                  <a:cubicBezTo>
                    <a:pt x="318611" y="369856"/>
                    <a:pt x="318040" y="368903"/>
                    <a:pt x="317754" y="368237"/>
                  </a:cubicBezTo>
                  <a:cubicBezTo>
                    <a:pt x="317563" y="367760"/>
                    <a:pt x="317182" y="366522"/>
                    <a:pt x="318325" y="365379"/>
                  </a:cubicBezTo>
                  <a:lnTo>
                    <a:pt x="327565" y="356140"/>
                  </a:lnTo>
                  <a:cubicBezTo>
                    <a:pt x="329755" y="353949"/>
                    <a:pt x="329755" y="350425"/>
                    <a:pt x="327565" y="348234"/>
                  </a:cubicBezTo>
                  <a:lnTo>
                    <a:pt x="267367" y="287846"/>
                  </a:lnTo>
                  <a:cubicBezTo>
                    <a:pt x="274511" y="282035"/>
                    <a:pt x="281083" y="275558"/>
                    <a:pt x="286798" y="268319"/>
                  </a:cubicBezTo>
                  <a:lnTo>
                    <a:pt x="346996" y="328708"/>
                  </a:lnTo>
                  <a:close/>
                  <a:moveTo>
                    <a:pt x="281369" y="146399"/>
                  </a:moveTo>
                  <a:cubicBezTo>
                    <a:pt x="277178" y="137636"/>
                    <a:pt x="271748" y="129635"/>
                    <a:pt x="265366" y="122492"/>
                  </a:cubicBezTo>
                  <a:lnTo>
                    <a:pt x="273558" y="114300"/>
                  </a:lnTo>
                  <a:cubicBezTo>
                    <a:pt x="280892" y="122492"/>
                    <a:pt x="287083" y="131826"/>
                    <a:pt x="291941" y="142018"/>
                  </a:cubicBezTo>
                  <a:lnTo>
                    <a:pt x="281369" y="146399"/>
                  </a:lnTo>
                  <a:close/>
                  <a:moveTo>
                    <a:pt x="286703" y="112681"/>
                  </a:moveTo>
                  <a:cubicBezTo>
                    <a:pt x="280988" y="105442"/>
                    <a:pt x="274415" y="98870"/>
                    <a:pt x="267271" y="93155"/>
                  </a:cubicBezTo>
                  <a:lnTo>
                    <a:pt x="327470" y="32766"/>
                  </a:lnTo>
                  <a:cubicBezTo>
                    <a:pt x="329660" y="30575"/>
                    <a:pt x="329660" y="27051"/>
                    <a:pt x="327470" y="24860"/>
                  </a:cubicBezTo>
                  <a:lnTo>
                    <a:pt x="318230" y="15621"/>
                  </a:lnTo>
                  <a:cubicBezTo>
                    <a:pt x="317087" y="14478"/>
                    <a:pt x="317468" y="13240"/>
                    <a:pt x="317659" y="12764"/>
                  </a:cubicBezTo>
                  <a:cubicBezTo>
                    <a:pt x="317945" y="12192"/>
                    <a:pt x="318516" y="11144"/>
                    <a:pt x="320040" y="11144"/>
                  </a:cubicBezTo>
                  <a:lnTo>
                    <a:pt x="365855" y="11144"/>
                  </a:lnTo>
                  <a:cubicBezTo>
                    <a:pt x="367284" y="11144"/>
                    <a:pt x="368427" y="12287"/>
                    <a:pt x="368427" y="13716"/>
                  </a:cubicBezTo>
                  <a:lnTo>
                    <a:pt x="368427" y="59722"/>
                  </a:lnTo>
                  <a:cubicBezTo>
                    <a:pt x="368427" y="61341"/>
                    <a:pt x="367284" y="61913"/>
                    <a:pt x="366808" y="62103"/>
                  </a:cubicBezTo>
                  <a:cubicBezTo>
                    <a:pt x="366236" y="62389"/>
                    <a:pt x="365093" y="62579"/>
                    <a:pt x="364046" y="61532"/>
                  </a:cubicBezTo>
                  <a:lnTo>
                    <a:pt x="354806" y="52292"/>
                  </a:lnTo>
                  <a:cubicBezTo>
                    <a:pt x="353758" y="51245"/>
                    <a:pt x="352330" y="50673"/>
                    <a:pt x="350806" y="50673"/>
                  </a:cubicBezTo>
                  <a:cubicBezTo>
                    <a:pt x="349282" y="50673"/>
                    <a:pt x="347853" y="51245"/>
                    <a:pt x="346805" y="52292"/>
                  </a:cubicBezTo>
                  <a:lnTo>
                    <a:pt x="286703" y="11268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4908994" y="2196465"/>
              <a:ext cx="37147" cy="65151"/>
            </a:xfrm>
            <a:custGeom>
              <a:rect b="b" l="l" r="r" t="t"/>
              <a:pathLst>
                <a:path extrusionOk="0" h="65151" w="37147">
                  <a:moveTo>
                    <a:pt x="24194" y="59341"/>
                  </a:moveTo>
                  <a:lnTo>
                    <a:pt x="24194" y="58198"/>
                  </a:lnTo>
                  <a:cubicBezTo>
                    <a:pt x="31528" y="56959"/>
                    <a:pt x="37147" y="50578"/>
                    <a:pt x="37147" y="42863"/>
                  </a:cubicBezTo>
                  <a:cubicBezTo>
                    <a:pt x="37147" y="34290"/>
                    <a:pt x="30194" y="27241"/>
                    <a:pt x="21622" y="27241"/>
                  </a:cubicBezTo>
                  <a:lnTo>
                    <a:pt x="15621" y="27241"/>
                  </a:lnTo>
                  <a:cubicBezTo>
                    <a:pt x="13240" y="27241"/>
                    <a:pt x="11239" y="25241"/>
                    <a:pt x="11239" y="22860"/>
                  </a:cubicBezTo>
                  <a:cubicBezTo>
                    <a:pt x="11239" y="20479"/>
                    <a:pt x="13240" y="18479"/>
                    <a:pt x="15621" y="18479"/>
                  </a:cubicBezTo>
                  <a:lnTo>
                    <a:pt x="21622" y="18479"/>
                  </a:lnTo>
                  <a:cubicBezTo>
                    <a:pt x="23050" y="18479"/>
                    <a:pt x="24479" y="19241"/>
                    <a:pt x="25241" y="20383"/>
                  </a:cubicBezTo>
                  <a:cubicBezTo>
                    <a:pt x="26956" y="22955"/>
                    <a:pt x="30385" y="23622"/>
                    <a:pt x="32956" y="21907"/>
                  </a:cubicBezTo>
                  <a:cubicBezTo>
                    <a:pt x="35528" y="20193"/>
                    <a:pt x="36195" y="16764"/>
                    <a:pt x="34480" y="14192"/>
                  </a:cubicBezTo>
                  <a:cubicBezTo>
                    <a:pt x="32099" y="10573"/>
                    <a:pt x="28289" y="8191"/>
                    <a:pt x="24194" y="7525"/>
                  </a:cubicBezTo>
                  <a:lnTo>
                    <a:pt x="24194" y="5620"/>
                  </a:lnTo>
                  <a:cubicBezTo>
                    <a:pt x="24194" y="2572"/>
                    <a:pt x="21717" y="0"/>
                    <a:pt x="18574" y="0"/>
                  </a:cubicBezTo>
                  <a:cubicBezTo>
                    <a:pt x="15430" y="0"/>
                    <a:pt x="12954" y="2477"/>
                    <a:pt x="12954" y="5620"/>
                  </a:cubicBezTo>
                  <a:lnTo>
                    <a:pt x="12954" y="7525"/>
                  </a:lnTo>
                  <a:cubicBezTo>
                    <a:pt x="5620" y="8763"/>
                    <a:pt x="0" y="15145"/>
                    <a:pt x="0" y="22860"/>
                  </a:cubicBezTo>
                  <a:cubicBezTo>
                    <a:pt x="0" y="31432"/>
                    <a:pt x="6953" y="38481"/>
                    <a:pt x="15526" y="38481"/>
                  </a:cubicBezTo>
                  <a:lnTo>
                    <a:pt x="21527" y="38481"/>
                  </a:lnTo>
                  <a:cubicBezTo>
                    <a:pt x="23908" y="38481"/>
                    <a:pt x="25908" y="40481"/>
                    <a:pt x="25908" y="42863"/>
                  </a:cubicBezTo>
                  <a:cubicBezTo>
                    <a:pt x="25908" y="45244"/>
                    <a:pt x="23908" y="47339"/>
                    <a:pt x="21527" y="47339"/>
                  </a:cubicBezTo>
                  <a:lnTo>
                    <a:pt x="15526" y="47339"/>
                  </a:lnTo>
                  <a:cubicBezTo>
                    <a:pt x="13716" y="47339"/>
                    <a:pt x="12192" y="46291"/>
                    <a:pt x="11525" y="44672"/>
                  </a:cubicBezTo>
                  <a:cubicBezTo>
                    <a:pt x="10287" y="41815"/>
                    <a:pt x="7048" y="40481"/>
                    <a:pt x="4191" y="41719"/>
                  </a:cubicBezTo>
                  <a:cubicBezTo>
                    <a:pt x="1333" y="42958"/>
                    <a:pt x="0" y="46196"/>
                    <a:pt x="1238" y="49054"/>
                  </a:cubicBezTo>
                  <a:cubicBezTo>
                    <a:pt x="3334" y="54007"/>
                    <a:pt x="7811" y="57531"/>
                    <a:pt x="13049" y="58388"/>
                  </a:cubicBezTo>
                  <a:lnTo>
                    <a:pt x="13049" y="59531"/>
                  </a:lnTo>
                  <a:cubicBezTo>
                    <a:pt x="13049" y="62579"/>
                    <a:pt x="15526" y="65151"/>
                    <a:pt x="18669" y="65151"/>
                  </a:cubicBezTo>
                  <a:cubicBezTo>
                    <a:pt x="21812" y="65151"/>
                    <a:pt x="24289" y="62675"/>
                    <a:pt x="24289" y="59531"/>
                  </a:cubicBezTo>
                  <a:lnTo>
                    <a:pt x="24289" y="595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4852606" y="2153602"/>
              <a:ext cx="149923" cy="149447"/>
            </a:xfrm>
            <a:custGeom>
              <a:rect b="b" l="l" r="r" t="t"/>
              <a:pathLst>
                <a:path extrusionOk="0" h="149447" w="149923">
                  <a:moveTo>
                    <a:pt x="74962" y="0"/>
                  </a:moveTo>
                  <a:cubicBezTo>
                    <a:pt x="33623" y="0"/>
                    <a:pt x="0" y="33719"/>
                    <a:pt x="0" y="75248"/>
                  </a:cubicBezTo>
                  <a:cubicBezTo>
                    <a:pt x="0" y="111538"/>
                    <a:pt x="25813" y="142685"/>
                    <a:pt x="61246" y="149257"/>
                  </a:cubicBezTo>
                  <a:cubicBezTo>
                    <a:pt x="64294" y="149828"/>
                    <a:pt x="67151" y="147828"/>
                    <a:pt x="67723" y="144780"/>
                  </a:cubicBezTo>
                  <a:cubicBezTo>
                    <a:pt x="68294" y="141732"/>
                    <a:pt x="66294" y="138875"/>
                    <a:pt x="63246" y="138303"/>
                  </a:cubicBezTo>
                  <a:cubicBezTo>
                    <a:pt x="33052" y="132683"/>
                    <a:pt x="11144" y="106204"/>
                    <a:pt x="11144" y="75343"/>
                  </a:cubicBezTo>
                  <a:cubicBezTo>
                    <a:pt x="11144" y="40005"/>
                    <a:pt x="39815" y="11239"/>
                    <a:pt x="74962" y="11239"/>
                  </a:cubicBezTo>
                  <a:cubicBezTo>
                    <a:pt x="110109" y="11239"/>
                    <a:pt x="138779" y="40005"/>
                    <a:pt x="138779" y="75343"/>
                  </a:cubicBezTo>
                  <a:cubicBezTo>
                    <a:pt x="138779" y="106490"/>
                    <a:pt x="116586" y="133064"/>
                    <a:pt x="86106" y="138398"/>
                  </a:cubicBezTo>
                  <a:cubicBezTo>
                    <a:pt x="83058" y="138970"/>
                    <a:pt x="81058" y="141827"/>
                    <a:pt x="81534" y="144875"/>
                  </a:cubicBezTo>
                  <a:cubicBezTo>
                    <a:pt x="82010" y="147542"/>
                    <a:pt x="84392" y="149447"/>
                    <a:pt x="87058" y="149447"/>
                  </a:cubicBezTo>
                  <a:cubicBezTo>
                    <a:pt x="87344" y="149447"/>
                    <a:pt x="87725" y="149447"/>
                    <a:pt x="88011" y="149447"/>
                  </a:cubicBezTo>
                  <a:cubicBezTo>
                    <a:pt x="123920" y="143066"/>
                    <a:pt x="149924" y="111919"/>
                    <a:pt x="149924" y="75343"/>
                  </a:cubicBezTo>
                  <a:cubicBezTo>
                    <a:pt x="149924" y="33814"/>
                    <a:pt x="116300" y="95"/>
                    <a:pt x="74962" y="95"/>
                  </a:cubicBezTo>
                  <a:lnTo>
                    <a:pt x="74962" y="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4883668" y="2193195"/>
              <a:ext cx="16784" cy="18699"/>
            </a:xfrm>
            <a:custGeom>
              <a:rect b="b" l="l" r="r" t="t"/>
              <a:pathLst>
                <a:path extrusionOk="0" h="18699" w="16784">
                  <a:moveTo>
                    <a:pt x="14848" y="1460"/>
                  </a:moveTo>
                  <a:cubicBezTo>
                    <a:pt x="12562" y="-636"/>
                    <a:pt x="9038" y="-445"/>
                    <a:pt x="6943" y="1841"/>
                  </a:cubicBezTo>
                  <a:cubicBezTo>
                    <a:pt x="4561" y="4412"/>
                    <a:pt x="2466" y="7270"/>
                    <a:pt x="751" y="10318"/>
                  </a:cubicBezTo>
                  <a:cubicBezTo>
                    <a:pt x="-772" y="12985"/>
                    <a:pt x="85" y="16414"/>
                    <a:pt x="2752" y="17938"/>
                  </a:cubicBezTo>
                  <a:cubicBezTo>
                    <a:pt x="3609" y="18414"/>
                    <a:pt x="4561" y="18700"/>
                    <a:pt x="5609" y="18700"/>
                  </a:cubicBezTo>
                  <a:cubicBezTo>
                    <a:pt x="7514" y="18700"/>
                    <a:pt x="9419" y="17747"/>
                    <a:pt x="10467" y="15938"/>
                  </a:cubicBezTo>
                  <a:cubicBezTo>
                    <a:pt x="11800" y="13556"/>
                    <a:pt x="13420" y="11366"/>
                    <a:pt x="15324" y="9365"/>
                  </a:cubicBezTo>
                  <a:cubicBezTo>
                    <a:pt x="17420" y="7079"/>
                    <a:pt x="17230" y="3555"/>
                    <a:pt x="14944" y="1460"/>
                  </a:cubicBezTo>
                  <a:lnTo>
                    <a:pt x="14944" y="14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4955297" y="2193714"/>
              <a:ext cx="16622" cy="18848"/>
            </a:xfrm>
            <a:custGeom>
              <a:rect b="b" l="l" r="r" t="t"/>
              <a:pathLst>
                <a:path extrusionOk="0" h="18848" w="16622">
                  <a:moveTo>
                    <a:pt x="9799" y="1894"/>
                  </a:moveTo>
                  <a:cubicBezTo>
                    <a:pt x="7799" y="-392"/>
                    <a:pt x="4275" y="-678"/>
                    <a:pt x="1893" y="1417"/>
                  </a:cubicBezTo>
                  <a:cubicBezTo>
                    <a:pt x="-392" y="3418"/>
                    <a:pt x="-678" y="6942"/>
                    <a:pt x="1417" y="9323"/>
                  </a:cubicBezTo>
                  <a:cubicBezTo>
                    <a:pt x="3227" y="11323"/>
                    <a:pt x="4846" y="13609"/>
                    <a:pt x="6180" y="15991"/>
                  </a:cubicBezTo>
                  <a:cubicBezTo>
                    <a:pt x="7227" y="17800"/>
                    <a:pt x="9133" y="18848"/>
                    <a:pt x="11037" y="18848"/>
                  </a:cubicBezTo>
                  <a:cubicBezTo>
                    <a:pt x="11990" y="18848"/>
                    <a:pt x="12943" y="18658"/>
                    <a:pt x="13800" y="18086"/>
                  </a:cubicBezTo>
                  <a:cubicBezTo>
                    <a:pt x="16467" y="16562"/>
                    <a:pt x="17419" y="13133"/>
                    <a:pt x="15895" y="10466"/>
                  </a:cubicBezTo>
                  <a:cubicBezTo>
                    <a:pt x="14181" y="7418"/>
                    <a:pt x="12180" y="4561"/>
                    <a:pt x="9799" y="1894"/>
                  </a:cubicBezTo>
                  <a:lnTo>
                    <a:pt x="9799" y="189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4877561" y="2218330"/>
              <a:ext cx="11455" cy="20520"/>
            </a:xfrm>
            <a:custGeom>
              <a:rect b="b" l="l" r="r" t="t"/>
              <a:pathLst>
                <a:path extrusionOk="0" h="20520" w="11455">
                  <a:moveTo>
                    <a:pt x="6477" y="42"/>
                  </a:moveTo>
                  <a:cubicBezTo>
                    <a:pt x="3429" y="-339"/>
                    <a:pt x="667" y="1947"/>
                    <a:pt x="286" y="4995"/>
                  </a:cubicBezTo>
                  <a:cubicBezTo>
                    <a:pt x="95" y="6804"/>
                    <a:pt x="0" y="8614"/>
                    <a:pt x="0" y="10424"/>
                  </a:cubicBezTo>
                  <a:cubicBezTo>
                    <a:pt x="0" y="12043"/>
                    <a:pt x="0" y="13758"/>
                    <a:pt x="286" y="15472"/>
                  </a:cubicBezTo>
                  <a:cubicBezTo>
                    <a:pt x="572" y="18330"/>
                    <a:pt x="2953" y="20520"/>
                    <a:pt x="5810" y="20520"/>
                  </a:cubicBezTo>
                  <a:cubicBezTo>
                    <a:pt x="6001" y="20520"/>
                    <a:pt x="6191" y="20520"/>
                    <a:pt x="6382" y="20520"/>
                  </a:cubicBezTo>
                  <a:cubicBezTo>
                    <a:pt x="9430" y="20235"/>
                    <a:pt x="11716" y="17472"/>
                    <a:pt x="11430" y="14424"/>
                  </a:cubicBezTo>
                  <a:cubicBezTo>
                    <a:pt x="11335" y="13091"/>
                    <a:pt x="11240" y="11853"/>
                    <a:pt x="11240" y="10519"/>
                  </a:cubicBezTo>
                  <a:cubicBezTo>
                    <a:pt x="11240" y="9090"/>
                    <a:pt x="11240" y="7662"/>
                    <a:pt x="11430" y="6233"/>
                  </a:cubicBezTo>
                  <a:cubicBezTo>
                    <a:pt x="11716" y="3185"/>
                    <a:pt x="9525" y="423"/>
                    <a:pt x="6477" y="42"/>
                  </a:cubicBezTo>
                  <a:lnTo>
                    <a:pt x="6477" y="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4955064" y="2245719"/>
              <a:ext cx="16593" cy="18658"/>
            </a:xfrm>
            <a:custGeom>
              <a:rect b="b" l="l" r="r" t="t"/>
              <a:pathLst>
                <a:path extrusionOk="0" h="18658" w="16593">
                  <a:moveTo>
                    <a:pt x="1745" y="17230"/>
                  </a:moveTo>
                  <a:cubicBezTo>
                    <a:pt x="2793" y="18182"/>
                    <a:pt x="4126" y="18658"/>
                    <a:pt x="5460" y="18658"/>
                  </a:cubicBezTo>
                  <a:cubicBezTo>
                    <a:pt x="6984" y="18658"/>
                    <a:pt x="8508" y="17992"/>
                    <a:pt x="9651" y="16849"/>
                  </a:cubicBezTo>
                  <a:cubicBezTo>
                    <a:pt x="12032" y="14277"/>
                    <a:pt x="14033" y="11419"/>
                    <a:pt x="15842" y="8371"/>
                  </a:cubicBezTo>
                  <a:cubicBezTo>
                    <a:pt x="17366" y="5704"/>
                    <a:pt x="16509" y="2275"/>
                    <a:pt x="13842" y="751"/>
                  </a:cubicBezTo>
                  <a:cubicBezTo>
                    <a:pt x="11175" y="-773"/>
                    <a:pt x="7746" y="85"/>
                    <a:pt x="6222" y="2752"/>
                  </a:cubicBezTo>
                  <a:cubicBezTo>
                    <a:pt x="4889" y="5133"/>
                    <a:pt x="3269" y="7324"/>
                    <a:pt x="1459" y="9324"/>
                  </a:cubicBezTo>
                  <a:cubicBezTo>
                    <a:pt x="-636" y="11610"/>
                    <a:pt x="-445" y="15134"/>
                    <a:pt x="1841" y="17230"/>
                  </a:cubicBezTo>
                  <a:lnTo>
                    <a:pt x="1841" y="172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4883406" y="2245267"/>
              <a:ext cx="16584" cy="18824"/>
            </a:xfrm>
            <a:custGeom>
              <a:rect b="b" l="l" r="r" t="t"/>
              <a:pathLst>
                <a:path extrusionOk="0" h="18824" w="16584">
                  <a:moveTo>
                    <a:pt x="6823" y="16920"/>
                  </a:moveTo>
                  <a:cubicBezTo>
                    <a:pt x="7966" y="18158"/>
                    <a:pt x="9490" y="18825"/>
                    <a:pt x="11014" y="18825"/>
                  </a:cubicBezTo>
                  <a:cubicBezTo>
                    <a:pt x="12348" y="18825"/>
                    <a:pt x="13681" y="18349"/>
                    <a:pt x="14729" y="17396"/>
                  </a:cubicBezTo>
                  <a:cubicBezTo>
                    <a:pt x="17015" y="15396"/>
                    <a:pt x="17206" y="11776"/>
                    <a:pt x="15206" y="9490"/>
                  </a:cubicBezTo>
                  <a:cubicBezTo>
                    <a:pt x="13396" y="7490"/>
                    <a:pt x="11776" y="5204"/>
                    <a:pt x="10443" y="2823"/>
                  </a:cubicBezTo>
                  <a:cubicBezTo>
                    <a:pt x="8919" y="156"/>
                    <a:pt x="5490" y="-797"/>
                    <a:pt x="2823" y="727"/>
                  </a:cubicBezTo>
                  <a:cubicBezTo>
                    <a:pt x="156" y="2251"/>
                    <a:pt x="-797" y="5680"/>
                    <a:pt x="727" y="8347"/>
                  </a:cubicBezTo>
                  <a:cubicBezTo>
                    <a:pt x="2442" y="11395"/>
                    <a:pt x="4538" y="14253"/>
                    <a:pt x="6823" y="16920"/>
                  </a:cubicBezTo>
                  <a:lnTo>
                    <a:pt x="6823" y="169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4931530" y="2179663"/>
              <a:ext cx="20044" cy="14134"/>
            </a:xfrm>
            <a:custGeom>
              <a:rect b="b" l="l" r="r" t="t"/>
              <a:pathLst>
                <a:path extrusionOk="0" h="14134" w="20044">
                  <a:moveTo>
                    <a:pt x="12230" y="13659"/>
                  </a:moveTo>
                  <a:cubicBezTo>
                    <a:pt x="12992" y="14040"/>
                    <a:pt x="13754" y="14135"/>
                    <a:pt x="14516" y="14135"/>
                  </a:cubicBezTo>
                  <a:cubicBezTo>
                    <a:pt x="16611" y="14135"/>
                    <a:pt x="18612" y="12897"/>
                    <a:pt x="19564" y="10896"/>
                  </a:cubicBezTo>
                  <a:cubicBezTo>
                    <a:pt x="20802" y="8134"/>
                    <a:pt x="19564" y="4800"/>
                    <a:pt x="16802" y="3467"/>
                  </a:cubicBezTo>
                  <a:cubicBezTo>
                    <a:pt x="13563" y="2038"/>
                    <a:pt x="10230" y="895"/>
                    <a:pt x="6801" y="133"/>
                  </a:cubicBezTo>
                  <a:cubicBezTo>
                    <a:pt x="3753" y="-534"/>
                    <a:pt x="800" y="1371"/>
                    <a:pt x="133" y="4324"/>
                  </a:cubicBezTo>
                  <a:cubicBezTo>
                    <a:pt x="-534" y="7372"/>
                    <a:pt x="1371" y="10325"/>
                    <a:pt x="4324" y="10992"/>
                  </a:cubicBezTo>
                  <a:cubicBezTo>
                    <a:pt x="6991" y="11563"/>
                    <a:pt x="9563" y="12420"/>
                    <a:pt x="12039" y="13563"/>
                  </a:cubicBezTo>
                  <a:lnTo>
                    <a:pt x="12039" y="1356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4903751" y="2263993"/>
              <a:ext cx="20044" cy="14101"/>
            </a:xfrm>
            <a:custGeom>
              <a:rect b="b" l="l" r="r" t="t"/>
              <a:pathLst>
                <a:path extrusionOk="0" h="14101" w="20044">
                  <a:moveTo>
                    <a:pt x="15625" y="3052"/>
                  </a:moveTo>
                  <a:cubicBezTo>
                    <a:pt x="12958" y="2481"/>
                    <a:pt x="10387" y="1623"/>
                    <a:pt x="7910" y="480"/>
                  </a:cubicBezTo>
                  <a:cubicBezTo>
                    <a:pt x="5148" y="-758"/>
                    <a:pt x="1814" y="480"/>
                    <a:pt x="480" y="3243"/>
                  </a:cubicBezTo>
                  <a:cubicBezTo>
                    <a:pt x="-758" y="6005"/>
                    <a:pt x="480" y="9339"/>
                    <a:pt x="3243" y="10672"/>
                  </a:cubicBezTo>
                  <a:cubicBezTo>
                    <a:pt x="6481" y="12101"/>
                    <a:pt x="9815" y="13244"/>
                    <a:pt x="13244" y="14006"/>
                  </a:cubicBezTo>
                  <a:cubicBezTo>
                    <a:pt x="13625" y="14006"/>
                    <a:pt x="14006" y="14101"/>
                    <a:pt x="14482" y="14101"/>
                  </a:cubicBezTo>
                  <a:cubicBezTo>
                    <a:pt x="17054" y="14101"/>
                    <a:pt x="19340" y="12291"/>
                    <a:pt x="19912" y="9720"/>
                  </a:cubicBezTo>
                  <a:cubicBezTo>
                    <a:pt x="20578" y="6672"/>
                    <a:pt x="18673" y="3719"/>
                    <a:pt x="15625" y="3052"/>
                  </a:cubicBezTo>
                  <a:lnTo>
                    <a:pt x="15625" y="30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4904324" y="2179504"/>
              <a:ext cx="20010" cy="14007"/>
            </a:xfrm>
            <a:custGeom>
              <a:rect b="b" l="l" r="r" t="t"/>
              <a:pathLst>
                <a:path extrusionOk="0" h="14007" w="20010">
                  <a:moveTo>
                    <a:pt x="5432" y="14008"/>
                  </a:moveTo>
                  <a:cubicBezTo>
                    <a:pt x="6194" y="14008"/>
                    <a:pt x="6956" y="13817"/>
                    <a:pt x="7718" y="13531"/>
                  </a:cubicBezTo>
                  <a:cubicBezTo>
                    <a:pt x="10194" y="12484"/>
                    <a:pt x="12766" y="11626"/>
                    <a:pt x="15528" y="11055"/>
                  </a:cubicBezTo>
                  <a:cubicBezTo>
                    <a:pt x="18576" y="10388"/>
                    <a:pt x="20481" y="7531"/>
                    <a:pt x="19910" y="4483"/>
                  </a:cubicBezTo>
                  <a:cubicBezTo>
                    <a:pt x="19338" y="1435"/>
                    <a:pt x="16385" y="-470"/>
                    <a:pt x="13338" y="101"/>
                  </a:cubicBezTo>
                  <a:cubicBezTo>
                    <a:pt x="9908" y="768"/>
                    <a:pt x="6575" y="1911"/>
                    <a:pt x="3336" y="3244"/>
                  </a:cubicBezTo>
                  <a:cubicBezTo>
                    <a:pt x="479" y="4483"/>
                    <a:pt x="-760" y="7816"/>
                    <a:pt x="479" y="10579"/>
                  </a:cubicBezTo>
                  <a:cubicBezTo>
                    <a:pt x="1431" y="12674"/>
                    <a:pt x="3431" y="13912"/>
                    <a:pt x="5622" y="13912"/>
                  </a:cubicBezTo>
                  <a:lnTo>
                    <a:pt x="5622" y="139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4966197" y="2218711"/>
              <a:ext cx="11376" cy="20425"/>
            </a:xfrm>
            <a:custGeom>
              <a:rect b="b" l="l" r="r" t="t"/>
              <a:pathLst>
                <a:path extrusionOk="0" h="20425" w="11376">
                  <a:moveTo>
                    <a:pt x="4994" y="20425"/>
                  </a:moveTo>
                  <a:cubicBezTo>
                    <a:pt x="4994" y="20425"/>
                    <a:pt x="5376" y="20425"/>
                    <a:pt x="5566" y="20425"/>
                  </a:cubicBezTo>
                  <a:cubicBezTo>
                    <a:pt x="8423" y="20425"/>
                    <a:pt x="10805" y="18330"/>
                    <a:pt x="11090" y="15472"/>
                  </a:cubicBezTo>
                  <a:cubicBezTo>
                    <a:pt x="11281" y="13758"/>
                    <a:pt x="11376" y="11948"/>
                    <a:pt x="11376" y="10233"/>
                  </a:cubicBezTo>
                  <a:cubicBezTo>
                    <a:pt x="11376" y="8519"/>
                    <a:pt x="11376" y="6709"/>
                    <a:pt x="11090" y="4995"/>
                  </a:cubicBezTo>
                  <a:cubicBezTo>
                    <a:pt x="10805" y="1947"/>
                    <a:pt x="8043" y="-339"/>
                    <a:pt x="4994" y="42"/>
                  </a:cubicBezTo>
                  <a:cubicBezTo>
                    <a:pt x="1946" y="327"/>
                    <a:pt x="-340" y="3090"/>
                    <a:pt x="42" y="6138"/>
                  </a:cubicBezTo>
                  <a:cubicBezTo>
                    <a:pt x="137" y="7471"/>
                    <a:pt x="232" y="8900"/>
                    <a:pt x="232" y="10233"/>
                  </a:cubicBezTo>
                  <a:cubicBezTo>
                    <a:pt x="232" y="11567"/>
                    <a:pt x="232" y="12996"/>
                    <a:pt x="42" y="14329"/>
                  </a:cubicBezTo>
                  <a:cubicBezTo>
                    <a:pt x="-244" y="17377"/>
                    <a:pt x="1946" y="20139"/>
                    <a:pt x="4994" y="20425"/>
                  </a:cubicBezTo>
                  <a:lnTo>
                    <a:pt x="4994" y="204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4931244" y="2264090"/>
              <a:ext cx="19947" cy="14004"/>
            </a:xfrm>
            <a:custGeom>
              <a:rect b="b" l="l" r="r" t="t"/>
              <a:pathLst>
                <a:path extrusionOk="0" h="14004" w="19947">
                  <a:moveTo>
                    <a:pt x="6610" y="13909"/>
                  </a:moveTo>
                  <a:cubicBezTo>
                    <a:pt x="10039" y="13147"/>
                    <a:pt x="13373" y="12099"/>
                    <a:pt x="16611" y="10670"/>
                  </a:cubicBezTo>
                  <a:cubicBezTo>
                    <a:pt x="19469" y="9432"/>
                    <a:pt x="20707" y="6098"/>
                    <a:pt x="19469" y="3336"/>
                  </a:cubicBezTo>
                  <a:cubicBezTo>
                    <a:pt x="18230" y="479"/>
                    <a:pt x="14897" y="-760"/>
                    <a:pt x="12134" y="479"/>
                  </a:cubicBezTo>
                  <a:cubicBezTo>
                    <a:pt x="9658" y="1622"/>
                    <a:pt x="7086" y="2384"/>
                    <a:pt x="4419" y="2955"/>
                  </a:cubicBezTo>
                  <a:cubicBezTo>
                    <a:pt x="1371" y="3622"/>
                    <a:pt x="-534" y="6575"/>
                    <a:pt x="133" y="9527"/>
                  </a:cubicBezTo>
                  <a:cubicBezTo>
                    <a:pt x="704" y="12194"/>
                    <a:pt x="2990" y="14004"/>
                    <a:pt x="5562" y="14004"/>
                  </a:cubicBezTo>
                  <a:cubicBezTo>
                    <a:pt x="5943" y="14004"/>
                    <a:pt x="6324" y="14004"/>
                    <a:pt x="6705" y="13909"/>
                  </a:cubicBezTo>
                  <a:lnTo>
                    <a:pt x="6705" y="139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Stock Market Infographics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1112117" y="3045525"/>
            <a:ext cx="613200" cy="61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3217113" y="3045525"/>
            <a:ext cx="613200" cy="61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5322110" y="3045525"/>
            <a:ext cx="613200" cy="61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7427106" y="3045525"/>
            <a:ext cx="613200" cy="61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2557563" y="4066990"/>
            <a:ext cx="193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452567" y="4066990"/>
            <a:ext cx="193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4662560" y="4066990"/>
            <a:ext cx="193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6767556" y="4066990"/>
            <a:ext cx="193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2557563" y="3811113"/>
            <a:ext cx="1932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Mercury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4662560" y="3811113"/>
            <a:ext cx="1932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Saturn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452567" y="3811113"/>
            <a:ext cx="1932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Earth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6767556" y="3811113"/>
            <a:ext cx="1932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05" name="Google Shape;205;p19"/>
          <p:cNvCxnSpPr>
            <a:stCxn id="193" idx="3"/>
            <a:endCxn id="194" idx="1"/>
          </p:cNvCxnSpPr>
          <p:nvPr/>
        </p:nvCxnSpPr>
        <p:spPr>
          <a:xfrm>
            <a:off x="1725317" y="3352125"/>
            <a:ext cx="14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oval"/>
            <a:tailEnd len="med" w="med" type="none"/>
          </a:ln>
        </p:spPr>
      </p:cxnSp>
      <p:cxnSp>
        <p:nvCxnSpPr>
          <p:cNvPr id="206" name="Google Shape;206;p19"/>
          <p:cNvCxnSpPr>
            <a:stCxn id="194" idx="3"/>
            <a:endCxn id="195" idx="1"/>
          </p:cNvCxnSpPr>
          <p:nvPr/>
        </p:nvCxnSpPr>
        <p:spPr>
          <a:xfrm>
            <a:off x="3830313" y="3352125"/>
            <a:ext cx="14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19"/>
          <p:cNvCxnSpPr>
            <a:stCxn id="195" idx="3"/>
            <a:endCxn id="196" idx="1"/>
          </p:cNvCxnSpPr>
          <p:nvPr/>
        </p:nvCxnSpPr>
        <p:spPr>
          <a:xfrm>
            <a:off x="5935310" y="3352125"/>
            <a:ext cx="14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8" name="Google Shape;208;p19"/>
          <p:cNvSpPr/>
          <p:nvPr/>
        </p:nvSpPr>
        <p:spPr>
          <a:xfrm>
            <a:off x="1112117" y="2138188"/>
            <a:ext cx="613200" cy="61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3217113" y="2138188"/>
            <a:ext cx="613200" cy="61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5322110" y="2138188"/>
            <a:ext cx="613200" cy="61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7427106" y="2138188"/>
            <a:ext cx="613200" cy="61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12" name="Google Shape;212;p19"/>
          <p:cNvCxnSpPr>
            <a:stCxn id="208" idx="3"/>
            <a:endCxn id="209" idx="1"/>
          </p:cNvCxnSpPr>
          <p:nvPr/>
        </p:nvCxnSpPr>
        <p:spPr>
          <a:xfrm>
            <a:off x="1725317" y="2444788"/>
            <a:ext cx="14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19"/>
          <p:cNvCxnSpPr>
            <a:stCxn id="209" idx="3"/>
            <a:endCxn id="210" idx="1"/>
          </p:cNvCxnSpPr>
          <p:nvPr/>
        </p:nvCxnSpPr>
        <p:spPr>
          <a:xfrm>
            <a:off x="3830313" y="2444788"/>
            <a:ext cx="14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19"/>
          <p:cNvCxnSpPr>
            <a:stCxn id="210" idx="3"/>
            <a:endCxn id="211" idx="1"/>
          </p:cNvCxnSpPr>
          <p:nvPr/>
        </p:nvCxnSpPr>
        <p:spPr>
          <a:xfrm>
            <a:off x="5935310" y="2444788"/>
            <a:ext cx="14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  <p:sp>
        <p:nvSpPr>
          <p:cNvPr id="215" name="Google Shape;215;p19"/>
          <p:cNvSpPr txBox="1"/>
          <p:nvPr/>
        </p:nvSpPr>
        <p:spPr>
          <a:xfrm>
            <a:off x="2557563" y="1133790"/>
            <a:ext cx="193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far away from us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452567" y="1133790"/>
            <a:ext cx="193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4662560" y="1133790"/>
            <a:ext cx="193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6767556" y="1133790"/>
            <a:ext cx="193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Moon is Earth’s only natural satellite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2557563" y="1651000"/>
            <a:ext cx="1932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Neptune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4662560" y="1651000"/>
            <a:ext cx="1932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452567" y="1651000"/>
            <a:ext cx="1932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6767556" y="1651000"/>
            <a:ext cx="1932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Moon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23" name="Google Shape;223;p19"/>
          <p:cNvGrpSpPr/>
          <p:nvPr/>
        </p:nvGrpSpPr>
        <p:grpSpPr>
          <a:xfrm>
            <a:off x="5415601" y="2231679"/>
            <a:ext cx="426217" cy="426217"/>
            <a:chOff x="7068216" y="4438269"/>
            <a:chExt cx="381095" cy="381095"/>
          </a:xfrm>
        </p:grpSpPr>
        <p:sp>
          <p:nvSpPr>
            <p:cNvPr id="224" name="Google Shape;224;p19"/>
            <p:cNvSpPr/>
            <p:nvPr/>
          </p:nvSpPr>
          <p:spPr>
            <a:xfrm>
              <a:off x="7068216" y="4438269"/>
              <a:ext cx="381095" cy="381095"/>
            </a:xfrm>
            <a:custGeom>
              <a:rect b="b" l="l" r="r" t="t"/>
              <a:pathLst>
                <a:path extrusionOk="0" h="381095" w="381095">
                  <a:moveTo>
                    <a:pt x="375761" y="370237"/>
                  </a:moveTo>
                  <a:lnTo>
                    <a:pt x="360997" y="370237"/>
                  </a:lnTo>
                  <a:lnTo>
                    <a:pt x="360997" y="362521"/>
                  </a:lnTo>
                  <a:cubicBezTo>
                    <a:pt x="360997" y="359474"/>
                    <a:pt x="358521" y="356902"/>
                    <a:pt x="355378" y="356902"/>
                  </a:cubicBezTo>
                  <a:cubicBezTo>
                    <a:pt x="352234" y="356902"/>
                    <a:pt x="349758" y="359378"/>
                    <a:pt x="349758" y="362521"/>
                  </a:cubicBezTo>
                  <a:lnTo>
                    <a:pt x="349758" y="370237"/>
                  </a:lnTo>
                  <a:lnTo>
                    <a:pt x="309943" y="370237"/>
                  </a:lnTo>
                  <a:lnTo>
                    <a:pt x="309943" y="362521"/>
                  </a:lnTo>
                  <a:cubicBezTo>
                    <a:pt x="309943" y="359474"/>
                    <a:pt x="307467" y="356902"/>
                    <a:pt x="304324" y="356902"/>
                  </a:cubicBezTo>
                  <a:cubicBezTo>
                    <a:pt x="301180" y="356902"/>
                    <a:pt x="298704" y="359378"/>
                    <a:pt x="298704" y="362521"/>
                  </a:cubicBezTo>
                  <a:lnTo>
                    <a:pt x="298704" y="370237"/>
                  </a:lnTo>
                  <a:lnTo>
                    <a:pt x="258889" y="370237"/>
                  </a:lnTo>
                  <a:lnTo>
                    <a:pt x="258889" y="362521"/>
                  </a:lnTo>
                  <a:cubicBezTo>
                    <a:pt x="258889" y="359474"/>
                    <a:pt x="256413" y="356902"/>
                    <a:pt x="253269" y="356902"/>
                  </a:cubicBezTo>
                  <a:cubicBezTo>
                    <a:pt x="250127" y="356902"/>
                    <a:pt x="247650" y="359378"/>
                    <a:pt x="247650" y="362521"/>
                  </a:cubicBezTo>
                  <a:lnTo>
                    <a:pt x="247650" y="370237"/>
                  </a:lnTo>
                  <a:lnTo>
                    <a:pt x="207836" y="370237"/>
                  </a:lnTo>
                  <a:lnTo>
                    <a:pt x="207836" y="362521"/>
                  </a:lnTo>
                  <a:cubicBezTo>
                    <a:pt x="207836" y="359474"/>
                    <a:pt x="205359" y="356902"/>
                    <a:pt x="202216" y="356902"/>
                  </a:cubicBezTo>
                  <a:cubicBezTo>
                    <a:pt x="199072" y="356902"/>
                    <a:pt x="196596" y="359378"/>
                    <a:pt x="196596" y="362521"/>
                  </a:cubicBezTo>
                  <a:lnTo>
                    <a:pt x="196596" y="370237"/>
                  </a:lnTo>
                  <a:lnTo>
                    <a:pt x="11239" y="370237"/>
                  </a:lnTo>
                  <a:lnTo>
                    <a:pt x="11239" y="302228"/>
                  </a:lnTo>
                  <a:lnTo>
                    <a:pt x="40672" y="294037"/>
                  </a:lnTo>
                  <a:cubicBezTo>
                    <a:pt x="44101" y="300418"/>
                    <a:pt x="50197" y="305181"/>
                    <a:pt x="57531" y="306895"/>
                  </a:cubicBezTo>
                  <a:lnTo>
                    <a:pt x="57531" y="344995"/>
                  </a:lnTo>
                  <a:cubicBezTo>
                    <a:pt x="57531" y="348043"/>
                    <a:pt x="60007" y="350615"/>
                    <a:pt x="63151" y="350615"/>
                  </a:cubicBezTo>
                  <a:cubicBezTo>
                    <a:pt x="66294" y="350615"/>
                    <a:pt x="68771" y="348139"/>
                    <a:pt x="68771" y="344995"/>
                  </a:cubicBezTo>
                  <a:lnTo>
                    <a:pt x="68771" y="306895"/>
                  </a:lnTo>
                  <a:cubicBezTo>
                    <a:pt x="80105" y="304324"/>
                    <a:pt x="88678" y="294132"/>
                    <a:pt x="88678" y="282035"/>
                  </a:cubicBezTo>
                  <a:cubicBezTo>
                    <a:pt x="88678" y="275749"/>
                    <a:pt x="86392" y="269938"/>
                    <a:pt x="82487" y="265462"/>
                  </a:cubicBezTo>
                  <a:lnTo>
                    <a:pt x="102394" y="238792"/>
                  </a:lnTo>
                  <a:cubicBezTo>
                    <a:pt x="104204" y="236315"/>
                    <a:pt x="103727" y="232791"/>
                    <a:pt x="101251" y="230981"/>
                  </a:cubicBezTo>
                  <a:cubicBezTo>
                    <a:pt x="98774" y="229171"/>
                    <a:pt x="95250" y="229648"/>
                    <a:pt x="93440" y="232124"/>
                  </a:cubicBezTo>
                  <a:lnTo>
                    <a:pt x="73533" y="258794"/>
                  </a:lnTo>
                  <a:cubicBezTo>
                    <a:pt x="70390" y="257366"/>
                    <a:pt x="66865" y="256603"/>
                    <a:pt x="63151" y="256603"/>
                  </a:cubicBezTo>
                  <a:cubicBezTo>
                    <a:pt x="49149" y="256603"/>
                    <a:pt x="37719" y="268034"/>
                    <a:pt x="37719" y="282035"/>
                  </a:cubicBezTo>
                  <a:cubicBezTo>
                    <a:pt x="37719" y="282511"/>
                    <a:pt x="37719" y="282892"/>
                    <a:pt x="37719" y="283274"/>
                  </a:cubicBezTo>
                  <a:lnTo>
                    <a:pt x="11239" y="290608"/>
                  </a:lnTo>
                  <a:lnTo>
                    <a:pt x="11239" y="188595"/>
                  </a:lnTo>
                  <a:lnTo>
                    <a:pt x="18955" y="188595"/>
                  </a:lnTo>
                  <a:cubicBezTo>
                    <a:pt x="22003" y="188595"/>
                    <a:pt x="24574" y="186118"/>
                    <a:pt x="24574" y="182975"/>
                  </a:cubicBezTo>
                  <a:cubicBezTo>
                    <a:pt x="24574" y="179832"/>
                    <a:pt x="22098" y="177355"/>
                    <a:pt x="18955" y="177355"/>
                  </a:cubicBezTo>
                  <a:lnTo>
                    <a:pt x="11239" y="177355"/>
                  </a:lnTo>
                  <a:lnTo>
                    <a:pt x="11239" y="137541"/>
                  </a:lnTo>
                  <a:lnTo>
                    <a:pt x="18955" y="137541"/>
                  </a:lnTo>
                  <a:cubicBezTo>
                    <a:pt x="22003" y="137541"/>
                    <a:pt x="24574" y="135065"/>
                    <a:pt x="24574" y="131921"/>
                  </a:cubicBezTo>
                  <a:cubicBezTo>
                    <a:pt x="24574" y="128778"/>
                    <a:pt x="22098" y="126301"/>
                    <a:pt x="18955" y="126301"/>
                  </a:cubicBezTo>
                  <a:lnTo>
                    <a:pt x="11239" y="126301"/>
                  </a:lnTo>
                  <a:lnTo>
                    <a:pt x="11239" y="86487"/>
                  </a:lnTo>
                  <a:lnTo>
                    <a:pt x="18955" y="86487"/>
                  </a:lnTo>
                  <a:cubicBezTo>
                    <a:pt x="22003" y="86487"/>
                    <a:pt x="24574" y="84010"/>
                    <a:pt x="24574" y="80867"/>
                  </a:cubicBezTo>
                  <a:cubicBezTo>
                    <a:pt x="24574" y="77724"/>
                    <a:pt x="22098" y="75247"/>
                    <a:pt x="18955" y="75247"/>
                  </a:cubicBezTo>
                  <a:lnTo>
                    <a:pt x="11239" y="75247"/>
                  </a:lnTo>
                  <a:lnTo>
                    <a:pt x="11239" y="35433"/>
                  </a:lnTo>
                  <a:lnTo>
                    <a:pt x="18955" y="35433"/>
                  </a:lnTo>
                  <a:cubicBezTo>
                    <a:pt x="22003" y="35433"/>
                    <a:pt x="24574" y="32956"/>
                    <a:pt x="24574" y="29813"/>
                  </a:cubicBezTo>
                  <a:cubicBezTo>
                    <a:pt x="24574" y="26670"/>
                    <a:pt x="22098" y="24193"/>
                    <a:pt x="18955" y="24193"/>
                  </a:cubicBezTo>
                  <a:lnTo>
                    <a:pt x="11239" y="24193"/>
                  </a:ln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6" y="0"/>
                    <a:pt x="0" y="2476"/>
                    <a:pt x="0" y="5620"/>
                  </a:cubicBezTo>
                  <a:lnTo>
                    <a:pt x="0" y="375475"/>
                  </a:lnTo>
                  <a:cubicBezTo>
                    <a:pt x="0" y="378524"/>
                    <a:pt x="2476" y="381095"/>
                    <a:pt x="5620" y="381095"/>
                  </a:cubicBezTo>
                  <a:lnTo>
                    <a:pt x="375475" y="381095"/>
                  </a:lnTo>
                  <a:cubicBezTo>
                    <a:pt x="378523" y="381095"/>
                    <a:pt x="381095" y="378619"/>
                    <a:pt x="381095" y="375475"/>
                  </a:cubicBezTo>
                  <a:cubicBezTo>
                    <a:pt x="381095" y="372332"/>
                    <a:pt x="378619" y="369856"/>
                    <a:pt x="375475" y="369856"/>
                  </a:cubicBezTo>
                  <a:lnTo>
                    <a:pt x="375475" y="369856"/>
                  </a:lnTo>
                  <a:close/>
                  <a:moveTo>
                    <a:pt x="63341" y="267748"/>
                  </a:moveTo>
                  <a:cubicBezTo>
                    <a:pt x="71247" y="267748"/>
                    <a:pt x="77629" y="274129"/>
                    <a:pt x="77629" y="282035"/>
                  </a:cubicBezTo>
                  <a:cubicBezTo>
                    <a:pt x="77629" y="289941"/>
                    <a:pt x="71247" y="296323"/>
                    <a:pt x="63341" y="296323"/>
                  </a:cubicBezTo>
                  <a:cubicBezTo>
                    <a:pt x="55436" y="296323"/>
                    <a:pt x="49054" y="289941"/>
                    <a:pt x="49054" y="282035"/>
                  </a:cubicBezTo>
                  <a:cubicBezTo>
                    <a:pt x="49054" y="274129"/>
                    <a:pt x="55436" y="267748"/>
                    <a:pt x="63341" y="267748"/>
                  </a:cubicBezTo>
                  <a:lnTo>
                    <a:pt x="63341" y="2677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7291077" y="4459901"/>
              <a:ext cx="138316" cy="302979"/>
            </a:xfrm>
            <a:custGeom>
              <a:rect b="b" l="l" r="r" t="t"/>
              <a:pathLst>
                <a:path extrusionOk="0" h="302979" w="138316">
                  <a:moveTo>
                    <a:pt x="5358" y="123815"/>
                  </a:moveTo>
                  <a:cubicBezTo>
                    <a:pt x="6786" y="123815"/>
                    <a:pt x="8215" y="123243"/>
                    <a:pt x="9358" y="122195"/>
                  </a:cubicBezTo>
                  <a:lnTo>
                    <a:pt x="30504" y="100859"/>
                  </a:lnTo>
                  <a:cubicBezTo>
                    <a:pt x="32885" y="102383"/>
                    <a:pt x="35647" y="103526"/>
                    <a:pt x="38505" y="104193"/>
                  </a:cubicBezTo>
                  <a:lnTo>
                    <a:pt x="38505" y="263641"/>
                  </a:lnTo>
                  <a:cubicBezTo>
                    <a:pt x="38505" y="266690"/>
                    <a:pt x="40981" y="269261"/>
                    <a:pt x="44124" y="269261"/>
                  </a:cubicBezTo>
                  <a:cubicBezTo>
                    <a:pt x="47268" y="269261"/>
                    <a:pt x="49744" y="266785"/>
                    <a:pt x="49744" y="263641"/>
                  </a:cubicBezTo>
                  <a:lnTo>
                    <a:pt x="49744" y="104193"/>
                  </a:lnTo>
                  <a:cubicBezTo>
                    <a:pt x="56793" y="102574"/>
                    <a:pt x="62793" y="98097"/>
                    <a:pt x="66318" y="91906"/>
                  </a:cubicBezTo>
                  <a:lnTo>
                    <a:pt x="77557" y="95335"/>
                  </a:lnTo>
                  <a:lnTo>
                    <a:pt x="77557" y="297360"/>
                  </a:lnTo>
                  <a:cubicBezTo>
                    <a:pt x="77557" y="300408"/>
                    <a:pt x="80034" y="302980"/>
                    <a:pt x="83177" y="302980"/>
                  </a:cubicBezTo>
                  <a:cubicBezTo>
                    <a:pt x="86321" y="302980"/>
                    <a:pt x="88797" y="300503"/>
                    <a:pt x="88797" y="297360"/>
                  </a:cubicBezTo>
                  <a:lnTo>
                    <a:pt x="88797" y="92763"/>
                  </a:lnTo>
                  <a:lnTo>
                    <a:pt x="137565" y="8371"/>
                  </a:lnTo>
                  <a:cubicBezTo>
                    <a:pt x="139089" y="5704"/>
                    <a:pt x="138231" y="2275"/>
                    <a:pt x="135565" y="751"/>
                  </a:cubicBezTo>
                  <a:cubicBezTo>
                    <a:pt x="132897" y="-773"/>
                    <a:pt x="129468" y="85"/>
                    <a:pt x="127945" y="2752"/>
                  </a:cubicBezTo>
                  <a:lnTo>
                    <a:pt x="80605" y="84667"/>
                  </a:lnTo>
                  <a:lnTo>
                    <a:pt x="69652" y="81333"/>
                  </a:lnTo>
                  <a:cubicBezTo>
                    <a:pt x="69652" y="80666"/>
                    <a:pt x="69652" y="80095"/>
                    <a:pt x="69652" y="79428"/>
                  </a:cubicBezTo>
                  <a:cubicBezTo>
                    <a:pt x="69652" y="65426"/>
                    <a:pt x="58222" y="53996"/>
                    <a:pt x="44220" y="53996"/>
                  </a:cubicBezTo>
                  <a:cubicBezTo>
                    <a:pt x="30218" y="53996"/>
                    <a:pt x="18788" y="65426"/>
                    <a:pt x="18788" y="79428"/>
                  </a:cubicBezTo>
                  <a:cubicBezTo>
                    <a:pt x="18788" y="84476"/>
                    <a:pt x="20217" y="89143"/>
                    <a:pt x="22788" y="93144"/>
                  </a:cubicBezTo>
                  <a:lnTo>
                    <a:pt x="1643" y="114480"/>
                  </a:lnTo>
                  <a:cubicBezTo>
                    <a:pt x="-548" y="116671"/>
                    <a:pt x="-548" y="120195"/>
                    <a:pt x="1643" y="122386"/>
                  </a:cubicBezTo>
                  <a:cubicBezTo>
                    <a:pt x="2691" y="123433"/>
                    <a:pt x="4120" y="124005"/>
                    <a:pt x="5548" y="124005"/>
                  </a:cubicBezTo>
                  <a:lnTo>
                    <a:pt x="5548" y="124005"/>
                  </a:lnTo>
                  <a:close/>
                  <a:moveTo>
                    <a:pt x="44030" y="64950"/>
                  </a:moveTo>
                  <a:cubicBezTo>
                    <a:pt x="51935" y="64950"/>
                    <a:pt x="58317" y="71332"/>
                    <a:pt x="58317" y="79237"/>
                  </a:cubicBezTo>
                  <a:cubicBezTo>
                    <a:pt x="58317" y="87143"/>
                    <a:pt x="51935" y="93525"/>
                    <a:pt x="44030" y="93525"/>
                  </a:cubicBezTo>
                  <a:cubicBezTo>
                    <a:pt x="36124" y="93525"/>
                    <a:pt x="29742" y="87143"/>
                    <a:pt x="29742" y="79237"/>
                  </a:cubicBezTo>
                  <a:cubicBezTo>
                    <a:pt x="29742" y="71332"/>
                    <a:pt x="36124" y="64950"/>
                    <a:pt x="44030" y="64950"/>
                  </a:cubicBezTo>
                  <a:lnTo>
                    <a:pt x="44030" y="649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7175612" y="4590073"/>
              <a:ext cx="109130" cy="179570"/>
            </a:xfrm>
            <a:custGeom>
              <a:rect b="b" l="l" r="r" t="t"/>
              <a:pathLst>
                <a:path extrusionOk="0" h="179570" w="109130">
                  <a:moveTo>
                    <a:pt x="5475" y="29456"/>
                  </a:moveTo>
                  <a:cubicBezTo>
                    <a:pt x="5475" y="35743"/>
                    <a:pt x="7761" y="41553"/>
                    <a:pt x="11666" y="46030"/>
                  </a:cubicBezTo>
                  <a:lnTo>
                    <a:pt x="1093" y="60222"/>
                  </a:lnTo>
                  <a:cubicBezTo>
                    <a:pt x="-717" y="62698"/>
                    <a:pt x="-240" y="66223"/>
                    <a:pt x="2236" y="68032"/>
                  </a:cubicBezTo>
                  <a:cubicBezTo>
                    <a:pt x="3284" y="68794"/>
                    <a:pt x="4427" y="69175"/>
                    <a:pt x="5570" y="69175"/>
                  </a:cubicBezTo>
                  <a:cubicBezTo>
                    <a:pt x="7284" y="69175"/>
                    <a:pt x="8999" y="68413"/>
                    <a:pt x="10046" y="66889"/>
                  </a:cubicBezTo>
                  <a:lnTo>
                    <a:pt x="20619" y="52697"/>
                  </a:lnTo>
                  <a:cubicBezTo>
                    <a:pt x="22143" y="53364"/>
                    <a:pt x="23762" y="53935"/>
                    <a:pt x="25382" y="54316"/>
                  </a:cubicBezTo>
                  <a:lnTo>
                    <a:pt x="25382" y="160806"/>
                  </a:lnTo>
                  <a:cubicBezTo>
                    <a:pt x="25382" y="163854"/>
                    <a:pt x="27858" y="166426"/>
                    <a:pt x="31002" y="166426"/>
                  </a:cubicBezTo>
                  <a:cubicBezTo>
                    <a:pt x="34145" y="166426"/>
                    <a:pt x="36621" y="163949"/>
                    <a:pt x="36621" y="160806"/>
                  </a:cubicBezTo>
                  <a:lnTo>
                    <a:pt x="36621" y="54316"/>
                  </a:lnTo>
                  <a:cubicBezTo>
                    <a:pt x="44146" y="52602"/>
                    <a:pt x="50433" y="47554"/>
                    <a:pt x="53862" y="40791"/>
                  </a:cubicBezTo>
                  <a:lnTo>
                    <a:pt x="64625" y="43458"/>
                  </a:lnTo>
                  <a:lnTo>
                    <a:pt x="64625" y="173950"/>
                  </a:lnTo>
                  <a:cubicBezTo>
                    <a:pt x="64625" y="176998"/>
                    <a:pt x="67101" y="179570"/>
                    <a:pt x="70245" y="179570"/>
                  </a:cubicBezTo>
                  <a:cubicBezTo>
                    <a:pt x="73388" y="179570"/>
                    <a:pt x="75864" y="177093"/>
                    <a:pt x="75864" y="173950"/>
                  </a:cubicBezTo>
                  <a:lnTo>
                    <a:pt x="75864" y="41362"/>
                  </a:lnTo>
                  <a:lnTo>
                    <a:pt x="107487" y="9549"/>
                  </a:lnTo>
                  <a:cubicBezTo>
                    <a:pt x="109678" y="7358"/>
                    <a:pt x="109678" y="3834"/>
                    <a:pt x="107487" y="1643"/>
                  </a:cubicBezTo>
                  <a:cubicBezTo>
                    <a:pt x="105296" y="-548"/>
                    <a:pt x="101772" y="-548"/>
                    <a:pt x="99581" y="1643"/>
                  </a:cubicBezTo>
                  <a:lnTo>
                    <a:pt x="68530" y="32885"/>
                  </a:lnTo>
                  <a:lnTo>
                    <a:pt x="56624" y="29932"/>
                  </a:lnTo>
                  <a:cubicBezTo>
                    <a:pt x="56624" y="29932"/>
                    <a:pt x="56624" y="29647"/>
                    <a:pt x="56624" y="29456"/>
                  </a:cubicBezTo>
                  <a:cubicBezTo>
                    <a:pt x="56624" y="15454"/>
                    <a:pt x="45194" y="4024"/>
                    <a:pt x="31192" y="4024"/>
                  </a:cubicBezTo>
                  <a:cubicBezTo>
                    <a:pt x="17190" y="4024"/>
                    <a:pt x="5760" y="15454"/>
                    <a:pt x="5760" y="29456"/>
                  </a:cubicBezTo>
                  <a:lnTo>
                    <a:pt x="5760" y="29456"/>
                  </a:lnTo>
                  <a:close/>
                  <a:moveTo>
                    <a:pt x="45289" y="29456"/>
                  </a:moveTo>
                  <a:cubicBezTo>
                    <a:pt x="45289" y="37362"/>
                    <a:pt x="38907" y="43743"/>
                    <a:pt x="31002" y="43743"/>
                  </a:cubicBezTo>
                  <a:cubicBezTo>
                    <a:pt x="23096" y="43743"/>
                    <a:pt x="16714" y="37362"/>
                    <a:pt x="16714" y="29456"/>
                  </a:cubicBezTo>
                  <a:cubicBezTo>
                    <a:pt x="16714" y="21550"/>
                    <a:pt x="23096" y="15168"/>
                    <a:pt x="31002" y="15168"/>
                  </a:cubicBezTo>
                  <a:cubicBezTo>
                    <a:pt x="38907" y="15168"/>
                    <a:pt x="45289" y="21550"/>
                    <a:pt x="45289" y="29456"/>
                  </a:cubicBezTo>
                  <a:lnTo>
                    <a:pt x="45289" y="294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7146606" y="4481417"/>
              <a:ext cx="37623" cy="65436"/>
            </a:xfrm>
            <a:custGeom>
              <a:rect b="b" l="l" r="r" t="t"/>
              <a:pathLst>
                <a:path extrusionOk="0" h="65436" w="37623">
                  <a:moveTo>
                    <a:pt x="18860" y="65437"/>
                  </a:moveTo>
                  <a:cubicBezTo>
                    <a:pt x="21908" y="65437"/>
                    <a:pt x="24479" y="62960"/>
                    <a:pt x="24479" y="59817"/>
                  </a:cubicBezTo>
                  <a:lnTo>
                    <a:pt x="24479" y="58579"/>
                  </a:lnTo>
                  <a:cubicBezTo>
                    <a:pt x="31909" y="57341"/>
                    <a:pt x="37624" y="50863"/>
                    <a:pt x="37624" y="43148"/>
                  </a:cubicBezTo>
                  <a:cubicBezTo>
                    <a:pt x="37624" y="34480"/>
                    <a:pt x="30575" y="27432"/>
                    <a:pt x="21908" y="27432"/>
                  </a:cubicBezTo>
                  <a:lnTo>
                    <a:pt x="15812" y="27432"/>
                  </a:lnTo>
                  <a:cubicBezTo>
                    <a:pt x="13335" y="27432"/>
                    <a:pt x="11335" y="25432"/>
                    <a:pt x="11335" y="22955"/>
                  </a:cubicBezTo>
                  <a:cubicBezTo>
                    <a:pt x="11335" y="20479"/>
                    <a:pt x="13335" y="18479"/>
                    <a:pt x="15812" y="18479"/>
                  </a:cubicBezTo>
                  <a:lnTo>
                    <a:pt x="21908" y="18479"/>
                  </a:lnTo>
                  <a:cubicBezTo>
                    <a:pt x="23432" y="18479"/>
                    <a:pt x="24860" y="19241"/>
                    <a:pt x="25622" y="20479"/>
                  </a:cubicBezTo>
                  <a:cubicBezTo>
                    <a:pt x="27337" y="23051"/>
                    <a:pt x="30861" y="23717"/>
                    <a:pt x="33338" y="22003"/>
                  </a:cubicBezTo>
                  <a:cubicBezTo>
                    <a:pt x="35909" y="20288"/>
                    <a:pt x="36576" y="16764"/>
                    <a:pt x="34862" y="14288"/>
                  </a:cubicBezTo>
                  <a:cubicBezTo>
                    <a:pt x="32385" y="10668"/>
                    <a:pt x="28575" y="8287"/>
                    <a:pt x="24384" y="7620"/>
                  </a:cubicBezTo>
                  <a:lnTo>
                    <a:pt x="24384" y="5620"/>
                  </a:lnTo>
                  <a:cubicBezTo>
                    <a:pt x="24384" y="2572"/>
                    <a:pt x="21908" y="0"/>
                    <a:pt x="18764" y="0"/>
                  </a:cubicBezTo>
                  <a:cubicBezTo>
                    <a:pt x="15621" y="0"/>
                    <a:pt x="13145" y="2477"/>
                    <a:pt x="13145" y="5620"/>
                  </a:cubicBezTo>
                  <a:lnTo>
                    <a:pt x="13145" y="7620"/>
                  </a:lnTo>
                  <a:cubicBezTo>
                    <a:pt x="5715" y="8858"/>
                    <a:pt x="0" y="15335"/>
                    <a:pt x="0" y="23051"/>
                  </a:cubicBezTo>
                  <a:cubicBezTo>
                    <a:pt x="0" y="31718"/>
                    <a:pt x="7049" y="38767"/>
                    <a:pt x="15716" y="38767"/>
                  </a:cubicBezTo>
                  <a:lnTo>
                    <a:pt x="21812" y="38767"/>
                  </a:lnTo>
                  <a:cubicBezTo>
                    <a:pt x="24289" y="38767"/>
                    <a:pt x="26289" y="40767"/>
                    <a:pt x="26289" y="43244"/>
                  </a:cubicBezTo>
                  <a:cubicBezTo>
                    <a:pt x="26289" y="45720"/>
                    <a:pt x="24289" y="47720"/>
                    <a:pt x="21812" y="47720"/>
                  </a:cubicBezTo>
                  <a:lnTo>
                    <a:pt x="15716" y="47720"/>
                  </a:lnTo>
                  <a:cubicBezTo>
                    <a:pt x="13907" y="47720"/>
                    <a:pt x="12287" y="46673"/>
                    <a:pt x="11525" y="44958"/>
                  </a:cubicBezTo>
                  <a:cubicBezTo>
                    <a:pt x="10287" y="42101"/>
                    <a:pt x="7049" y="40767"/>
                    <a:pt x="4191" y="42005"/>
                  </a:cubicBezTo>
                  <a:cubicBezTo>
                    <a:pt x="1334" y="43244"/>
                    <a:pt x="0" y="46482"/>
                    <a:pt x="1238" y="49340"/>
                  </a:cubicBezTo>
                  <a:cubicBezTo>
                    <a:pt x="3334" y="54388"/>
                    <a:pt x="7906" y="57817"/>
                    <a:pt x="13145" y="58674"/>
                  </a:cubicBezTo>
                  <a:lnTo>
                    <a:pt x="13145" y="59817"/>
                  </a:lnTo>
                  <a:cubicBezTo>
                    <a:pt x="13145" y="62865"/>
                    <a:pt x="15621" y="65437"/>
                    <a:pt x="18764" y="65437"/>
                  </a:cubicBezTo>
                  <a:lnTo>
                    <a:pt x="18764" y="654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7112602" y="4461224"/>
              <a:ext cx="104193" cy="105822"/>
            </a:xfrm>
            <a:custGeom>
              <a:rect b="b" l="l" r="r" t="t"/>
              <a:pathLst>
                <a:path extrusionOk="0" h="105822" w="104193">
                  <a:moveTo>
                    <a:pt x="52864" y="105823"/>
                  </a:moveTo>
                  <a:cubicBezTo>
                    <a:pt x="76867" y="105823"/>
                    <a:pt x="97822" y="89630"/>
                    <a:pt x="104013" y="66485"/>
                  </a:cubicBezTo>
                  <a:cubicBezTo>
                    <a:pt x="104775" y="63532"/>
                    <a:pt x="103060" y="60484"/>
                    <a:pt x="100013" y="59627"/>
                  </a:cubicBezTo>
                  <a:cubicBezTo>
                    <a:pt x="97060" y="58864"/>
                    <a:pt x="94012" y="60579"/>
                    <a:pt x="93154" y="63627"/>
                  </a:cubicBezTo>
                  <a:cubicBezTo>
                    <a:pt x="88297" y="81915"/>
                    <a:pt x="71723" y="94583"/>
                    <a:pt x="52864" y="94583"/>
                  </a:cubicBezTo>
                  <a:cubicBezTo>
                    <a:pt x="29813" y="94583"/>
                    <a:pt x="11144" y="75819"/>
                    <a:pt x="11144" y="52864"/>
                  </a:cubicBezTo>
                  <a:cubicBezTo>
                    <a:pt x="11144" y="29909"/>
                    <a:pt x="29813" y="11144"/>
                    <a:pt x="52864" y="11144"/>
                  </a:cubicBezTo>
                  <a:cubicBezTo>
                    <a:pt x="71533" y="11144"/>
                    <a:pt x="88106" y="23717"/>
                    <a:pt x="93059" y="41720"/>
                  </a:cubicBezTo>
                  <a:cubicBezTo>
                    <a:pt x="93916" y="44672"/>
                    <a:pt x="96964" y="46387"/>
                    <a:pt x="99917" y="45625"/>
                  </a:cubicBezTo>
                  <a:cubicBezTo>
                    <a:pt x="102870" y="44768"/>
                    <a:pt x="104584" y="41720"/>
                    <a:pt x="103822" y="38767"/>
                  </a:cubicBezTo>
                  <a:cubicBezTo>
                    <a:pt x="97536" y="15907"/>
                    <a:pt x="76581" y="0"/>
                    <a:pt x="52864" y="0"/>
                  </a:cubicBezTo>
                  <a:cubicBezTo>
                    <a:pt x="23717" y="0"/>
                    <a:pt x="0" y="23717"/>
                    <a:pt x="0" y="52864"/>
                  </a:cubicBezTo>
                  <a:cubicBezTo>
                    <a:pt x="0" y="82010"/>
                    <a:pt x="23717" y="105728"/>
                    <a:pt x="52864" y="105728"/>
                  </a:cubicBezTo>
                  <a:lnTo>
                    <a:pt x="52864" y="1057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7232498" y="4477869"/>
              <a:ext cx="28146" cy="19669"/>
            </a:xfrm>
            <a:custGeom>
              <a:rect b="b" l="l" r="r" t="t"/>
              <a:pathLst>
                <a:path extrusionOk="0" h="19669" w="28146">
                  <a:moveTo>
                    <a:pt x="9739" y="18026"/>
                  </a:moveTo>
                  <a:lnTo>
                    <a:pt x="14216" y="13549"/>
                  </a:lnTo>
                  <a:lnTo>
                    <a:pt x="18693" y="18026"/>
                  </a:lnTo>
                  <a:cubicBezTo>
                    <a:pt x="19741" y="19074"/>
                    <a:pt x="21169" y="19645"/>
                    <a:pt x="22598" y="19645"/>
                  </a:cubicBezTo>
                  <a:cubicBezTo>
                    <a:pt x="24027" y="19645"/>
                    <a:pt x="25455" y="19074"/>
                    <a:pt x="26503" y="18026"/>
                  </a:cubicBezTo>
                  <a:cubicBezTo>
                    <a:pt x="28694" y="15835"/>
                    <a:pt x="28694" y="12311"/>
                    <a:pt x="26503" y="10120"/>
                  </a:cubicBezTo>
                  <a:lnTo>
                    <a:pt x="18026" y="1643"/>
                  </a:lnTo>
                  <a:cubicBezTo>
                    <a:pt x="15835" y="-548"/>
                    <a:pt x="12311" y="-548"/>
                    <a:pt x="10120" y="1643"/>
                  </a:cubicBezTo>
                  <a:lnTo>
                    <a:pt x="1643" y="10120"/>
                  </a:lnTo>
                  <a:cubicBezTo>
                    <a:pt x="-548" y="12311"/>
                    <a:pt x="-548" y="15835"/>
                    <a:pt x="1643" y="18026"/>
                  </a:cubicBezTo>
                  <a:cubicBezTo>
                    <a:pt x="3834" y="20217"/>
                    <a:pt x="7358" y="20217"/>
                    <a:pt x="9549" y="18026"/>
                  </a:cubicBezTo>
                  <a:lnTo>
                    <a:pt x="9549" y="18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7232498" y="4504253"/>
              <a:ext cx="28146" cy="19669"/>
            </a:xfrm>
            <a:custGeom>
              <a:rect b="b" l="l" r="r" t="t"/>
              <a:pathLst>
                <a:path extrusionOk="0" h="19669" w="28146">
                  <a:moveTo>
                    <a:pt x="9739" y="18026"/>
                  </a:moveTo>
                  <a:lnTo>
                    <a:pt x="14216" y="13549"/>
                  </a:lnTo>
                  <a:lnTo>
                    <a:pt x="18693" y="18026"/>
                  </a:lnTo>
                  <a:cubicBezTo>
                    <a:pt x="19741" y="19074"/>
                    <a:pt x="21169" y="19646"/>
                    <a:pt x="22598" y="19646"/>
                  </a:cubicBezTo>
                  <a:cubicBezTo>
                    <a:pt x="24027" y="19646"/>
                    <a:pt x="25455" y="19074"/>
                    <a:pt x="26503" y="18026"/>
                  </a:cubicBezTo>
                  <a:cubicBezTo>
                    <a:pt x="28694" y="15835"/>
                    <a:pt x="28694" y="12311"/>
                    <a:pt x="26503" y="10121"/>
                  </a:cubicBezTo>
                  <a:lnTo>
                    <a:pt x="18026" y="1643"/>
                  </a:lnTo>
                  <a:cubicBezTo>
                    <a:pt x="15835" y="-548"/>
                    <a:pt x="12311" y="-548"/>
                    <a:pt x="10120" y="1643"/>
                  </a:cubicBezTo>
                  <a:lnTo>
                    <a:pt x="1643" y="10121"/>
                  </a:lnTo>
                  <a:cubicBezTo>
                    <a:pt x="-548" y="12311"/>
                    <a:pt x="-548" y="15835"/>
                    <a:pt x="1643" y="18026"/>
                  </a:cubicBezTo>
                  <a:cubicBezTo>
                    <a:pt x="3834" y="20217"/>
                    <a:pt x="7358" y="20217"/>
                    <a:pt x="9549" y="18026"/>
                  </a:cubicBezTo>
                  <a:lnTo>
                    <a:pt x="9549" y="18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7232689" y="4530732"/>
              <a:ext cx="27955" cy="19669"/>
            </a:xfrm>
            <a:custGeom>
              <a:rect b="b" l="l" r="r" t="t"/>
              <a:pathLst>
                <a:path extrusionOk="0" h="19669" w="27955">
                  <a:moveTo>
                    <a:pt x="18026" y="1643"/>
                  </a:moveTo>
                  <a:cubicBezTo>
                    <a:pt x="15835" y="-548"/>
                    <a:pt x="12311" y="-548"/>
                    <a:pt x="10120" y="1643"/>
                  </a:cubicBezTo>
                  <a:lnTo>
                    <a:pt x="1643" y="10121"/>
                  </a:lnTo>
                  <a:cubicBezTo>
                    <a:pt x="-548" y="12311"/>
                    <a:pt x="-548" y="15835"/>
                    <a:pt x="1643" y="18026"/>
                  </a:cubicBezTo>
                  <a:cubicBezTo>
                    <a:pt x="3834" y="20217"/>
                    <a:pt x="7358" y="20217"/>
                    <a:pt x="9549" y="18026"/>
                  </a:cubicBezTo>
                  <a:lnTo>
                    <a:pt x="14026" y="13549"/>
                  </a:lnTo>
                  <a:lnTo>
                    <a:pt x="18502" y="18026"/>
                  </a:lnTo>
                  <a:cubicBezTo>
                    <a:pt x="19550" y="19074"/>
                    <a:pt x="20979" y="19646"/>
                    <a:pt x="22408" y="19646"/>
                  </a:cubicBezTo>
                  <a:cubicBezTo>
                    <a:pt x="23836" y="19646"/>
                    <a:pt x="25265" y="19074"/>
                    <a:pt x="26313" y="18026"/>
                  </a:cubicBezTo>
                  <a:cubicBezTo>
                    <a:pt x="28503" y="15835"/>
                    <a:pt x="28503" y="12311"/>
                    <a:pt x="26313" y="10121"/>
                  </a:cubicBezTo>
                  <a:lnTo>
                    <a:pt x="17835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19"/>
          <p:cNvGrpSpPr/>
          <p:nvPr/>
        </p:nvGrpSpPr>
        <p:grpSpPr>
          <a:xfrm>
            <a:off x="7520598" y="2247339"/>
            <a:ext cx="426217" cy="394897"/>
            <a:chOff x="5514212" y="4452651"/>
            <a:chExt cx="381095" cy="353091"/>
          </a:xfrm>
        </p:grpSpPr>
        <p:sp>
          <p:nvSpPr>
            <p:cNvPr id="233" name="Google Shape;233;p19"/>
            <p:cNvSpPr/>
            <p:nvPr/>
          </p:nvSpPr>
          <p:spPr>
            <a:xfrm>
              <a:off x="5514212" y="4452651"/>
              <a:ext cx="381095" cy="353091"/>
            </a:xfrm>
            <a:custGeom>
              <a:rect b="b" l="l" r="r" t="t"/>
              <a:pathLst>
                <a:path extrusionOk="0" h="353091" w="381095">
                  <a:moveTo>
                    <a:pt x="367951" y="0"/>
                  </a:moveTo>
                  <a:lnTo>
                    <a:pt x="13049" y="0"/>
                  </a:lnTo>
                  <a:cubicBezTo>
                    <a:pt x="5810" y="0"/>
                    <a:pt x="0" y="5905"/>
                    <a:pt x="0" y="13049"/>
                  </a:cubicBezTo>
                  <a:lnTo>
                    <a:pt x="0" y="35528"/>
                  </a:lnTo>
                  <a:cubicBezTo>
                    <a:pt x="0" y="42577"/>
                    <a:pt x="5620" y="48292"/>
                    <a:pt x="12573" y="48578"/>
                  </a:cubicBezTo>
                  <a:lnTo>
                    <a:pt x="12573" y="194501"/>
                  </a:lnTo>
                  <a:cubicBezTo>
                    <a:pt x="12573" y="197548"/>
                    <a:pt x="15049" y="200120"/>
                    <a:pt x="18192" y="200120"/>
                  </a:cubicBezTo>
                  <a:cubicBezTo>
                    <a:pt x="21336" y="200120"/>
                    <a:pt x="23813" y="197644"/>
                    <a:pt x="23813" y="194501"/>
                  </a:cubicBezTo>
                  <a:lnTo>
                    <a:pt x="23813" y="48673"/>
                  </a:lnTo>
                  <a:lnTo>
                    <a:pt x="291084" y="48673"/>
                  </a:lnTo>
                  <a:cubicBezTo>
                    <a:pt x="294132" y="48673"/>
                    <a:pt x="296704" y="46196"/>
                    <a:pt x="296704" y="43053"/>
                  </a:cubicBezTo>
                  <a:cubicBezTo>
                    <a:pt x="296704" y="39910"/>
                    <a:pt x="294227" y="37433"/>
                    <a:pt x="291084" y="37433"/>
                  </a:cubicBezTo>
                  <a:lnTo>
                    <a:pt x="13049" y="37433"/>
                  </a:lnTo>
                  <a:cubicBezTo>
                    <a:pt x="12001" y="37433"/>
                    <a:pt x="11144" y="36576"/>
                    <a:pt x="11144" y="35528"/>
                  </a:cubicBezTo>
                  <a:lnTo>
                    <a:pt x="11144" y="13049"/>
                  </a:lnTo>
                  <a:cubicBezTo>
                    <a:pt x="11144" y="12001"/>
                    <a:pt x="12001" y="11144"/>
                    <a:pt x="13049" y="11144"/>
                  </a:cubicBezTo>
                  <a:lnTo>
                    <a:pt x="367951" y="11144"/>
                  </a:lnTo>
                  <a:cubicBezTo>
                    <a:pt x="368998" y="11144"/>
                    <a:pt x="369856" y="12001"/>
                    <a:pt x="369856" y="13049"/>
                  </a:cubicBezTo>
                  <a:lnTo>
                    <a:pt x="369856" y="35528"/>
                  </a:lnTo>
                  <a:cubicBezTo>
                    <a:pt x="369856" y="36576"/>
                    <a:pt x="368998" y="37433"/>
                    <a:pt x="367951" y="37433"/>
                  </a:cubicBezTo>
                  <a:lnTo>
                    <a:pt x="315849" y="37433"/>
                  </a:lnTo>
                  <a:cubicBezTo>
                    <a:pt x="312801" y="37433"/>
                    <a:pt x="310229" y="39910"/>
                    <a:pt x="310229" y="43053"/>
                  </a:cubicBezTo>
                  <a:cubicBezTo>
                    <a:pt x="310229" y="46196"/>
                    <a:pt x="312706" y="48673"/>
                    <a:pt x="315849" y="48673"/>
                  </a:cubicBezTo>
                  <a:lnTo>
                    <a:pt x="357283" y="48673"/>
                  </a:lnTo>
                  <a:lnTo>
                    <a:pt x="357283" y="275749"/>
                  </a:lnTo>
                  <a:cubicBezTo>
                    <a:pt x="357283" y="276796"/>
                    <a:pt x="356425" y="277654"/>
                    <a:pt x="355378" y="277654"/>
                  </a:cubicBezTo>
                  <a:lnTo>
                    <a:pt x="25622" y="277654"/>
                  </a:lnTo>
                  <a:cubicBezTo>
                    <a:pt x="24574" y="277654"/>
                    <a:pt x="23717" y="276796"/>
                    <a:pt x="23717" y="275749"/>
                  </a:cubicBezTo>
                  <a:lnTo>
                    <a:pt x="23717" y="219361"/>
                  </a:lnTo>
                  <a:cubicBezTo>
                    <a:pt x="23717" y="216313"/>
                    <a:pt x="21241" y="213741"/>
                    <a:pt x="18097" y="213741"/>
                  </a:cubicBezTo>
                  <a:cubicBezTo>
                    <a:pt x="14954" y="213741"/>
                    <a:pt x="12478" y="216218"/>
                    <a:pt x="12478" y="219361"/>
                  </a:cubicBezTo>
                  <a:lnTo>
                    <a:pt x="12478" y="275749"/>
                  </a:lnTo>
                  <a:cubicBezTo>
                    <a:pt x="12478" y="282893"/>
                    <a:pt x="18288" y="288798"/>
                    <a:pt x="25527" y="288798"/>
                  </a:cubicBezTo>
                  <a:lnTo>
                    <a:pt x="184880" y="288798"/>
                  </a:lnTo>
                  <a:lnTo>
                    <a:pt x="184880" y="311182"/>
                  </a:lnTo>
                  <a:cubicBezTo>
                    <a:pt x="175831" y="313658"/>
                    <a:pt x="169164" y="321945"/>
                    <a:pt x="169164" y="331756"/>
                  </a:cubicBezTo>
                  <a:cubicBezTo>
                    <a:pt x="169164" y="343471"/>
                    <a:pt x="178689" y="353092"/>
                    <a:pt x="190500" y="353092"/>
                  </a:cubicBezTo>
                  <a:cubicBezTo>
                    <a:pt x="202311" y="353092"/>
                    <a:pt x="211836" y="343567"/>
                    <a:pt x="211836" y="331756"/>
                  </a:cubicBezTo>
                  <a:cubicBezTo>
                    <a:pt x="211836" y="321945"/>
                    <a:pt x="205168" y="313658"/>
                    <a:pt x="196120" y="311182"/>
                  </a:cubicBezTo>
                  <a:lnTo>
                    <a:pt x="196120" y="288798"/>
                  </a:lnTo>
                  <a:lnTo>
                    <a:pt x="355473" y="288798"/>
                  </a:lnTo>
                  <a:cubicBezTo>
                    <a:pt x="362617" y="288798"/>
                    <a:pt x="368522" y="282988"/>
                    <a:pt x="368522" y="275749"/>
                  </a:cubicBezTo>
                  <a:lnTo>
                    <a:pt x="368522" y="48673"/>
                  </a:lnTo>
                  <a:cubicBezTo>
                    <a:pt x="375475" y="48387"/>
                    <a:pt x="381095" y="42672"/>
                    <a:pt x="381095" y="35623"/>
                  </a:cubicBezTo>
                  <a:lnTo>
                    <a:pt x="381095" y="13145"/>
                  </a:lnTo>
                  <a:cubicBezTo>
                    <a:pt x="381095" y="5905"/>
                    <a:pt x="375190" y="95"/>
                    <a:pt x="368046" y="95"/>
                  </a:cubicBezTo>
                  <a:lnTo>
                    <a:pt x="368046" y="95"/>
                  </a:lnTo>
                  <a:close/>
                  <a:moveTo>
                    <a:pt x="200692" y="331661"/>
                  </a:moveTo>
                  <a:cubicBezTo>
                    <a:pt x="200692" y="337280"/>
                    <a:pt x="196120" y="341852"/>
                    <a:pt x="190500" y="341852"/>
                  </a:cubicBezTo>
                  <a:cubicBezTo>
                    <a:pt x="184880" y="341852"/>
                    <a:pt x="180308" y="337280"/>
                    <a:pt x="180308" y="331661"/>
                  </a:cubicBezTo>
                  <a:cubicBezTo>
                    <a:pt x="180308" y="326041"/>
                    <a:pt x="184880" y="321469"/>
                    <a:pt x="190500" y="321469"/>
                  </a:cubicBezTo>
                  <a:cubicBezTo>
                    <a:pt x="196120" y="321469"/>
                    <a:pt x="200692" y="326041"/>
                    <a:pt x="200692" y="331661"/>
                  </a:cubicBezTo>
                  <a:lnTo>
                    <a:pt x="200692" y="3316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5802153" y="4677441"/>
              <a:ext cx="50291" cy="11239"/>
            </a:xfrm>
            <a:custGeom>
              <a:rect b="b" l="l" r="r" t="t"/>
              <a:pathLst>
                <a:path extrusionOk="0" h="11239" w="50291">
                  <a:moveTo>
                    <a:pt x="44672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44672" y="11239"/>
                  </a:lnTo>
                  <a:cubicBezTo>
                    <a:pt x="47720" y="11239"/>
                    <a:pt x="50292" y="8763"/>
                    <a:pt x="50292" y="5620"/>
                  </a:cubicBezTo>
                  <a:cubicBezTo>
                    <a:pt x="50292" y="2476"/>
                    <a:pt x="47816" y="0"/>
                    <a:pt x="44672" y="0"/>
                  </a:cubicBezTo>
                  <a:lnTo>
                    <a:pt x="446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5763100" y="4697253"/>
              <a:ext cx="89439" cy="11239"/>
            </a:xfrm>
            <a:custGeom>
              <a:rect b="b" l="l" r="r" t="t"/>
              <a:pathLst>
                <a:path extrusionOk="0" h="11239" w="89439">
                  <a:moveTo>
                    <a:pt x="5620" y="11239"/>
                  </a:moveTo>
                  <a:lnTo>
                    <a:pt x="83820" y="11239"/>
                  </a:lnTo>
                  <a:cubicBezTo>
                    <a:pt x="86868" y="11239"/>
                    <a:pt x="89440" y="8763"/>
                    <a:pt x="89440" y="5620"/>
                  </a:cubicBezTo>
                  <a:cubicBezTo>
                    <a:pt x="89440" y="2477"/>
                    <a:pt x="86963" y="0"/>
                    <a:pt x="83820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5763100" y="4530661"/>
              <a:ext cx="18669" cy="11239"/>
            </a:xfrm>
            <a:custGeom>
              <a:rect b="b" l="l" r="r" t="t"/>
              <a:pathLst>
                <a:path extrusionOk="0" h="11239" w="18669">
                  <a:moveTo>
                    <a:pt x="5620" y="11239"/>
                  </a:moveTo>
                  <a:lnTo>
                    <a:pt x="13049" y="11239"/>
                  </a:lnTo>
                  <a:cubicBezTo>
                    <a:pt x="16097" y="11239"/>
                    <a:pt x="18669" y="8763"/>
                    <a:pt x="18669" y="5620"/>
                  </a:cubicBezTo>
                  <a:cubicBezTo>
                    <a:pt x="18669" y="2477"/>
                    <a:pt x="16193" y="0"/>
                    <a:pt x="13049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5791009" y="4530661"/>
              <a:ext cx="61436" cy="11239"/>
            </a:xfrm>
            <a:custGeom>
              <a:rect b="b" l="l" r="r" t="t"/>
              <a:pathLst>
                <a:path extrusionOk="0" h="11239" w="61436">
                  <a:moveTo>
                    <a:pt x="55816" y="11239"/>
                  </a:moveTo>
                  <a:cubicBezTo>
                    <a:pt x="58864" y="11239"/>
                    <a:pt x="61436" y="8763"/>
                    <a:pt x="61436" y="5620"/>
                  </a:cubicBezTo>
                  <a:cubicBezTo>
                    <a:pt x="61436" y="2477"/>
                    <a:pt x="58960" y="0"/>
                    <a:pt x="5581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55816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5763100" y="4550664"/>
              <a:ext cx="89439" cy="11239"/>
            </a:xfrm>
            <a:custGeom>
              <a:rect b="b" l="l" r="r" t="t"/>
              <a:pathLst>
                <a:path extrusionOk="0" h="11239" w="89439">
                  <a:moveTo>
                    <a:pt x="5620" y="11239"/>
                  </a:moveTo>
                  <a:lnTo>
                    <a:pt x="83820" y="11239"/>
                  </a:lnTo>
                  <a:cubicBezTo>
                    <a:pt x="86868" y="11239"/>
                    <a:pt x="89440" y="8763"/>
                    <a:pt x="89440" y="5620"/>
                  </a:cubicBezTo>
                  <a:cubicBezTo>
                    <a:pt x="89440" y="2476"/>
                    <a:pt x="86963" y="0"/>
                    <a:pt x="83820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5762814" y="4584001"/>
              <a:ext cx="89725" cy="72104"/>
            </a:xfrm>
            <a:custGeom>
              <a:rect b="b" l="l" r="r" t="t"/>
              <a:pathLst>
                <a:path extrusionOk="0" h="72104" w="89725">
                  <a:moveTo>
                    <a:pt x="286" y="66484"/>
                  </a:moveTo>
                  <a:cubicBezTo>
                    <a:pt x="286" y="69532"/>
                    <a:pt x="2762" y="72104"/>
                    <a:pt x="5906" y="72104"/>
                  </a:cubicBezTo>
                  <a:lnTo>
                    <a:pt x="84106" y="72104"/>
                  </a:lnTo>
                  <a:cubicBezTo>
                    <a:pt x="87154" y="72104"/>
                    <a:pt x="89726" y="69628"/>
                    <a:pt x="89726" y="66484"/>
                  </a:cubicBezTo>
                  <a:cubicBezTo>
                    <a:pt x="89726" y="63341"/>
                    <a:pt x="87249" y="60865"/>
                    <a:pt x="84106" y="60865"/>
                  </a:cubicBezTo>
                  <a:lnTo>
                    <a:pt x="70676" y="60865"/>
                  </a:lnTo>
                  <a:lnTo>
                    <a:pt x="70676" y="12287"/>
                  </a:lnTo>
                  <a:cubicBezTo>
                    <a:pt x="70676" y="9239"/>
                    <a:pt x="68199" y="6667"/>
                    <a:pt x="65056" y="6667"/>
                  </a:cubicBezTo>
                  <a:cubicBezTo>
                    <a:pt x="61913" y="6667"/>
                    <a:pt x="59436" y="9144"/>
                    <a:pt x="59436" y="12287"/>
                  </a:cubicBezTo>
                  <a:lnTo>
                    <a:pt x="59436" y="60865"/>
                  </a:lnTo>
                  <a:lnTo>
                    <a:pt x="50483" y="60865"/>
                  </a:lnTo>
                  <a:lnTo>
                    <a:pt x="50483" y="42958"/>
                  </a:lnTo>
                  <a:cubicBezTo>
                    <a:pt x="50483" y="39910"/>
                    <a:pt x="48006" y="37338"/>
                    <a:pt x="44863" y="37338"/>
                  </a:cubicBezTo>
                  <a:cubicBezTo>
                    <a:pt x="41720" y="37338"/>
                    <a:pt x="39243" y="39814"/>
                    <a:pt x="39243" y="42958"/>
                  </a:cubicBezTo>
                  <a:lnTo>
                    <a:pt x="39243" y="60865"/>
                  </a:lnTo>
                  <a:lnTo>
                    <a:pt x="30290" y="60865"/>
                  </a:lnTo>
                  <a:lnTo>
                    <a:pt x="30290" y="28765"/>
                  </a:lnTo>
                  <a:cubicBezTo>
                    <a:pt x="30290" y="25717"/>
                    <a:pt x="27813" y="23146"/>
                    <a:pt x="24670" y="23146"/>
                  </a:cubicBezTo>
                  <a:cubicBezTo>
                    <a:pt x="21527" y="23146"/>
                    <a:pt x="19050" y="25622"/>
                    <a:pt x="19050" y="28765"/>
                  </a:cubicBezTo>
                  <a:lnTo>
                    <a:pt x="19050" y="60865"/>
                  </a:lnTo>
                  <a:lnTo>
                    <a:pt x="11240" y="60865"/>
                  </a:lnTo>
                  <a:lnTo>
                    <a:pt x="11240" y="5620"/>
                  </a:lnTo>
                  <a:cubicBezTo>
                    <a:pt x="11240" y="2572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663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5553455" y="4521898"/>
              <a:ext cx="188404" cy="188404"/>
            </a:xfrm>
            <a:custGeom>
              <a:rect b="b" l="l" r="r" t="t"/>
              <a:pathLst>
                <a:path extrusionOk="0" h="188404" w="188404">
                  <a:moveTo>
                    <a:pt x="145447" y="28861"/>
                  </a:moveTo>
                  <a:cubicBezTo>
                    <a:pt x="147828" y="30766"/>
                    <a:pt x="151352" y="30385"/>
                    <a:pt x="153257" y="27908"/>
                  </a:cubicBezTo>
                  <a:cubicBezTo>
                    <a:pt x="155162" y="25527"/>
                    <a:pt x="154781" y="22003"/>
                    <a:pt x="152305" y="20098"/>
                  </a:cubicBezTo>
                  <a:cubicBezTo>
                    <a:pt x="135541" y="6953"/>
                    <a:pt x="115443" y="0"/>
                    <a:pt x="94202" y="0"/>
                  </a:cubicBezTo>
                  <a:cubicBezTo>
                    <a:pt x="42291" y="0"/>
                    <a:pt x="0" y="42196"/>
                    <a:pt x="0" y="94202"/>
                  </a:cubicBezTo>
                  <a:cubicBezTo>
                    <a:pt x="0" y="146209"/>
                    <a:pt x="42196" y="188404"/>
                    <a:pt x="94202" y="188404"/>
                  </a:cubicBezTo>
                  <a:cubicBezTo>
                    <a:pt x="146209" y="188404"/>
                    <a:pt x="188404" y="146209"/>
                    <a:pt x="188404" y="94202"/>
                  </a:cubicBezTo>
                  <a:cubicBezTo>
                    <a:pt x="188404" y="74295"/>
                    <a:pt x="182213" y="55340"/>
                    <a:pt x="170593" y="39243"/>
                  </a:cubicBezTo>
                  <a:cubicBezTo>
                    <a:pt x="168783" y="36767"/>
                    <a:pt x="165259" y="36195"/>
                    <a:pt x="162782" y="38005"/>
                  </a:cubicBezTo>
                  <a:cubicBezTo>
                    <a:pt x="160306" y="39815"/>
                    <a:pt x="159734" y="43339"/>
                    <a:pt x="161544" y="45815"/>
                  </a:cubicBezTo>
                  <a:cubicBezTo>
                    <a:pt x="170688" y="58484"/>
                    <a:pt x="176022" y="73247"/>
                    <a:pt x="176974" y="88678"/>
                  </a:cubicBezTo>
                  <a:lnTo>
                    <a:pt x="154019" y="88678"/>
                  </a:lnTo>
                  <a:cubicBezTo>
                    <a:pt x="151352" y="60008"/>
                    <a:pt x="128492" y="37148"/>
                    <a:pt x="99822" y="34480"/>
                  </a:cubicBezTo>
                  <a:lnTo>
                    <a:pt x="99822" y="11525"/>
                  </a:lnTo>
                  <a:cubicBezTo>
                    <a:pt x="116491" y="12668"/>
                    <a:pt x="132207" y="18669"/>
                    <a:pt x="145447" y="29051"/>
                  </a:cubicBezTo>
                  <a:lnTo>
                    <a:pt x="145447" y="29051"/>
                  </a:lnTo>
                  <a:close/>
                  <a:moveTo>
                    <a:pt x="11239" y="94107"/>
                  </a:moveTo>
                  <a:cubicBezTo>
                    <a:pt x="11239" y="50197"/>
                    <a:pt x="45529" y="14192"/>
                    <a:pt x="88678" y="11335"/>
                  </a:cubicBezTo>
                  <a:lnTo>
                    <a:pt x="88678" y="34385"/>
                  </a:lnTo>
                  <a:cubicBezTo>
                    <a:pt x="58198" y="37243"/>
                    <a:pt x="34195" y="62960"/>
                    <a:pt x="34195" y="94202"/>
                  </a:cubicBezTo>
                  <a:cubicBezTo>
                    <a:pt x="34195" y="127349"/>
                    <a:pt x="61150" y="154305"/>
                    <a:pt x="94297" y="154305"/>
                  </a:cubicBezTo>
                  <a:cubicBezTo>
                    <a:pt x="110204" y="154305"/>
                    <a:pt x="124587" y="148114"/>
                    <a:pt x="135350" y="138017"/>
                  </a:cubicBezTo>
                  <a:cubicBezTo>
                    <a:pt x="140779" y="143446"/>
                    <a:pt x="146209" y="148780"/>
                    <a:pt x="151543" y="154210"/>
                  </a:cubicBezTo>
                  <a:cubicBezTo>
                    <a:pt x="136588" y="168497"/>
                    <a:pt x="116396" y="177260"/>
                    <a:pt x="94202" y="177260"/>
                  </a:cubicBezTo>
                  <a:cubicBezTo>
                    <a:pt x="48387" y="177260"/>
                    <a:pt x="11239" y="140018"/>
                    <a:pt x="11239" y="94298"/>
                  </a:cubicBezTo>
                  <a:lnTo>
                    <a:pt x="11239" y="94298"/>
                  </a:lnTo>
                  <a:close/>
                  <a:moveTo>
                    <a:pt x="154019" y="99727"/>
                  </a:moveTo>
                  <a:lnTo>
                    <a:pt x="177070" y="99727"/>
                  </a:lnTo>
                  <a:cubicBezTo>
                    <a:pt x="175927" y="117158"/>
                    <a:pt x="169354" y="133064"/>
                    <a:pt x="159163" y="145923"/>
                  </a:cubicBezTo>
                  <a:cubicBezTo>
                    <a:pt x="153733" y="140494"/>
                    <a:pt x="148304" y="135065"/>
                    <a:pt x="142780" y="129540"/>
                  </a:cubicBezTo>
                  <a:cubicBezTo>
                    <a:pt x="148971" y="121063"/>
                    <a:pt x="153067" y="110776"/>
                    <a:pt x="154114" y="99727"/>
                  </a:cubicBezTo>
                  <a:lnTo>
                    <a:pt x="154114" y="99727"/>
                  </a:lnTo>
                  <a:close/>
                  <a:moveTo>
                    <a:pt x="143161" y="94107"/>
                  </a:moveTo>
                  <a:cubicBezTo>
                    <a:pt x="143161" y="121063"/>
                    <a:pt x="121253" y="143066"/>
                    <a:pt x="94297" y="143066"/>
                  </a:cubicBezTo>
                  <a:cubicBezTo>
                    <a:pt x="67342" y="143066"/>
                    <a:pt x="45339" y="121158"/>
                    <a:pt x="45339" y="94107"/>
                  </a:cubicBezTo>
                  <a:cubicBezTo>
                    <a:pt x="45339" y="67056"/>
                    <a:pt x="67246" y="45149"/>
                    <a:pt x="94297" y="45149"/>
                  </a:cubicBezTo>
                  <a:cubicBezTo>
                    <a:pt x="121348" y="45149"/>
                    <a:pt x="143161" y="67056"/>
                    <a:pt x="143161" y="94107"/>
                  </a:cubicBezTo>
                  <a:lnTo>
                    <a:pt x="143161" y="941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5559337" y="4695325"/>
              <a:ext cx="25955" cy="18597"/>
            </a:xfrm>
            <a:custGeom>
              <a:rect b="b" l="l" r="r" t="t"/>
              <a:pathLst>
                <a:path extrusionOk="0" h="18597" w="25955">
                  <a:moveTo>
                    <a:pt x="16597" y="1643"/>
                  </a:moveTo>
                  <a:lnTo>
                    <a:pt x="13073" y="5167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9072" y="16978"/>
                  </a:lnTo>
                  <a:cubicBezTo>
                    <a:pt x="10120" y="18026"/>
                    <a:pt x="11549" y="18597"/>
                    <a:pt x="12978" y="18597"/>
                  </a:cubicBezTo>
                  <a:cubicBezTo>
                    <a:pt x="14407" y="18597"/>
                    <a:pt x="15835" y="18026"/>
                    <a:pt x="16883" y="16978"/>
                  </a:cubicBezTo>
                  <a:lnTo>
                    <a:pt x="24312" y="9549"/>
                  </a:lnTo>
                  <a:cubicBezTo>
                    <a:pt x="26503" y="7358"/>
                    <a:pt x="26503" y="3834"/>
                    <a:pt x="24312" y="1643"/>
                  </a:cubicBezTo>
                  <a:cubicBezTo>
                    <a:pt x="22122" y="-548"/>
                    <a:pt x="18597" y="-548"/>
                    <a:pt x="16407" y="1643"/>
                  </a:cubicBezTo>
                  <a:lnTo>
                    <a:pt x="16407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5658492" y="4617600"/>
              <a:ext cx="26146" cy="18597"/>
            </a:xfrm>
            <a:custGeom>
              <a:rect b="b" l="l" r="r" t="t"/>
              <a:pathLst>
                <a:path extrusionOk="0" h="18597" w="26146">
                  <a:moveTo>
                    <a:pt x="9263" y="16978"/>
                  </a:moveTo>
                  <a:cubicBezTo>
                    <a:pt x="10311" y="18026"/>
                    <a:pt x="11739" y="18597"/>
                    <a:pt x="13168" y="18597"/>
                  </a:cubicBezTo>
                  <a:cubicBezTo>
                    <a:pt x="14597" y="18597"/>
                    <a:pt x="16026" y="18026"/>
                    <a:pt x="17073" y="16978"/>
                  </a:cubicBezTo>
                  <a:lnTo>
                    <a:pt x="24503" y="9549"/>
                  </a:lnTo>
                  <a:cubicBezTo>
                    <a:pt x="26694" y="7358"/>
                    <a:pt x="26694" y="3834"/>
                    <a:pt x="24503" y="1643"/>
                  </a:cubicBezTo>
                  <a:cubicBezTo>
                    <a:pt x="22312" y="-548"/>
                    <a:pt x="18788" y="-548"/>
                    <a:pt x="16597" y="1643"/>
                  </a:cubicBezTo>
                  <a:lnTo>
                    <a:pt x="13073" y="5167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9072" y="169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5717833" y="4531494"/>
              <a:ext cx="26146" cy="18597"/>
            </a:xfrm>
            <a:custGeom>
              <a:rect b="b" l="l" r="r" t="t"/>
              <a:pathLst>
                <a:path extrusionOk="0" h="18597" w="26146">
                  <a:moveTo>
                    <a:pt x="9263" y="16978"/>
                  </a:moveTo>
                  <a:cubicBezTo>
                    <a:pt x="10311" y="18026"/>
                    <a:pt x="11740" y="18598"/>
                    <a:pt x="13168" y="18598"/>
                  </a:cubicBezTo>
                  <a:cubicBezTo>
                    <a:pt x="14597" y="18598"/>
                    <a:pt x="16026" y="18026"/>
                    <a:pt x="17074" y="16978"/>
                  </a:cubicBezTo>
                  <a:lnTo>
                    <a:pt x="24503" y="9549"/>
                  </a:lnTo>
                  <a:cubicBezTo>
                    <a:pt x="26694" y="7358"/>
                    <a:pt x="26694" y="3834"/>
                    <a:pt x="24503" y="1643"/>
                  </a:cubicBezTo>
                  <a:cubicBezTo>
                    <a:pt x="22313" y="-548"/>
                    <a:pt x="18788" y="-548"/>
                    <a:pt x="16597" y="1643"/>
                  </a:cubicBezTo>
                  <a:lnTo>
                    <a:pt x="13073" y="5167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9073" y="169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" name="Google Shape;244;p19"/>
          <p:cNvGrpSpPr/>
          <p:nvPr/>
        </p:nvGrpSpPr>
        <p:grpSpPr>
          <a:xfrm>
            <a:off x="3310659" y="2249150"/>
            <a:ext cx="426109" cy="391276"/>
            <a:chOff x="4737067" y="3854291"/>
            <a:chExt cx="380999" cy="349853"/>
          </a:xfrm>
        </p:grpSpPr>
        <p:sp>
          <p:nvSpPr>
            <p:cNvPr id="245" name="Google Shape;245;p19"/>
            <p:cNvSpPr/>
            <p:nvPr/>
          </p:nvSpPr>
          <p:spPr>
            <a:xfrm>
              <a:off x="4737067" y="3854291"/>
              <a:ext cx="380999" cy="349853"/>
            </a:xfrm>
            <a:custGeom>
              <a:rect b="b" l="l" r="r" t="t"/>
              <a:pathLst>
                <a:path extrusionOk="0" h="349853" w="380999">
                  <a:moveTo>
                    <a:pt x="381000" y="20669"/>
                  </a:moveTo>
                  <a:cubicBezTo>
                    <a:pt x="381000" y="9239"/>
                    <a:pt x="371761" y="0"/>
                    <a:pt x="360331" y="0"/>
                  </a:cubicBezTo>
                  <a:lnTo>
                    <a:pt x="80677" y="0"/>
                  </a:lnTo>
                  <a:cubicBezTo>
                    <a:pt x="77629" y="0"/>
                    <a:pt x="75057" y="2477"/>
                    <a:pt x="75057" y="5620"/>
                  </a:cubicBezTo>
                  <a:cubicBezTo>
                    <a:pt x="75057" y="8763"/>
                    <a:pt x="77533" y="11240"/>
                    <a:pt x="80677" y="11240"/>
                  </a:cubicBezTo>
                  <a:lnTo>
                    <a:pt x="360331" y="11240"/>
                  </a:lnTo>
                  <a:cubicBezTo>
                    <a:pt x="365569" y="11240"/>
                    <a:pt x="369856" y="15526"/>
                    <a:pt x="369856" y="20765"/>
                  </a:cubicBezTo>
                  <a:lnTo>
                    <a:pt x="369856" y="213646"/>
                  </a:lnTo>
                  <a:lnTo>
                    <a:pt x="275177" y="213646"/>
                  </a:lnTo>
                  <a:lnTo>
                    <a:pt x="275177" y="124968"/>
                  </a:lnTo>
                  <a:cubicBezTo>
                    <a:pt x="275177" y="121920"/>
                    <a:pt x="272701" y="119348"/>
                    <a:pt x="269558" y="119348"/>
                  </a:cubicBezTo>
                  <a:cubicBezTo>
                    <a:pt x="266414" y="119348"/>
                    <a:pt x="263938" y="121825"/>
                    <a:pt x="263938" y="124968"/>
                  </a:cubicBezTo>
                  <a:lnTo>
                    <a:pt x="263938" y="229743"/>
                  </a:lnTo>
                  <a:cubicBezTo>
                    <a:pt x="263938" y="230791"/>
                    <a:pt x="263081" y="231648"/>
                    <a:pt x="262033" y="231648"/>
                  </a:cubicBezTo>
                  <a:lnTo>
                    <a:pt x="239077" y="231648"/>
                  </a:lnTo>
                  <a:lnTo>
                    <a:pt x="239077" y="66199"/>
                  </a:lnTo>
                  <a:lnTo>
                    <a:pt x="263938" y="66199"/>
                  </a:lnTo>
                  <a:lnTo>
                    <a:pt x="263938" y="100203"/>
                  </a:lnTo>
                  <a:cubicBezTo>
                    <a:pt x="263938" y="103251"/>
                    <a:pt x="266414" y="105823"/>
                    <a:pt x="269558" y="105823"/>
                  </a:cubicBezTo>
                  <a:cubicBezTo>
                    <a:pt x="272701" y="105823"/>
                    <a:pt x="275177" y="103346"/>
                    <a:pt x="275177" y="100203"/>
                  </a:cubicBezTo>
                  <a:lnTo>
                    <a:pt x="275177" y="93059"/>
                  </a:lnTo>
                  <a:lnTo>
                    <a:pt x="291656" y="93059"/>
                  </a:lnTo>
                  <a:cubicBezTo>
                    <a:pt x="298799" y="93059"/>
                    <a:pt x="304705" y="87249"/>
                    <a:pt x="304705" y="80010"/>
                  </a:cubicBezTo>
                  <a:lnTo>
                    <a:pt x="304705" y="68104"/>
                  </a:lnTo>
                  <a:cubicBezTo>
                    <a:pt x="304705" y="60960"/>
                    <a:pt x="298894" y="55054"/>
                    <a:pt x="291656" y="55054"/>
                  </a:cubicBezTo>
                  <a:lnTo>
                    <a:pt x="89345" y="55054"/>
                  </a:lnTo>
                  <a:cubicBezTo>
                    <a:pt x="82201" y="55054"/>
                    <a:pt x="76295" y="60865"/>
                    <a:pt x="76295" y="68104"/>
                  </a:cubicBezTo>
                  <a:lnTo>
                    <a:pt x="76295" y="80010"/>
                  </a:lnTo>
                  <a:cubicBezTo>
                    <a:pt x="76295" y="87154"/>
                    <a:pt x="82105" y="93059"/>
                    <a:pt x="89345" y="93059"/>
                  </a:cubicBezTo>
                  <a:lnTo>
                    <a:pt x="105823" y="93059"/>
                  </a:lnTo>
                  <a:lnTo>
                    <a:pt x="105823" y="213741"/>
                  </a:lnTo>
                  <a:lnTo>
                    <a:pt x="11144" y="213741"/>
                  </a:lnTo>
                  <a:lnTo>
                    <a:pt x="11144" y="20860"/>
                  </a:lnTo>
                  <a:cubicBezTo>
                    <a:pt x="11144" y="15621"/>
                    <a:pt x="15430" y="11335"/>
                    <a:pt x="20669" y="11335"/>
                  </a:cubicBezTo>
                  <a:lnTo>
                    <a:pt x="55912" y="11335"/>
                  </a:lnTo>
                  <a:cubicBezTo>
                    <a:pt x="58960" y="11335"/>
                    <a:pt x="61531" y="8858"/>
                    <a:pt x="61531" y="5715"/>
                  </a:cubicBezTo>
                  <a:cubicBezTo>
                    <a:pt x="61531" y="2572"/>
                    <a:pt x="59055" y="95"/>
                    <a:pt x="55912" y="95"/>
                  </a:cubicBezTo>
                  <a:lnTo>
                    <a:pt x="20669" y="95"/>
                  </a:lnTo>
                  <a:cubicBezTo>
                    <a:pt x="9239" y="95"/>
                    <a:pt x="0" y="9335"/>
                    <a:pt x="0" y="20765"/>
                  </a:cubicBezTo>
                  <a:lnTo>
                    <a:pt x="0" y="243269"/>
                  </a:lnTo>
                  <a:cubicBezTo>
                    <a:pt x="0" y="254699"/>
                    <a:pt x="9239" y="263938"/>
                    <a:pt x="20669" y="263938"/>
                  </a:cubicBezTo>
                  <a:lnTo>
                    <a:pt x="141351" y="263938"/>
                  </a:lnTo>
                  <a:lnTo>
                    <a:pt x="137255" y="309944"/>
                  </a:lnTo>
                  <a:lnTo>
                    <a:pt x="123063" y="309944"/>
                  </a:lnTo>
                  <a:cubicBezTo>
                    <a:pt x="115919" y="309944"/>
                    <a:pt x="110014" y="315754"/>
                    <a:pt x="110014" y="322993"/>
                  </a:cubicBezTo>
                  <a:lnTo>
                    <a:pt x="110014" y="336804"/>
                  </a:lnTo>
                  <a:cubicBezTo>
                    <a:pt x="110014" y="343948"/>
                    <a:pt x="115824" y="349853"/>
                    <a:pt x="123063" y="349853"/>
                  </a:cubicBezTo>
                  <a:lnTo>
                    <a:pt x="257937" y="349853"/>
                  </a:lnTo>
                  <a:cubicBezTo>
                    <a:pt x="265081" y="349853"/>
                    <a:pt x="270986" y="344043"/>
                    <a:pt x="270986" y="336804"/>
                  </a:cubicBezTo>
                  <a:lnTo>
                    <a:pt x="270986" y="322993"/>
                  </a:lnTo>
                  <a:cubicBezTo>
                    <a:pt x="270986" y="315849"/>
                    <a:pt x="265176" y="309944"/>
                    <a:pt x="257937" y="309944"/>
                  </a:cubicBezTo>
                  <a:lnTo>
                    <a:pt x="243745" y="309944"/>
                  </a:lnTo>
                  <a:lnTo>
                    <a:pt x="239649" y="263938"/>
                  </a:lnTo>
                  <a:lnTo>
                    <a:pt x="360331" y="263938"/>
                  </a:lnTo>
                  <a:cubicBezTo>
                    <a:pt x="371761" y="263938"/>
                    <a:pt x="381000" y="254699"/>
                    <a:pt x="381000" y="243269"/>
                  </a:cubicBezTo>
                  <a:lnTo>
                    <a:pt x="381000" y="20765"/>
                  </a:lnTo>
                  <a:close/>
                  <a:moveTo>
                    <a:pt x="293560" y="67913"/>
                  </a:moveTo>
                  <a:lnTo>
                    <a:pt x="293560" y="79820"/>
                  </a:lnTo>
                  <a:cubicBezTo>
                    <a:pt x="293560" y="80867"/>
                    <a:pt x="292703" y="81725"/>
                    <a:pt x="291656" y="81725"/>
                  </a:cubicBezTo>
                  <a:lnTo>
                    <a:pt x="275177" y="81725"/>
                  </a:lnTo>
                  <a:lnTo>
                    <a:pt x="275177" y="66008"/>
                  </a:lnTo>
                  <a:lnTo>
                    <a:pt x="291656" y="66008"/>
                  </a:lnTo>
                  <a:cubicBezTo>
                    <a:pt x="292703" y="66008"/>
                    <a:pt x="293560" y="66866"/>
                    <a:pt x="293560" y="67913"/>
                  </a:cubicBezTo>
                  <a:lnTo>
                    <a:pt x="293560" y="67913"/>
                  </a:lnTo>
                  <a:close/>
                  <a:moveTo>
                    <a:pt x="228028" y="231458"/>
                  </a:moveTo>
                  <a:lnTo>
                    <a:pt x="204407" y="231458"/>
                  </a:lnTo>
                  <a:lnTo>
                    <a:pt x="204407" y="66008"/>
                  </a:lnTo>
                  <a:lnTo>
                    <a:pt x="228028" y="66008"/>
                  </a:lnTo>
                  <a:lnTo>
                    <a:pt x="228028" y="231458"/>
                  </a:lnTo>
                  <a:close/>
                  <a:moveTo>
                    <a:pt x="89345" y="81725"/>
                  </a:moveTo>
                  <a:cubicBezTo>
                    <a:pt x="88297" y="81725"/>
                    <a:pt x="87439" y="80867"/>
                    <a:pt x="87439" y="79820"/>
                  </a:cubicBezTo>
                  <a:lnTo>
                    <a:pt x="87439" y="67913"/>
                  </a:lnTo>
                  <a:cubicBezTo>
                    <a:pt x="87439" y="66866"/>
                    <a:pt x="88297" y="66008"/>
                    <a:pt x="89345" y="66008"/>
                  </a:cubicBezTo>
                  <a:lnTo>
                    <a:pt x="105823" y="66008"/>
                  </a:lnTo>
                  <a:lnTo>
                    <a:pt x="105823" y="81725"/>
                  </a:lnTo>
                  <a:lnTo>
                    <a:pt x="89345" y="81725"/>
                  </a:lnTo>
                  <a:close/>
                  <a:moveTo>
                    <a:pt x="259842" y="322802"/>
                  </a:moveTo>
                  <a:lnTo>
                    <a:pt x="259842" y="336614"/>
                  </a:lnTo>
                  <a:cubicBezTo>
                    <a:pt x="259842" y="337661"/>
                    <a:pt x="258985" y="338519"/>
                    <a:pt x="257937" y="338519"/>
                  </a:cubicBezTo>
                  <a:lnTo>
                    <a:pt x="123063" y="338519"/>
                  </a:lnTo>
                  <a:cubicBezTo>
                    <a:pt x="122015" y="338519"/>
                    <a:pt x="121158" y="337661"/>
                    <a:pt x="121158" y="336614"/>
                  </a:cubicBezTo>
                  <a:lnTo>
                    <a:pt x="121158" y="322802"/>
                  </a:lnTo>
                  <a:cubicBezTo>
                    <a:pt x="121158" y="321755"/>
                    <a:pt x="122015" y="320897"/>
                    <a:pt x="123063" y="320897"/>
                  </a:cubicBezTo>
                  <a:lnTo>
                    <a:pt x="257937" y="320897"/>
                  </a:lnTo>
                  <a:cubicBezTo>
                    <a:pt x="258985" y="320897"/>
                    <a:pt x="259842" y="321755"/>
                    <a:pt x="259842" y="322802"/>
                  </a:cubicBezTo>
                  <a:lnTo>
                    <a:pt x="259842" y="322802"/>
                  </a:lnTo>
                  <a:close/>
                  <a:moveTo>
                    <a:pt x="232600" y="309753"/>
                  </a:moveTo>
                  <a:lnTo>
                    <a:pt x="148495" y="309753"/>
                  </a:lnTo>
                  <a:lnTo>
                    <a:pt x="152591" y="263747"/>
                  </a:lnTo>
                  <a:lnTo>
                    <a:pt x="168688" y="263747"/>
                  </a:lnTo>
                  <a:lnTo>
                    <a:pt x="168688" y="270891"/>
                  </a:lnTo>
                  <a:cubicBezTo>
                    <a:pt x="168688" y="282988"/>
                    <a:pt x="178499" y="292799"/>
                    <a:pt x="190595" y="292799"/>
                  </a:cubicBezTo>
                  <a:cubicBezTo>
                    <a:pt x="202692" y="292799"/>
                    <a:pt x="212503" y="282988"/>
                    <a:pt x="212503" y="270891"/>
                  </a:cubicBezTo>
                  <a:lnTo>
                    <a:pt x="212503" y="263747"/>
                  </a:lnTo>
                  <a:lnTo>
                    <a:pt x="228600" y="263747"/>
                  </a:lnTo>
                  <a:lnTo>
                    <a:pt x="232696" y="309753"/>
                  </a:lnTo>
                  <a:close/>
                  <a:moveTo>
                    <a:pt x="201263" y="263747"/>
                  </a:moveTo>
                  <a:lnTo>
                    <a:pt x="201263" y="270891"/>
                  </a:lnTo>
                  <a:cubicBezTo>
                    <a:pt x="201263" y="276797"/>
                    <a:pt x="196501" y="281559"/>
                    <a:pt x="190595" y="281559"/>
                  </a:cubicBezTo>
                  <a:cubicBezTo>
                    <a:pt x="184690" y="281559"/>
                    <a:pt x="179927" y="276797"/>
                    <a:pt x="179927" y="270891"/>
                  </a:cubicBezTo>
                  <a:lnTo>
                    <a:pt x="179927" y="263747"/>
                  </a:lnTo>
                  <a:lnTo>
                    <a:pt x="201359" y="263747"/>
                  </a:lnTo>
                  <a:close/>
                  <a:moveTo>
                    <a:pt x="369856" y="243078"/>
                  </a:moveTo>
                  <a:cubicBezTo>
                    <a:pt x="369856" y="248317"/>
                    <a:pt x="365569" y="252603"/>
                    <a:pt x="360331" y="252603"/>
                  </a:cubicBezTo>
                  <a:lnTo>
                    <a:pt x="20669" y="252603"/>
                  </a:lnTo>
                  <a:cubicBezTo>
                    <a:pt x="15430" y="252603"/>
                    <a:pt x="11144" y="248317"/>
                    <a:pt x="11144" y="243078"/>
                  </a:cubicBezTo>
                  <a:lnTo>
                    <a:pt x="11144" y="224600"/>
                  </a:lnTo>
                  <a:lnTo>
                    <a:pt x="105823" y="224600"/>
                  </a:lnTo>
                  <a:lnTo>
                    <a:pt x="105823" y="229553"/>
                  </a:lnTo>
                  <a:cubicBezTo>
                    <a:pt x="105823" y="236696"/>
                    <a:pt x="111633" y="242602"/>
                    <a:pt x="118872" y="242602"/>
                  </a:cubicBezTo>
                  <a:lnTo>
                    <a:pt x="146590" y="242602"/>
                  </a:lnTo>
                  <a:cubicBezTo>
                    <a:pt x="149638" y="242602"/>
                    <a:pt x="152209" y="240125"/>
                    <a:pt x="152209" y="236982"/>
                  </a:cubicBezTo>
                  <a:cubicBezTo>
                    <a:pt x="152209" y="233839"/>
                    <a:pt x="149733" y="231362"/>
                    <a:pt x="146590" y="231362"/>
                  </a:cubicBezTo>
                  <a:lnTo>
                    <a:pt x="118872" y="231362"/>
                  </a:lnTo>
                  <a:cubicBezTo>
                    <a:pt x="117824" y="231362"/>
                    <a:pt x="116967" y="230505"/>
                    <a:pt x="116967" y="229457"/>
                  </a:cubicBezTo>
                  <a:lnTo>
                    <a:pt x="116967" y="65818"/>
                  </a:lnTo>
                  <a:lnTo>
                    <a:pt x="193262" y="65818"/>
                  </a:lnTo>
                  <a:lnTo>
                    <a:pt x="193262" y="231267"/>
                  </a:lnTo>
                  <a:lnTo>
                    <a:pt x="171355" y="231267"/>
                  </a:lnTo>
                  <a:cubicBezTo>
                    <a:pt x="168307" y="231267"/>
                    <a:pt x="165735" y="233744"/>
                    <a:pt x="165735" y="236887"/>
                  </a:cubicBezTo>
                  <a:cubicBezTo>
                    <a:pt x="165735" y="240030"/>
                    <a:pt x="168211" y="242507"/>
                    <a:pt x="171355" y="242507"/>
                  </a:cubicBezTo>
                  <a:lnTo>
                    <a:pt x="262223" y="242507"/>
                  </a:lnTo>
                  <a:cubicBezTo>
                    <a:pt x="269367" y="242507"/>
                    <a:pt x="275273" y="236696"/>
                    <a:pt x="275273" y="229457"/>
                  </a:cubicBezTo>
                  <a:lnTo>
                    <a:pt x="275273" y="224504"/>
                  </a:lnTo>
                  <a:lnTo>
                    <a:pt x="369951" y="224504"/>
                  </a:lnTo>
                  <a:lnTo>
                    <a:pt x="369951" y="2429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4913542" y="3880270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4026" y="19645"/>
                  </a:moveTo>
                  <a:cubicBezTo>
                    <a:pt x="15455" y="19645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1" y="18026"/>
                  </a:lnTo>
                  <a:cubicBezTo>
                    <a:pt x="11168" y="19074"/>
                    <a:pt x="12597" y="19645"/>
                    <a:pt x="14026" y="19645"/>
                  </a:cubicBezTo>
                  <a:lnTo>
                    <a:pt x="14026" y="196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4905660" y="4033456"/>
              <a:ext cx="11239" cy="37052"/>
            </a:xfrm>
            <a:custGeom>
              <a:rect b="b" l="l" r="r" t="t"/>
              <a:pathLst>
                <a:path extrusionOk="0" h="37052" w="11239">
                  <a:moveTo>
                    <a:pt x="5620" y="37052"/>
                  </a:moveTo>
                  <a:cubicBezTo>
                    <a:pt x="8668" y="37052"/>
                    <a:pt x="11239" y="34576"/>
                    <a:pt x="11239" y="31432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31432"/>
                  </a:lnTo>
                  <a:cubicBezTo>
                    <a:pt x="0" y="34480"/>
                    <a:pt x="2477" y="37052"/>
                    <a:pt x="5620" y="37052"/>
                  </a:cubicBezTo>
                  <a:lnTo>
                    <a:pt x="5620" y="370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4887467" y="3989260"/>
              <a:ext cx="11239" cy="81343"/>
            </a:xfrm>
            <a:custGeom>
              <a:rect b="b" l="l" r="r" t="t"/>
              <a:pathLst>
                <a:path extrusionOk="0" h="81343" w="11239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lnTo>
                    <a:pt x="0" y="75724"/>
                  </a:lnTo>
                  <a:cubicBezTo>
                    <a:pt x="0" y="78772"/>
                    <a:pt x="2477" y="81343"/>
                    <a:pt x="5620" y="81343"/>
                  </a:cubicBezTo>
                  <a:cubicBezTo>
                    <a:pt x="8763" y="81343"/>
                    <a:pt x="11239" y="78867"/>
                    <a:pt x="11239" y="75724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5040343" y="4038314"/>
              <a:ext cx="46577" cy="11239"/>
            </a:xfrm>
            <a:custGeom>
              <a:rect b="b" l="l" r="r" t="t"/>
              <a:pathLst>
                <a:path extrusionOk="0" h="11239" w="46577">
                  <a:moveTo>
                    <a:pt x="0" y="5620"/>
                  </a:moveTo>
                  <a:cubicBezTo>
                    <a:pt x="0" y="8668"/>
                    <a:pt x="2476" y="11239"/>
                    <a:pt x="5620" y="11239"/>
                  </a:cubicBezTo>
                  <a:lnTo>
                    <a:pt x="40957" y="11239"/>
                  </a:lnTo>
                  <a:cubicBezTo>
                    <a:pt x="44005" y="11239"/>
                    <a:pt x="46577" y="8763"/>
                    <a:pt x="46577" y="5620"/>
                  </a:cubicBezTo>
                  <a:cubicBezTo>
                    <a:pt x="46577" y="2476"/>
                    <a:pt x="44101" y="0"/>
                    <a:pt x="40957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5058155" y="4018025"/>
              <a:ext cx="28765" cy="11239"/>
            </a:xfrm>
            <a:custGeom>
              <a:rect b="b" l="l" r="r" t="t"/>
              <a:pathLst>
                <a:path extrusionOk="0" h="11239" w="28765">
                  <a:moveTo>
                    <a:pt x="23146" y="11240"/>
                  </a:moveTo>
                  <a:cubicBezTo>
                    <a:pt x="26194" y="11240"/>
                    <a:pt x="28765" y="8763"/>
                    <a:pt x="28765" y="5620"/>
                  </a:cubicBezTo>
                  <a:cubicBezTo>
                    <a:pt x="28765" y="2477"/>
                    <a:pt x="26289" y="0"/>
                    <a:pt x="2314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23146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4768214" y="4038314"/>
              <a:ext cx="46577" cy="11239"/>
            </a:xfrm>
            <a:custGeom>
              <a:rect b="b" l="l" r="r" t="t"/>
              <a:pathLst>
                <a:path extrusionOk="0" h="11239" w="46577">
                  <a:moveTo>
                    <a:pt x="5620" y="11239"/>
                  </a:moveTo>
                  <a:lnTo>
                    <a:pt x="40957" y="11239"/>
                  </a:lnTo>
                  <a:cubicBezTo>
                    <a:pt x="44005" y="11239"/>
                    <a:pt x="46577" y="8763"/>
                    <a:pt x="46577" y="5620"/>
                  </a:cubicBezTo>
                  <a:cubicBezTo>
                    <a:pt x="46577" y="2476"/>
                    <a:pt x="44101" y="0"/>
                    <a:pt x="40957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4768214" y="4018025"/>
              <a:ext cx="28765" cy="11239"/>
            </a:xfrm>
            <a:custGeom>
              <a:rect b="b" l="l" r="r" t="t"/>
              <a:pathLst>
                <a:path extrusionOk="0" h="11239" w="28765">
                  <a:moveTo>
                    <a:pt x="5620" y="11240"/>
                  </a:moveTo>
                  <a:lnTo>
                    <a:pt x="23146" y="11240"/>
                  </a:lnTo>
                  <a:cubicBezTo>
                    <a:pt x="26194" y="11240"/>
                    <a:pt x="28765" y="8763"/>
                    <a:pt x="28765" y="5620"/>
                  </a:cubicBezTo>
                  <a:cubicBezTo>
                    <a:pt x="28765" y="2477"/>
                    <a:pt x="26289" y="0"/>
                    <a:pt x="2314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" name="Google Shape;253;p19"/>
          <p:cNvGrpSpPr/>
          <p:nvPr/>
        </p:nvGrpSpPr>
        <p:grpSpPr>
          <a:xfrm>
            <a:off x="1205608" y="2251067"/>
            <a:ext cx="426217" cy="387441"/>
            <a:chOff x="5514117" y="3255930"/>
            <a:chExt cx="381095" cy="346424"/>
          </a:xfrm>
        </p:grpSpPr>
        <p:sp>
          <p:nvSpPr>
            <p:cNvPr id="254" name="Google Shape;254;p19"/>
            <p:cNvSpPr/>
            <p:nvPr/>
          </p:nvSpPr>
          <p:spPr>
            <a:xfrm>
              <a:off x="5514117" y="3255930"/>
              <a:ext cx="381095" cy="346424"/>
            </a:xfrm>
            <a:custGeom>
              <a:rect b="b" l="l" r="r" t="t"/>
              <a:pathLst>
                <a:path extrusionOk="0" h="346424" w="381095">
                  <a:moveTo>
                    <a:pt x="381095" y="97917"/>
                  </a:moveTo>
                  <a:cubicBezTo>
                    <a:pt x="381095" y="86106"/>
                    <a:pt x="371475" y="76486"/>
                    <a:pt x="359664" y="76486"/>
                  </a:cubicBezTo>
                  <a:lnTo>
                    <a:pt x="311182" y="76486"/>
                  </a:lnTo>
                  <a:lnTo>
                    <a:pt x="311182" y="68389"/>
                  </a:lnTo>
                  <a:cubicBezTo>
                    <a:pt x="311182" y="62198"/>
                    <a:pt x="307181" y="56864"/>
                    <a:pt x="301562" y="54959"/>
                  </a:cubicBezTo>
                  <a:lnTo>
                    <a:pt x="301562" y="23050"/>
                  </a:lnTo>
                  <a:cubicBezTo>
                    <a:pt x="301562" y="10287"/>
                    <a:pt x="291179" y="0"/>
                    <a:pt x="278511" y="0"/>
                  </a:cubicBezTo>
                  <a:lnTo>
                    <a:pt x="136779" y="0"/>
                  </a:lnTo>
                  <a:cubicBezTo>
                    <a:pt x="124015" y="0"/>
                    <a:pt x="113729" y="10382"/>
                    <a:pt x="113729" y="23050"/>
                  </a:cubicBezTo>
                  <a:lnTo>
                    <a:pt x="113729" y="54959"/>
                  </a:lnTo>
                  <a:cubicBezTo>
                    <a:pt x="108109" y="56864"/>
                    <a:pt x="104108" y="62103"/>
                    <a:pt x="104108" y="68389"/>
                  </a:cubicBezTo>
                  <a:lnTo>
                    <a:pt x="104108" y="76486"/>
                  </a:lnTo>
                  <a:lnTo>
                    <a:pt x="55626" y="76486"/>
                  </a:lnTo>
                  <a:cubicBezTo>
                    <a:pt x="43815" y="76486"/>
                    <a:pt x="34195" y="86106"/>
                    <a:pt x="34195" y="97917"/>
                  </a:cubicBezTo>
                  <a:lnTo>
                    <a:pt x="34195" y="118872"/>
                  </a:lnTo>
                  <a:cubicBezTo>
                    <a:pt x="34195" y="121920"/>
                    <a:pt x="36671" y="124492"/>
                    <a:pt x="39814" y="124492"/>
                  </a:cubicBezTo>
                  <a:cubicBezTo>
                    <a:pt x="42958" y="124492"/>
                    <a:pt x="45434" y="122015"/>
                    <a:pt x="45434" y="118872"/>
                  </a:cubicBezTo>
                  <a:lnTo>
                    <a:pt x="45434" y="97917"/>
                  </a:lnTo>
                  <a:cubicBezTo>
                    <a:pt x="45434" y="92297"/>
                    <a:pt x="50006" y="87725"/>
                    <a:pt x="55626" y="87725"/>
                  </a:cubicBezTo>
                  <a:lnTo>
                    <a:pt x="359664" y="87725"/>
                  </a:lnTo>
                  <a:cubicBezTo>
                    <a:pt x="365284" y="87725"/>
                    <a:pt x="369951" y="92297"/>
                    <a:pt x="369951" y="97917"/>
                  </a:cubicBezTo>
                  <a:lnTo>
                    <a:pt x="369951" y="175450"/>
                  </a:lnTo>
                  <a:cubicBezTo>
                    <a:pt x="369951" y="176403"/>
                    <a:pt x="369189" y="177165"/>
                    <a:pt x="368237" y="177165"/>
                  </a:cubicBezTo>
                  <a:lnTo>
                    <a:pt x="332708" y="177165"/>
                  </a:lnTo>
                  <a:cubicBezTo>
                    <a:pt x="329660" y="177165"/>
                    <a:pt x="327088" y="179642"/>
                    <a:pt x="327088" y="182785"/>
                  </a:cubicBezTo>
                  <a:cubicBezTo>
                    <a:pt x="327088" y="185928"/>
                    <a:pt x="329565" y="188404"/>
                    <a:pt x="332708" y="188404"/>
                  </a:cubicBezTo>
                  <a:lnTo>
                    <a:pt x="368237" y="188404"/>
                  </a:lnTo>
                  <a:cubicBezTo>
                    <a:pt x="368808" y="188404"/>
                    <a:pt x="369380" y="188404"/>
                    <a:pt x="369951" y="188309"/>
                  </a:cubicBezTo>
                  <a:lnTo>
                    <a:pt x="369951" y="308896"/>
                  </a:lnTo>
                  <a:cubicBezTo>
                    <a:pt x="369951" y="314516"/>
                    <a:pt x="365379" y="319183"/>
                    <a:pt x="359664" y="319183"/>
                  </a:cubicBezTo>
                  <a:lnTo>
                    <a:pt x="131445" y="319183"/>
                  </a:lnTo>
                  <a:cubicBezTo>
                    <a:pt x="141827" y="306419"/>
                    <a:pt x="148114" y="290131"/>
                    <a:pt x="148114" y="272510"/>
                  </a:cubicBezTo>
                  <a:cubicBezTo>
                    <a:pt x="148114" y="231743"/>
                    <a:pt x="114871" y="198501"/>
                    <a:pt x="74104" y="198501"/>
                  </a:cubicBezTo>
                  <a:cubicBezTo>
                    <a:pt x="63913" y="198501"/>
                    <a:pt x="54197" y="200596"/>
                    <a:pt x="45339" y="204311"/>
                  </a:cubicBezTo>
                  <a:lnTo>
                    <a:pt x="45339" y="188404"/>
                  </a:lnTo>
                  <a:cubicBezTo>
                    <a:pt x="45911" y="188404"/>
                    <a:pt x="46482" y="188500"/>
                    <a:pt x="47054" y="188500"/>
                  </a:cubicBezTo>
                  <a:lnTo>
                    <a:pt x="157734" y="188500"/>
                  </a:lnTo>
                  <a:lnTo>
                    <a:pt x="157734" y="199168"/>
                  </a:lnTo>
                  <a:cubicBezTo>
                    <a:pt x="157734" y="214027"/>
                    <a:pt x="169831" y="226028"/>
                    <a:pt x="184595" y="226028"/>
                  </a:cubicBezTo>
                  <a:lnTo>
                    <a:pt x="230505" y="226028"/>
                  </a:lnTo>
                  <a:cubicBezTo>
                    <a:pt x="245364" y="226028"/>
                    <a:pt x="257365" y="213931"/>
                    <a:pt x="257365" y="199168"/>
                  </a:cubicBezTo>
                  <a:lnTo>
                    <a:pt x="257365" y="188500"/>
                  </a:lnTo>
                  <a:lnTo>
                    <a:pt x="307753" y="188500"/>
                  </a:lnTo>
                  <a:cubicBezTo>
                    <a:pt x="310801" y="188500"/>
                    <a:pt x="313372" y="186023"/>
                    <a:pt x="313372" y="182880"/>
                  </a:cubicBezTo>
                  <a:cubicBezTo>
                    <a:pt x="313372" y="179737"/>
                    <a:pt x="310896" y="177260"/>
                    <a:pt x="307753" y="177260"/>
                  </a:cubicBezTo>
                  <a:lnTo>
                    <a:pt x="257365" y="177260"/>
                  </a:lnTo>
                  <a:lnTo>
                    <a:pt x="257365" y="175450"/>
                  </a:lnTo>
                  <a:cubicBezTo>
                    <a:pt x="257365" y="168497"/>
                    <a:pt x="251650" y="162782"/>
                    <a:pt x="244697" y="162782"/>
                  </a:cubicBezTo>
                  <a:lnTo>
                    <a:pt x="170402" y="162782"/>
                  </a:lnTo>
                  <a:cubicBezTo>
                    <a:pt x="163449" y="162782"/>
                    <a:pt x="157734" y="168497"/>
                    <a:pt x="157734" y="175450"/>
                  </a:cubicBezTo>
                  <a:lnTo>
                    <a:pt x="157734" y="177260"/>
                  </a:lnTo>
                  <a:lnTo>
                    <a:pt x="47054" y="177260"/>
                  </a:lnTo>
                  <a:cubicBezTo>
                    <a:pt x="46101" y="177260"/>
                    <a:pt x="45339" y="176498"/>
                    <a:pt x="45339" y="175546"/>
                  </a:cubicBezTo>
                  <a:lnTo>
                    <a:pt x="45339" y="143827"/>
                  </a:lnTo>
                  <a:cubicBezTo>
                    <a:pt x="45339" y="140779"/>
                    <a:pt x="42863" y="138208"/>
                    <a:pt x="39719" y="138208"/>
                  </a:cubicBezTo>
                  <a:cubicBezTo>
                    <a:pt x="36576" y="138208"/>
                    <a:pt x="34099" y="140684"/>
                    <a:pt x="34099" y="143827"/>
                  </a:cubicBezTo>
                  <a:lnTo>
                    <a:pt x="34099" y="210121"/>
                  </a:lnTo>
                  <a:cubicBezTo>
                    <a:pt x="13621" y="223266"/>
                    <a:pt x="0" y="246317"/>
                    <a:pt x="0" y="272415"/>
                  </a:cubicBezTo>
                  <a:cubicBezTo>
                    <a:pt x="0" y="313182"/>
                    <a:pt x="33242" y="346424"/>
                    <a:pt x="74009" y="346424"/>
                  </a:cubicBezTo>
                  <a:cubicBezTo>
                    <a:pt x="91440" y="346424"/>
                    <a:pt x="107442" y="340424"/>
                    <a:pt x="120110" y="330327"/>
                  </a:cubicBezTo>
                  <a:lnTo>
                    <a:pt x="359664" y="330327"/>
                  </a:lnTo>
                  <a:cubicBezTo>
                    <a:pt x="371475" y="330327"/>
                    <a:pt x="381095" y="320707"/>
                    <a:pt x="381095" y="308896"/>
                  </a:cubicBezTo>
                  <a:lnTo>
                    <a:pt x="381095" y="98012"/>
                  </a:lnTo>
                  <a:close/>
                  <a:moveTo>
                    <a:pt x="154210" y="54959"/>
                  </a:moveTo>
                  <a:lnTo>
                    <a:pt x="154210" y="40386"/>
                  </a:lnTo>
                  <a:lnTo>
                    <a:pt x="261175" y="40386"/>
                  </a:lnTo>
                  <a:lnTo>
                    <a:pt x="261175" y="54959"/>
                  </a:lnTo>
                  <a:cubicBezTo>
                    <a:pt x="255556" y="56864"/>
                    <a:pt x="251555" y="62103"/>
                    <a:pt x="251555" y="68389"/>
                  </a:cubicBezTo>
                  <a:lnTo>
                    <a:pt x="251555" y="76486"/>
                  </a:lnTo>
                  <a:lnTo>
                    <a:pt x="163925" y="76486"/>
                  </a:lnTo>
                  <a:lnTo>
                    <a:pt x="163925" y="68389"/>
                  </a:lnTo>
                  <a:cubicBezTo>
                    <a:pt x="163925" y="62198"/>
                    <a:pt x="159925" y="56864"/>
                    <a:pt x="154305" y="54959"/>
                  </a:cubicBezTo>
                  <a:lnTo>
                    <a:pt x="154305" y="54959"/>
                  </a:lnTo>
                  <a:close/>
                  <a:moveTo>
                    <a:pt x="262699" y="68294"/>
                  </a:moveTo>
                  <a:cubicBezTo>
                    <a:pt x="262699" y="66675"/>
                    <a:pt x="264033" y="65342"/>
                    <a:pt x="265652" y="65342"/>
                  </a:cubicBezTo>
                  <a:lnTo>
                    <a:pt x="297085" y="65342"/>
                  </a:lnTo>
                  <a:cubicBezTo>
                    <a:pt x="298704" y="65342"/>
                    <a:pt x="300038" y="66675"/>
                    <a:pt x="300038" y="68294"/>
                  </a:cubicBezTo>
                  <a:lnTo>
                    <a:pt x="300038" y="76391"/>
                  </a:lnTo>
                  <a:lnTo>
                    <a:pt x="262604" y="76391"/>
                  </a:lnTo>
                  <a:lnTo>
                    <a:pt x="262604" y="68294"/>
                  </a:lnTo>
                  <a:close/>
                  <a:moveTo>
                    <a:pt x="136779" y="11049"/>
                  </a:moveTo>
                  <a:lnTo>
                    <a:pt x="278511" y="11049"/>
                  </a:lnTo>
                  <a:cubicBezTo>
                    <a:pt x="285083" y="11049"/>
                    <a:pt x="290417" y="16383"/>
                    <a:pt x="290417" y="22955"/>
                  </a:cubicBezTo>
                  <a:lnTo>
                    <a:pt x="290417" y="54197"/>
                  </a:lnTo>
                  <a:lnTo>
                    <a:pt x="272224" y="54197"/>
                  </a:lnTo>
                  <a:lnTo>
                    <a:pt x="272224" y="34862"/>
                  </a:lnTo>
                  <a:cubicBezTo>
                    <a:pt x="272224" y="31813"/>
                    <a:pt x="269748" y="29242"/>
                    <a:pt x="266605" y="29242"/>
                  </a:cubicBezTo>
                  <a:lnTo>
                    <a:pt x="148495" y="29242"/>
                  </a:lnTo>
                  <a:cubicBezTo>
                    <a:pt x="145447" y="29242"/>
                    <a:pt x="142875" y="31718"/>
                    <a:pt x="142875" y="34862"/>
                  </a:cubicBezTo>
                  <a:lnTo>
                    <a:pt x="142875" y="54197"/>
                  </a:lnTo>
                  <a:lnTo>
                    <a:pt x="124682" y="54197"/>
                  </a:lnTo>
                  <a:lnTo>
                    <a:pt x="124682" y="22955"/>
                  </a:lnTo>
                  <a:cubicBezTo>
                    <a:pt x="124682" y="16383"/>
                    <a:pt x="130016" y="11049"/>
                    <a:pt x="136588" y="11049"/>
                  </a:cubicBezTo>
                  <a:lnTo>
                    <a:pt x="136588" y="11049"/>
                  </a:lnTo>
                  <a:close/>
                  <a:moveTo>
                    <a:pt x="115253" y="68294"/>
                  </a:moveTo>
                  <a:cubicBezTo>
                    <a:pt x="115253" y="66675"/>
                    <a:pt x="116586" y="65342"/>
                    <a:pt x="118205" y="65342"/>
                  </a:cubicBezTo>
                  <a:lnTo>
                    <a:pt x="149638" y="65342"/>
                  </a:lnTo>
                  <a:cubicBezTo>
                    <a:pt x="151257" y="65342"/>
                    <a:pt x="152590" y="66675"/>
                    <a:pt x="152590" y="68294"/>
                  </a:cubicBezTo>
                  <a:lnTo>
                    <a:pt x="152590" y="76391"/>
                  </a:lnTo>
                  <a:lnTo>
                    <a:pt x="115157" y="76391"/>
                  </a:lnTo>
                  <a:lnTo>
                    <a:pt x="115157" y="68294"/>
                  </a:lnTo>
                  <a:close/>
                  <a:moveTo>
                    <a:pt x="170497" y="173831"/>
                  </a:moveTo>
                  <a:lnTo>
                    <a:pt x="244792" y="173831"/>
                  </a:lnTo>
                  <a:cubicBezTo>
                    <a:pt x="245650" y="173831"/>
                    <a:pt x="246316" y="174498"/>
                    <a:pt x="246316" y="175355"/>
                  </a:cubicBezTo>
                  <a:lnTo>
                    <a:pt x="246316" y="182689"/>
                  </a:lnTo>
                  <a:lnTo>
                    <a:pt x="246316" y="182689"/>
                  </a:lnTo>
                  <a:lnTo>
                    <a:pt x="246316" y="198882"/>
                  </a:lnTo>
                  <a:cubicBezTo>
                    <a:pt x="246316" y="207550"/>
                    <a:pt x="239268" y="214598"/>
                    <a:pt x="230600" y="214598"/>
                  </a:cubicBezTo>
                  <a:lnTo>
                    <a:pt x="184690" y="214598"/>
                  </a:lnTo>
                  <a:cubicBezTo>
                    <a:pt x="176022" y="214598"/>
                    <a:pt x="168973" y="207550"/>
                    <a:pt x="168973" y="198882"/>
                  </a:cubicBezTo>
                  <a:lnTo>
                    <a:pt x="168973" y="182689"/>
                  </a:lnTo>
                  <a:lnTo>
                    <a:pt x="168973" y="182689"/>
                  </a:lnTo>
                  <a:lnTo>
                    <a:pt x="168973" y="175355"/>
                  </a:lnTo>
                  <a:cubicBezTo>
                    <a:pt x="168973" y="174498"/>
                    <a:pt x="169640" y="173831"/>
                    <a:pt x="170497" y="173831"/>
                  </a:cubicBezTo>
                  <a:lnTo>
                    <a:pt x="170497" y="173831"/>
                  </a:lnTo>
                  <a:close/>
                  <a:moveTo>
                    <a:pt x="11239" y="272225"/>
                  </a:moveTo>
                  <a:cubicBezTo>
                    <a:pt x="11239" y="237554"/>
                    <a:pt x="39433" y="209359"/>
                    <a:pt x="74104" y="209359"/>
                  </a:cubicBezTo>
                  <a:cubicBezTo>
                    <a:pt x="108775" y="209359"/>
                    <a:pt x="136970" y="237554"/>
                    <a:pt x="136970" y="272225"/>
                  </a:cubicBezTo>
                  <a:cubicBezTo>
                    <a:pt x="136970" y="306896"/>
                    <a:pt x="108775" y="335089"/>
                    <a:pt x="74104" y="335089"/>
                  </a:cubicBezTo>
                  <a:cubicBezTo>
                    <a:pt x="39433" y="335089"/>
                    <a:pt x="11239" y="306896"/>
                    <a:pt x="11239" y="272225"/>
                  </a:cubicBezTo>
                  <a:lnTo>
                    <a:pt x="11239" y="2722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5695187" y="3438144"/>
              <a:ext cx="53244" cy="11239"/>
            </a:xfrm>
            <a:custGeom>
              <a:rect b="b" l="l" r="r" t="t"/>
              <a:pathLst>
                <a:path extrusionOk="0" h="11239" w="53244">
                  <a:moveTo>
                    <a:pt x="5620" y="11239"/>
                  </a:moveTo>
                  <a:lnTo>
                    <a:pt x="47625" y="11239"/>
                  </a:lnTo>
                  <a:cubicBezTo>
                    <a:pt x="50673" y="11239"/>
                    <a:pt x="53245" y="8763"/>
                    <a:pt x="53245" y="5620"/>
                  </a:cubicBezTo>
                  <a:cubicBezTo>
                    <a:pt x="53245" y="2476"/>
                    <a:pt x="50768" y="0"/>
                    <a:pt x="47625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5569267" y="3495008"/>
              <a:ext cx="37909" cy="66198"/>
            </a:xfrm>
            <a:custGeom>
              <a:rect b="b" l="l" r="r" t="t"/>
              <a:pathLst>
                <a:path extrusionOk="0" h="66198" w="37909">
                  <a:moveTo>
                    <a:pt x="18955" y="66199"/>
                  </a:moveTo>
                  <a:cubicBezTo>
                    <a:pt x="22003" y="66199"/>
                    <a:pt x="24574" y="63722"/>
                    <a:pt x="24574" y="60579"/>
                  </a:cubicBezTo>
                  <a:lnTo>
                    <a:pt x="24574" y="59341"/>
                  </a:lnTo>
                  <a:cubicBezTo>
                    <a:pt x="32099" y="58103"/>
                    <a:pt x="37909" y="51626"/>
                    <a:pt x="37909" y="43815"/>
                  </a:cubicBezTo>
                  <a:cubicBezTo>
                    <a:pt x="37909" y="35147"/>
                    <a:pt x="30861" y="28004"/>
                    <a:pt x="22098" y="28004"/>
                  </a:cubicBezTo>
                  <a:lnTo>
                    <a:pt x="15907" y="28004"/>
                  </a:lnTo>
                  <a:cubicBezTo>
                    <a:pt x="13335" y="28004"/>
                    <a:pt x="11239" y="25908"/>
                    <a:pt x="11239" y="23336"/>
                  </a:cubicBezTo>
                  <a:cubicBezTo>
                    <a:pt x="11239" y="20765"/>
                    <a:pt x="13335" y="18669"/>
                    <a:pt x="15907" y="18669"/>
                  </a:cubicBezTo>
                  <a:lnTo>
                    <a:pt x="22098" y="18669"/>
                  </a:lnTo>
                  <a:cubicBezTo>
                    <a:pt x="23622" y="18669"/>
                    <a:pt x="25051" y="19431"/>
                    <a:pt x="25908" y="20669"/>
                  </a:cubicBezTo>
                  <a:cubicBezTo>
                    <a:pt x="27622" y="23241"/>
                    <a:pt x="31147" y="23908"/>
                    <a:pt x="33623" y="22193"/>
                  </a:cubicBezTo>
                  <a:cubicBezTo>
                    <a:pt x="36195" y="20479"/>
                    <a:pt x="36862" y="16955"/>
                    <a:pt x="35147" y="14478"/>
                  </a:cubicBezTo>
                  <a:cubicBezTo>
                    <a:pt x="32671" y="10859"/>
                    <a:pt x="28861" y="8382"/>
                    <a:pt x="24574" y="7715"/>
                  </a:cubicBezTo>
                  <a:lnTo>
                    <a:pt x="24574" y="5620"/>
                  </a:lnTo>
                  <a:cubicBezTo>
                    <a:pt x="24574" y="2572"/>
                    <a:pt x="22098" y="0"/>
                    <a:pt x="18955" y="0"/>
                  </a:cubicBezTo>
                  <a:cubicBezTo>
                    <a:pt x="15811" y="0"/>
                    <a:pt x="13335" y="2477"/>
                    <a:pt x="13335" y="5620"/>
                  </a:cubicBezTo>
                  <a:lnTo>
                    <a:pt x="13335" y="7715"/>
                  </a:lnTo>
                  <a:cubicBezTo>
                    <a:pt x="5810" y="8954"/>
                    <a:pt x="0" y="15431"/>
                    <a:pt x="0" y="23241"/>
                  </a:cubicBezTo>
                  <a:cubicBezTo>
                    <a:pt x="0" y="31909"/>
                    <a:pt x="7048" y="39053"/>
                    <a:pt x="15811" y="39053"/>
                  </a:cubicBezTo>
                  <a:lnTo>
                    <a:pt x="22003" y="39053"/>
                  </a:lnTo>
                  <a:cubicBezTo>
                    <a:pt x="24574" y="39053"/>
                    <a:pt x="26670" y="41148"/>
                    <a:pt x="26670" y="43720"/>
                  </a:cubicBezTo>
                  <a:cubicBezTo>
                    <a:pt x="26670" y="46292"/>
                    <a:pt x="24574" y="48387"/>
                    <a:pt x="22003" y="48387"/>
                  </a:cubicBezTo>
                  <a:lnTo>
                    <a:pt x="15811" y="48387"/>
                  </a:lnTo>
                  <a:cubicBezTo>
                    <a:pt x="13906" y="48387"/>
                    <a:pt x="12287" y="47244"/>
                    <a:pt x="11525" y="45530"/>
                  </a:cubicBezTo>
                  <a:cubicBezTo>
                    <a:pt x="10287" y="42672"/>
                    <a:pt x="7048" y="41339"/>
                    <a:pt x="4191" y="42577"/>
                  </a:cubicBezTo>
                  <a:cubicBezTo>
                    <a:pt x="1333" y="43815"/>
                    <a:pt x="0" y="47054"/>
                    <a:pt x="1238" y="49911"/>
                  </a:cubicBezTo>
                  <a:cubicBezTo>
                    <a:pt x="3429" y="54959"/>
                    <a:pt x="8001" y="58484"/>
                    <a:pt x="13240" y="59341"/>
                  </a:cubicBezTo>
                  <a:lnTo>
                    <a:pt x="13240" y="60579"/>
                  </a:lnTo>
                  <a:cubicBezTo>
                    <a:pt x="13240" y="63627"/>
                    <a:pt x="15716" y="66199"/>
                    <a:pt x="18859" y="66199"/>
                  </a:cubicBezTo>
                  <a:lnTo>
                    <a:pt x="18859" y="661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5534881" y="3474815"/>
              <a:ext cx="105139" cy="106679"/>
            </a:xfrm>
            <a:custGeom>
              <a:rect b="b" l="l" r="r" t="t"/>
              <a:pathLst>
                <a:path extrusionOk="0" h="106679" w="105139">
                  <a:moveTo>
                    <a:pt x="100870" y="60674"/>
                  </a:moveTo>
                  <a:cubicBezTo>
                    <a:pt x="97917" y="59817"/>
                    <a:pt x="94869" y="61627"/>
                    <a:pt x="94012" y="64579"/>
                  </a:cubicBezTo>
                  <a:cubicBezTo>
                    <a:pt x="88963" y="82772"/>
                    <a:pt x="72295" y="95536"/>
                    <a:pt x="53340" y="95536"/>
                  </a:cubicBezTo>
                  <a:cubicBezTo>
                    <a:pt x="30099" y="95536"/>
                    <a:pt x="11144" y="76581"/>
                    <a:pt x="11144" y="53340"/>
                  </a:cubicBezTo>
                  <a:cubicBezTo>
                    <a:pt x="11144" y="30099"/>
                    <a:pt x="30099" y="11144"/>
                    <a:pt x="53340" y="11144"/>
                  </a:cubicBezTo>
                  <a:cubicBezTo>
                    <a:pt x="72580" y="11144"/>
                    <a:pt x="89345" y="24098"/>
                    <a:pt x="94202" y="42672"/>
                  </a:cubicBezTo>
                  <a:cubicBezTo>
                    <a:pt x="94964" y="45625"/>
                    <a:pt x="98012" y="47434"/>
                    <a:pt x="100965" y="46673"/>
                  </a:cubicBezTo>
                  <a:cubicBezTo>
                    <a:pt x="103918" y="45911"/>
                    <a:pt x="105728" y="42863"/>
                    <a:pt x="104965" y="39910"/>
                  </a:cubicBezTo>
                  <a:cubicBezTo>
                    <a:pt x="98870" y="16383"/>
                    <a:pt x="77629" y="0"/>
                    <a:pt x="53340" y="0"/>
                  </a:cubicBezTo>
                  <a:cubicBezTo>
                    <a:pt x="23908" y="0"/>
                    <a:pt x="0" y="23908"/>
                    <a:pt x="0" y="53340"/>
                  </a:cubicBezTo>
                  <a:cubicBezTo>
                    <a:pt x="0" y="82772"/>
                    <a:pt x="23908" y="106680"/>
                    <a:pt x="53340" y="106680"/>
                  </a:cubicBezTo>
                  <a:cubicBezTo>
                    <a:pt x="77248" y="106680"/>
                    <a:pt x="98393" y="90583"/>
                    <a:pt x="104775" y="67532"/>
                  </a:cubicBezTo>
                  <a:cubicBezTo>
                    <a:pt x="105632" y="64579"/>
                    <a:pt x="103822" y="61532"/>
                    <a:pt x="100870" y="60674"/>
                  </a:cubicBezTo>
                  <a:lnTo>
                    <a:pt x="100870" y="606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" name="Google Shape;258;p19"/>
          <p:cNvGrpSpPr/>
          <p:nvPr/>
        </p:nvGrpSpPr>
        <p:grpSpPr>
          <a:xfrm>
            <a:off x="5415601" y="3139017"/>
            <a:ext cx="426217" cy="426217"/>
            <a:chOff x="6291166" y="4438554"/>
            <a:chExt cx="381095" cy="381095"/>
          </a:xfrm>
        </p:grpSpPr>
        <p:sp>
          <p:nvSpPr>
            <p:cNvPr id="259" name="Google Shape;259;p19"/>
            <p:cNvSpPr/>
            <p:nvPr/>
          </p:nvSpPr>
          <p:spPr>
            <a:xfrm>
              <a:off x="6573127" y="4679177"/>
              <a:ext cx="78986" cy="93229"/>
            </a:xfrm>
            <a:custGeom>
              <a:rect b="b" l="l" r="r" t="t"/>
              <a:pathLst>
                <a:path extrusionOk="0" h="93229" w="78986">
                  <a:moveTo>
                    <a:pt x="1789" y="1503"/>
                  </a:moveTo>
                  <a:cubicBezTo>
                    <a:pt x="-497" y="3599"/>
                    <a:pt x="-592" y="7123"/>
                    <a:pt x="1503" y="9409"/>
                  </a:cubicBezTo>
                  <a:lnTo>
                    <a:pt x="38651" y="48938"/>
                  </a:lnTo>
                  <a:lnTo>
                    <a:pt x="38651" y="87609"/>
                  </a:lnTo>
                  <a:cubicBezTo>
                    <a:pt x="38651" y="90657"/>
                    <a:pt x="41127" y="93229"/>
                    <a:pt x="44270" y="93229"/>
                  </a:cubicBezTo>
                  <a:cubicBezTo>
                    <a:pt x="47414" y="93229"/>
                    <a:pt x="49890" y="90752"/>
                    <a:pt x="49890" y="87609"/>
                  </a:cubicBezTo>
                  <a:lnTo>
                    <a:pt x="49890" y="50747"/>
                  </a:lnTo>
                  <a:lnTo>
                    <a:pt x="75227" y="41794"/>
                  </a:lnTo>
                  <a:cubicBezTo>
                    <a:pt x="78179" y="40746"/>
                    <a:pt x="79703" y="37603"/>
                    <a:pt x="78656" y="34650"/>
                  </a:cubicBezTo>
                  <a:cubicBezTo>
                    <a:pt x="77608" y="31697"/>
                    <a:pt x="74465" y="30174"/>
                    <a:pt x="71512" y="31221"/>
                  </a:cubicBezTo>
                  <a:lnTo>
                    <a:pt x="45890" y="40270"/>
                  </a:lnTo>
                  <a:lnTo>
                    <a:pt x="9790" y="1789"/>
                  </a:lnTo>
                  <a:cubicBezTo>
                    <a:pt x="7694" y="-497"/>
                    <a:pt x="4170" y="-592"/>
                    <a:pt x="1884" y="1503"/>
                  </a:cubicBezTo>
                  <a:lnTo>
                    <a:pt x="1884" y="150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6373748" y="4533981"/>
              <a:ext cx="194003" cy="233852"/>
            </a:xfrm>
            <a:custGeom>
              <a:rect b="b" l="l" r="r" t="t"/>
              <a:pathLst>
                <a:path extrusionOk="0" h="233852" w="194003">
                  <a:moveTo>
                    <a:pt x="0" y="7824"/>
                  </a:moveTo>
                  <a:lnTo>
                    <a:pt x="16573" y="49067"/>
                  </a:lnTo>
                  <a:lnTo>
                    <a:pt x="16573" y="210611"/>
                  </a:lnTo>
                  <a:cubicBezTo>
                    <a:pt x="16573" y="213659"/>
                    <a:pt x="19050" y="216231"/>
                    <a:pt x="22193" y="216231"/>
                  </a:cubicBezTo>
                  <a:cubicBezTo>
                    <a:pt x="25337" y="216231"/>
                    <a:pt x="27813" y="213755"/>
                    <a:pt x="27813" y="210611"/>
                  </a:cubicBezTo>
                  <a:lnTo>
                    <a:pt x="27813" y="52020"/>
                  </a:lnTo>
                  <a:lnTo>
                    <a:pt x="36290" y="49258"/>
                  </a:lnTo>
                  <a:cubicBezTo>
                    <a:pt x="39814" y="55259"/>
                    <a:pt x="45720" y="59640"/>
                    <a:pt x="52673" y="61164"/>
                  </a:cubicBezTo>
                  <a:lnTo>
                    <a:pt x="52673" y="228233"/>
                  </a:lnTo>
                  <a:cubicBezTo>
                    <a:pt x="52673" y="231281"/>
                    <a:pt x="55150" y="233852"/>
                    <a:pt x="58293" y="233852"/>
                  </a:cubicBezTo>
                  <a:cubicBezTo>
                    <a:pt x="61436" y="233852"/>
                    <a:pt x="63913" y="231376"/>
                    <a:pt x="63913" y="228233"/>
                  </a:cubicBezTo>
                  <a:lnTo>
                    <a:pt x="63913" y="61164"/>
                  </a:lnTo>
                  <a:cubicBezTo>
                    <a:pt x="64961" y="60974"/>
                    <a:pt x="66008" y="60593"/>
                    <a:pt x="66961" y="60307"/>
                  </a:cubicBezTo>
                  <a:lnTo>
                    <a:pt x="102679" y="116409"/>
                  </a:lnTo>
                  <a:lnTo>
                    <a:pt x="102679" y="206230"/>
                  </a:lnTo>
                  <a:cubicBezTo>
                    <a:pt x="102679" y="209278"/>
                    <a:pt x="105156" y="211850"/>
                    <a:pt x="108299" y="211850"/>
                  </a:cubicBezTo>
                  <a:cubicBezTo>
                    <a:pt x="111442" y="211850"/>
                    <a:pt x="113919" y="209373"/>
                    <a:pt x="113919" y="206230"/>
                  </a:cubicBezTo>
                  <a:lnTo>
                    <a:pt x="113919" y="117647"/>
                  </a:lnTo>
                  <a:lnTo>
                    <a:pt x="128969" y="106599"/>
                  </a:lnTo>
                  <a:cubicBezTo>
                    <a:pt x="132112" y="109361"/>
                    <a:pt x="135922" y="111361"/>
                    <a:pt x="140113" y="112218"/>
                  </a:cubicBezTo>
                  <a:lnTo>
                    <a:pt x="140113" y="182608"/>
                  </a:lnTo>
                  <a:cubicBezTo>
                    <a:pt x="140113" y="185656"/>
                    <a:pt x="142589" y="188228"/>
                    <a:pt x="145732" y="188228"/>
                  </a:cubicBezTo>
                  <a:cubicBezTo>
                    <a:pt x="148876" y="188228"/>
                    <a:pt x="151352" y="185751"/>
                    <a:pt x="151352" y="182608"/>
                  </a:cubicBezTo>
                  <a:lnTo>
                    <a:pt x="151352" y="112218"/>
                  </a:lnTo>
                  <a:cubicBezTo>
                    <a:pt x="154019" y="111647"/>
                    <a:pt x="156496" y="110599"/>
                    <a:pt x="158687" y="109266"/>
                  </a:cubicBezTo>
                  <a:lnTo>
                    <a:pt x="184309" y="136602"/>
                  </a:lnTo>
                  <a:cubicBezTo>
                    <a:pt x="185452" y="137745"/>
                    <a:pt x="186880" y="138317"/>
                    <a:pt x="188404" y="138317"/>
                  </a:cubicBezTo>
                  <a:cubicBezTo>
                    <a:pt x="189738" y="138317"/>
                    <a:pt x="191167" y="137841"/>
                    <a:pt x="192214" y="136793"/>
                  </a:cubicBezTo>
                  <a:cubicBezTo>
                    <a:pt x="194500" y="134697"/>
                    <a:pt x="194596" y="131173"/>
                    <a:pt x="192500" y="128887"/>
                  </a:cubicBezTo>
                  <a:lnTo>
                    <a:pt x="166878" y="101550"/>
                  </a:lnTo>
                  <a:cubicBezTo>
                    <a:pt x="169640" y="97454"/>
                    <a:pt x="171260" y="92597"/>
                    <a:pt x="171260" y="87263"/>
                  </a:cubicBezTo>
                  <a:cubicBezTo>
                    <a:pt x="171260" y="73261"/>
                    <a:pt x="159829" y="61831"/>
                    <a:pt x="145828" y="61831"/>
                  </a:cubicBezTo>
                  <a:cubicBezTo>
                    <a:pt x="131826" y="61831"/>
                    <a:pt x="120396" y="73261"/>
                    <a:pt x="120396" y="87263"/>
                  </a:cubicBezTo>
                  <a:cubicBezTo>
                    <a:pt x="120396" y="90882"/>
                    <a:pt x="121158" y="94311"/>
                    <a:pt x="122491" y="97454"/>
                  </a:cubicBezTo>
                  <a:lnTo>
                    <a:pt x="110014" y="106599"/>
                  </a:lnTo>
                  <a:lnTo>
                    <a:pt x="76581" y="54211"/>
                  </a:lnTo>
                  <a:cubicBezTo>
                    <a:pt x="81153" y="49639"/>
                    <a:pt x="84011" y="43257"/>
                    <a:pt x="84011" y="36304"/>
                  </a:cubicBezTo>
                  <a:cubicBezTo>
                    <a:pt x="84011" y="22302"/>
                    <a:pt x="72580" y="10872"/>
                    <a:pt x="58579" y="10872"/>
                  </a:cubicBezTo>
                  <a:cubicBezTo>
                    <a:pt x="44577" y="10872"/>
                    <a:pt x="33147" y="22302"/>
                    <a:pt x="33147" y="36304"/>
                  </a:cubicBezTo>
                  <a:cubicBezTo>
                    <a:pt x="33147" y="37066"/>
                    <a:pt x="33147" y="37828"/>
                    <a:pt x="33242" y="38590"/>
                  </a:cubicBezTo>
                  <a:lnTo>
                    <a:pt x="25908" y="40971"/>
                  </a:lnTo>
                  <a:lnTo>
                    <a:pt x="10858" y="3538"/>
                  </a:lnTo>
                  <a:cubicBezTo>
                    <a:pt x="9715" y="680"/>
                    <a:pt x="6477" y="-748"/>
                    <a:pt x="3620" y="395"/>
                  </a:cubicBezTo>
                  <a:cubicBezTo>
                    <a:pt x="762" y="1538"/>
                    <a:pt x="-667" y="4776"/>
                    <a:pt x="476" y="7634"/>
                  </a:cubicBezTo>
                  <a:lnTo>
                    <a:pt x="476" y="7634"/>
                  </a:lnTo>
                  <a:close/>
                  <a:moveTo>
                    <a:pt x="145447" y="73070"/>
                  </a:moveTo>
                  <a:cubicBezTo>
                    <a:pt x="153353" y="73070"/>
                    <a:pt x="159734" y="79452"/>
                    <a:pt x="159734" y="87358"/>
                  </a:cubicBezTo>
                  <a:cubicBezTo>
                    <a:pt x="159734" y="95264"/>
                    <a:pt x="153353" y="101645"/>
                    <a:pt x="145447" y="101645"/>
                  </a:cubicBezTo>
                  <a:cubicBezTo>
                    <a:pt x="137541" y="101645"/>
                    <a:pt x="131159" y="95264"/>
                    <a:pt x="131159" y="87358"/>
                  </a:cubicBezTo>
                  <a:cubicBezTo>
                    <a:pt x="131159" y="79452"/>
                    <a:pt x="137541" y="73070"/>
                    <a:pt x="145447" y="73070"/>
                  </a:cubicBezTo>
                  <a:lnTo>
                    <a:pt x="145447" y="73070"/>
                  </a:lnTo>
                  <a:close/>
                  <a:moveTo>
                    <a:pt x="58103" y="22112"/>
                  </a:moveTo>
                  <a:cubicBezTo>
                    <a:pt x="66008" y="22112"/>
                    <a:pt x="72390" y="28493"/>
                    <a:pt x="72390" y="36399"/>
                  </a:cubicBezTo>
                  <a:cubicBezTo>
                    <a:pt x="72390" y="44305"/>
                    <a:pt x="66008" y="50687"/>
                    <a:pt x="58103" y="50687"/>
                  </a:cubicBezTo>
                  <a:cubicBezTo>
                    <a:pt x="50197" y="50687"/>
                    <a:pt x="43815" y="44305"/>
                    <a:pt x="43815" y="36399"/>
                  </a:cubicBezTo>
                  <a:cubicBezTo>
                    <a:pt x="43815" y="28493"/>
                    <a:pt x="50197" y="22112"/>
                    <a:pt x="58103" y="22112"/>
                  </a:cubicBezTo>
                  <a:lnTo>
                    <a:pt x="58103" y="221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6291166" y="4438554"/>
              <a:ext cx="381095" cy="381095"/>
            </a:xfrm>
            <a:custGeom>
              <a:rect b="b" l="l" r="r" t="t"/>
              <a:pathLst>
                <a:path extrusionOk="0" h="381095" w="381095">
                  <a:moveTo>
                    <a:pt x="375666" y="369951"/>
                  </a:moveTo>
                  <a:lnTo>
                    <a:pt x="360902" y="369951"/>
                  </a:lnTo>
                  <a:lnTo>
                    <a:pt x="360902" y="362236"/>
                  </a:lnTo>
                  <a:cubicBezTo>
                    <a:pt x="360902" y="359188"/>
                    <a:pt x="358426" y="356616"/>
                    <a:pt x="355283" y="356616"/>
                  </a:cubicBezTo>
                  <a:cubicBezTo>
                    <a:pt x="352139" y="356616"/>
                    <a:pt x="349663" y="359092"/>
                    <a:pt x="349663" y="362236"/>
                  </a:cubicBezTo>
                  <a:lnTo>
                    <a:pt x="349663" y="369951"/>
                  </a:lnTo>
                  <a:lnTo>
                    <a:pt x="309848" y="369951"/>
                  </a:lnTo>
                  <a:lnTo>
                    <a:pt x="309848" y="362236"/>
                  </a:lnTo>
                  <a:cubicBezTo>
                    <a:pt x="309848" y="359188"/>
                    <a:pt x="307372" y="356616"/>
                    <a:pt x="304229" y="356616"/>
                  </a:cubicBezTo>
                  <a:cubicBezTo>
                    <a:pt x="301085" y="356616"/>
                    <a:pt x="298609" y="359092"/>
                    <a:pt x="298609" y="362236"/>
                  </a:cubicBezTo>
                  <a:lnTo>
                    <a:pt x="298609" y="369951"/>
                  </a:lnTo>
                  <a:lnTo>
                    <a:pt x="258794" y="369951"/>
                  </a:lnTo>
                  <a:lnTo>
                    <a:pt x="258794" y="362236"/>
                  </a:lnTo>
                  <a:cubicBezTo>
                    <a:pt x="258794" y="359188"/>
                    <a:pt x="256318" y="356616"/>
                    <a:pt x="253175" y="356616"/>
                  </a:cubicBezTo>
                  <a:cubicBezTo>
                    <a:pt x="250031" y="356616"/>
                    <a:pt x="247555" y="359092"/>
                    <a:pt x="247555" y="362236"/>
                  </a:cubicBezTo>
                  <a:lnTo>
                    <a:pt x="247555" y="369951"/>
                  </a:lnTo>
                  <a:lnTo>
                    <a:pt x="207740" y="369951"/>
                  </a:lnTo>
                  <a:lnTo>
                    <a:pt x="207740" y="362236"/>
                  </a:lnTo>
                  <a:cubicBezTo>
                    <a:pt x="207740" y="359188"/>
                    <a:pt x="205264" y="356616"/>
                    <a:pt x="202121" y="356616"/>
                  </a:cubicBezTo>
                  <a:cubicBezTo>
                    <a:pt x="198977" y="356616"/>
                    <a:pt x="196501" y="359092"/>
                    <a:pt x="196501" y="362236"/>
                  </a:cubicBezTo>
                  <a:lnTo>
                    <a:pt x="196501" y="369951"/>
                  </a:lnTo>
                  <a:lnTo>
                    <a:pt x="11144" y="369951"/>
                  </a:lnTo>
                  <a:lnTo>
                    <a:pt x="11144" y="188404"/>
                  </a:lnTo>
                  <a:lnTo>
                    <a:pt x="18860" y="188404"/>
                  </a:lnTo>
                  <a:cubicBezTo>
                    <a:pt x="21908" y="188404"/>
                    <a:pt x="24479" y="185928"/>
                    <a:pt x="24479" y="182785"/>
                  </a:cubicBezTo>
                  <a:cubicBezTo>
                    <a:pt x="24479" y="179642"/>
                    <a:pt x="22003" y="177165"/>
                    <a:pt x="18860" y="177165"/>
                  </a:cubicBezTo>
                  <a:lnTo>
                    <a:pt x="11144" y="177165"/>
                  </a:lnTo>
                  <a:lnTo>
                    <a:pt x="11144" y="137350"/>
                  </a:lnTo>
                  <a:lnTo>
                    <a:pt x="18860" y="137350"/>
                  </a:lnTo>
                  <a:cubicBezTo>
                    <a:pt x="21908" y="137350"/>
                    <a:pt x="24479" y="134874"/>
                    <a:pt x="24479" y="131731"/>
                  </a:cubicBezTo>
                  <a:cubicBezTo>
                    <a:pt x="24479" y="128587"/>
                    <a:pt x="22003" y="126111"/>
                    <a:pt x="18860" y="126111"/>
                  </a:cubicBezTo>
                  <a:lnTo>
                    <a:pt x="11144" y="126111"/>
                  </a:lnTo>
                  <a:lnTo>
                    <a:pt x="11144" y="86296"/>
                  </a:lnTo>
                  <a:lnTo>
                    <a:pt x="18860" y="86296"/>
                  </a:lnTo>
                  <a:cubicBezTo>
                    <a:pt x="21908" y="86296"/>
                    <a:pt x="24479" y="83820"/>
                    <a:pt x="24479" y="80677"/>
                  </a:cubicBezTo>
                  <a:cubicBezTo>
                    <a:pt x="24479" y="77533"/>
                    <a:pt x="22003" y="75057"/>
                    <a:pt x="18860" y="75057"/>
                  </a:cubicBezTo>
                  <a:lnTo>
                    <a:pt x="11144" y="75057"/>
                  </a:lnTo>
                  <a:lnTo>
                    <a:pt x="11144" y="35242"/>
                  </a:lnTo>
                  <a:lnTo>
                    <a:pt x="34004" y="35242"/>
                  </a:lnTo>
                  <a:cubicBezTo>
                    <a:pt x="36195" y="44767"/>
                    <a:pt x="43720" y="52387"/>
                    <a:pt x="53245" y="54483"/>
                  </a:cubicBezTo>
                  <a:lnTo>
                    <a:pt x="53245" y="205454"/>
                  </a:lnTo>
                  <a:cubicBezTo>
                    <a:pt x="53245" y="208502"/>
                    <a:pt x="55721" y="211074"/>
                    <a:pt x="58865" y="211074"/>
                  </a:cubicBezTo>
                  <a:cubicBezTo>
                    <a:pt x="62008" y="211074"/>
                    <a:pt x="64484" y="208598"/>
                    <a:pt x="64484" y="205454"/>
                  </a:cubicBezTo>
                  <a:lnTo>
                    <a:pt x="64484" y="58483"/>
                  </a:lnTo>
                  <a:lnTo>
                    <a:pt x="73152" y="80105"/>
                  </a:lnTo>
                  <a:cubicBezTo>
                    <a:pt x="74009" y="82296"/>
                    <a:pt x="76105" y="83629"/>
                    <a:pt x="78296" y="83629"/>
                  </a:cubicBezTo>
                  <a:cubicBezTo>
                    <a:pt x="78962" y="83629"/>
                    <a:pt x="79724" y="83534"/>
                    <a:pt x="80391" y="83249"/>
                  </a:cubicBezTo>
                  <a:cubicBezTo>
                    <a:pt x="83249" y="82105"/>
                    <a:pt x="84677" y="78867"/>
                    <a:pt x="83534" y="76009"/>
                  </a:cubicBezTo>
                  <a:lnTo>
                    <a:pt x="73343" y="50673"/>
                  </a:lnTo>
                  <a:cubicBezTo>
                    <a:pt x="80010" y="46101"/>
                    <a:pt x="84392" y="38386"/>
                    <a:pt x="84392" y="29718"/>
                  </a:cubicBezTo>
                  <a:cubicBezTo>
                    <a:pt x="84392" y="15716"/>
                    <a:pt x="72962" y="4286"/>
                    <a:pt x="58960" y="4286"/>
                  </a:cubicBezTo>
                  <a:cubicBezTo>
                    <a:pt x="46863" y="4286"/>
                    <a:pt x="36671" y="12763"/>
                    <a:pt x="34100" y="24193"/>
                  </a:cubicBezTo>
                  <a:lnTo>
                    <a:pt x="11240" y="24193"/>
                  </a:lnTo>
                  <a:lnTo>
                    <a:pt x="11240" y="5620"/>
                  </a:lnTo>
                  <a:cubicBezTo>
                    <a:pt x="11240" y="2572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375475"/>
                  </a:lnTo>
                  <a:cubicBezTo>
                    <a:pt x="0" y="378524"/>
                    <a:pt x="2477" y="381095"/>
                    <a:pt x="5620" y="381095"/>
                  </a:cubicBezTo>
                  <a:lnTo>
                    <a:pt x="375476" y="381095"/>
                  </a:lnTo>
                  <a:cubicBezTo>
                    <a:pt x="378524" y="381095"/>
                    <a:pt x="381095" y="378619"/>
                    <a:pt x="381095" y="375475"/>
                  </a:cubicBezTo>
                  <a:cubicBezTo>
                    <a:pt x="381095" y="372332"/>
                    <a:pt x="378619" y="369856"/>
                    <a:pt x="375476" y="369856"/>
                  </a:cubicBezTo>
                  <a:lnTo>
                    <a:pt x="375476" y="369856"/>
                  </a:lnTo>
                  <a:close/>
                  <a:moveTo>
                    <a:pt x="59055" y="15526"/>
                  </a:moveTo>
                  <a:cubicBezTo>
                    <a:pt x="66961" y="15526"/>
                    <a:pt x="73343" y="21907"/>
                    <a:pt x="73343" y="29813"/>
                  </a:cubicBezTo>
                  <a:cubicBezTo>
                    <a:pt x="73343" y="37719"/>
                    <a:pt x="66961" y="44101"/>
                    <a:pt x="59055" y="44101"/>
                  </a:cubicBezTo>
                  <a:cubicBezTo>
                    <a:pt x="51149" y="44101"/>
                    <a:pt x="44768" y="37719"/>
                    <a:pt x="44768" y="29813"/>
                  </a:cubicBezTo>
                  <a:cubicBezTo>
                    <a:pt x="44768" y="21907"/>
                    <a:pt x="51149" y="15526"/>
                    <a:pt x="59055" y="15526"/>
                  </a:cubicBezTo>
                  <a:lnTo>
                    <a:pt x="59055" y="155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6533863" y="4481417"/>
              <a:ext cx="37623" cy="65436"/>
            </a:xfrm>
            <a:custGeom>
              <a:rect b="b" l="l" r="r" t="t"/>
              <a:pathLst>
                <a:path extrusionOk="0" h="65436" w="37623">
                  <a:moveTo>
                    <a:pt x="18860" y="65437"/>
                  </a:moveTo>
                  <a:cubicBezTo>
                    <a:pt x="21907" y="65437"/>
                    <a:pt x="24479" y="62960"/>
                    <a:pt x="24479" y="59817"/>
                  </a:cubicBezTo>
                  <a:lnTo>
                    <a:pt x="24479" y="58579"/>
                  </a:lnTo>
                  <a:cubicBezTo>
                    <a:pt x="31909" y="57341"/>
                    <a:pt x="37624" y="50863"/>
                    <a:pt x="37624" y="43148"/>
                  </a:cubicBezTo>
                  <a:cubicBezTo>
                    <a:pt x="37624" y="34480"/>
                    <a:pt x="30575" y="27432"/>
                    <a:pt x="21907" y="27432"/>
                  </a:cubicBezTo>
                  <a:lnTo>
                    <a:pt x="15812" y="27432"/>
                  </a:lnTo>
                  <a:cubicBezTo>
                    <a:pt x="13335" y="27432"/>
                    <a:pt x="11335" y="25432"/>
                    <a:pt x="11335" y="22955"/>
                  </a:cubicBezTo>
                  <a:cubicBezTo>
                    <a:pt x="11335" y="20479"/>
                    <a:pt x="13335" y="18479"/>
                    <a:pt x="15812" y="18479"/>
                  </a:cubicBezTo>
                  <a:lnTo>
                    <a:pt x="21907" y="18479"/>
                  </a:lnTo>
                  <a:cubicBezTo>
                    <a:pt x="23431" y="18479"/>
                    <a:pt x="24860" y="19241"/>
                    <a:pt x="25622" y="20479"/>
                  </a:cubicBezTo>
                  <a:cubicBezTo>
                    <a:pt x="27337" y="23051"/>
                    <a:pt x="30861" y="23717"/>
                    <a:pt x="33338" y="22003"/>
                  </a:cubicBezTo>
                  <a:cubicBezTo>
                    <a:pt x="35909" y="20288"/>
                    <a:pt x="36576" y="16764"/>
                    <a:pt x="34862" y="14288"/>
                  </a:cubicBezTo>
                  <a:cubicBezTo>
                    <a:pt x="32385" y="10668"/>
                    <a:pt x="28575" y="8287"/>
                    <a:pt x="24384" y="7620"/>
                  </a:cubicBezTo>
                  <a:lnTo>
                    <a:pt x="24384" y="5620"/>
                  </a:lnTo>
                  <a:cubicBezTo>
                    <a:pt x="24384" y="2572"/>
                    <a:pt x="21907" y="0"/>
                    <a:pt x="18764" y="0"/>
                  </a:cubicBezTo>
                  <a:cubicBezTo>
                    <a:pt x="15621" y="0"/>
                    <a:pt x="13145" y="2477"/>
                    <a:pt x="13145" y="5620"/>
                  </a:cubicBezTo>
                  <a:lnTo>
                    <a:pt x="13145" y="7620"/>
                  </a:lnTo>
                  <a:cubicBezTo>
                    <a:pt x="5715" y="8858"/>
                    <a:pt x="0" y="15335"/>
                    <a:pt x="0" y="23051"/>
                  </a:cubicBezTo>
                  <a:cubicBezTo>
                    <a:pt x="0" y="31718"/>
                    <a:pt x="7048" y="38767"/>
                    <a:pt x="15716" y="38767"/>
                  </a:cubicBezTo>
                  <a:lnTo>
                    <a:pt x="21812" y="38767"/>
                  </a:lnTo>
                  <a:cubicBezTo>
                    <a:pt x="24289" y="38767"/>
                    <a:pt x="26289" y="40767"/>
                    <a:pt x="26289" y="43244"/>
                  </a:cubicBezTo>
                  <a:cubicBezTo>
                    <a:pt x="26289" y="45720"/>
                    <a:pt x="24289" y="47720"/>
                    <a:pt x="21812" y="47720"/>
                  </a:cubicBezTo>
                  <a:lnTo>
                    <a:pt x="15716" y="47720"/>
                  </a:lnTo>
                  <a:cubicBezTo>
                    <a:pt x="13906" y="47720"/>
                    <a:pt x="12287" y="46673"/>
                    <a:pt x="11525" y="44958"/>
                  </a:cubicBezTo>
                  <a:cubicBezTo>
                    <a:pt x="10287" y="42101"/>
                    <a:pt x="7048" y="40767"/>
                    <a:pt x="4191" y="42005"/>
                  </a:cubicBezTo>
                  <a:cubicBezTo>
                    <a:pt x="1333" y="43244"/>
                    <a:pt x="0" y="46482"/>
                    <a:pt x="1238" y="49340"/>
                  </a:cubicBezTo>
                  <a:cubicBezTo>
                    <a:pt x="3334" y="54388"/>
                    <a:pt x="7906" y="57817"/>
                    <a:pt x="13145" y="58674"/>
                  </a:cubicBezTo>
                  <a:lnTo>
                    <a:pt x="13145" y="59817"/>
                  </a:lnTo>
                  <a:cubicBezTo>
                    <a:pt x="13145" y="62865"/>
                    <a:pt x="15621" y="65437"/>
                    <a:pt x="18764" y="65437"/>
                  </a:cubicBezTo>
                  <a:lnTo>
                    <a:pt x="18764" y="654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6500050" y="4461224"/>
              <a:ext cx="105727" cy="104108"/>
            </a:xfrm>
            <a:custGeom>
              <a:rect b="b" l="l" r="r" t="t"/>
              <a:pathLst>
                <a:path extrusionOk="0" h="104108" w="105727">
                  <a:moveTo>
                    <a:pt x="38862" y="103918"/>
                  </a:moveTo>
                  <a:cubicBezTo>
                    <a:pt x="41815" y="104680"/>
                    <a:pt x="44863" y="102965"/>
                    <a:pt x="45720" y="100013"/>
                  </a:cubicBezTo>
                  <a:cubicBezTo>
                    <a:pt x="46482" y="97060"/>
                    <a:pt x="44767" y="94012"/>
                    <a:pt x="41815" y="93154"/>
                  </a:cubicBezTo>
                  <a:cubicBezTo>
                    <a:pt x="23717" y="88202"/>
                    <a:pt x="11049" y="71723"/>
                    <a:pt x="11049" y="52864"/>
                  </a:cubicBezTo>
                  <a:cubicBezTo>
                    <a:pt x="11049" y="29813"/>
                    <a:pt x="29813" y="11144"/>
                    <a:pt x="52768" y="11144"/>
                  </a:cubicBezTo>
                  <a:cubicBezTo>
                    <a:pt x="75724" y="11144"/>
                    <a:pt x="94488" y="29813"/>
                    <a:pt x="94488" y="52864"/>
                  </a:cubicBezTo>
                  <a:cubicBezTo>
                    <a:pt x="94488" y="71628"/>
                    <a:pt x="81820" y="88202"/>
                    <a:pt x="63722" y="93154"/>
                  </a:cubicBezTo>
                  <a:cubicBezTo>
                    <a:pt x="60769" y="93917"/>
                    <a:pt x="58959" y="97060"/>
                    <a:pt x="59817" y="100013"/>
                  </a:cubicBezTo>
                  <a:cubicBezTo>
                    <a:pt x="60484" y="102489"/>
                    <a:pt x="62770" y="104108"/>
                    <a:pt x="65246" y="104108"/>
                  </a:cubicBezTo>
                  <a:cubicBezTo>
                    <a:pt x="65722" y="104108"/>
                    <a:pt x="66199" y="104108"/>
                    <a:pt x="66675" y="103918"/>
                  </a:cubicBezTo>
                  <a:cubicBezTo>
                    <a:pt x="89630" y="97727"/>
                    <a:pt x="105727" y="76676"/>
                    <a:pt x="105727" y="52864"/>
                  </a:cubicBezTo>
                  <a:cubicBezTo>
                    <a:pt x="105727" y="23717"/>
                    <a:pt x="82010" y="0"/>
                    <a:pt x="52864" y="0"/>
                  </a:cubicBezTo>
                  <a:cubicBezTo>
                    <a:pt x="23717" y="0"/>
                    <a:pt x="0" y="23717"/>
                    <a:pt x="0" y="52864"/>
                  </a:cubicBezTo>
                  <a:cubicBezTo>
                    <a:pt x="0" y="76676"/>
                    <a:pt x="16002" y="97631"/>
                    <a:pt x="39052" y="103918"/>
                  </a:cubicBezTo>
                  <a:lnTo>
                    <a:pt x="39052" y="1039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6619946" y="4530732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0120" y="18026"/>
                  </a:moveTo>
                  <a:cubicBezTo>
                    <a:pt x="11168" y="19074"/>
                    <a:pt x="12597" y="19646"/>
                    <a:pt x="14026" y="19646"/>
                  </a:cubicBezTo>
                  <a:cubicBezTo>
                    <a:pt x="15454" y="19646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6619946" y="4504253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0120" y="18026"/>
                  </a:moveTo>
                  <a:cubicBezTo>
                    <a:pt x="11168" y="19074"/>
                    <a:pt x="12597" y="19646"/>
                    <a:pt x="14026" y="19646"/>
                  </a:cubicBezTo>
                  <a:cubicBezTo>
                    <a:pt x="15454" y="19646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6619946" y="4477869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0120" y="18026"/>
                  </a:moveTo>
                  <a:cubicBezTo>
                    <a:pt x="11168" y="19074"/>
                    <a:pt x="12597" y="19645"/>
                    <a:pt x="14026" y="19645"/>
                  </a:cubicBezTo>
                  <a:cubicBezTo>
                    <a:pt x="15454" y="19645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p19"/>
          <p:cNvGrpSpPr/>
          <p:nvPr/>
        </p:nvGrpSpPr>
        <p:grpSpPr>
          <a:xfrm>
            <a:off x="7580413" y="3139070"/>
            <a:ext cx="306586" cy="426110"/>
            <a:chOff x="7899177" y="3838479"/>
            <a:chExt cx="274129" cy="381000"/>
          </a:xfrm>
        </p:grpSpPr>
        <p:sp>
          <p:nvSpPr>
            <p:cNvPr id="268" name="Google Shape;268;p19"/>
            <p:cNvSpPr/>
            <p:nvPr/>
          </p:nvSpPr>
          <p:spPr>
            <a:xfrm>
              <a:off x="7899177" y="3838479"/>
              <a:ext cx="274129" cy="381000"/>
            </a:xfrm>
            <a:custGeom>
              <a:rect b="b" l="l" r="r" t="t"/>
              <a:pathLst>
                <a:path extrusionOk="0" h="381000" w="274129">
                  <a:moveTo>
                    <a:pt x="268510" y="121729"/>
                  </a:moveTo>
                  <a:cubicBezTo>
                    <a:pt x="271558" y="121729"/>
                    <a:pt x="274130" y="119253"/>
                    <a:pt x="274130" y="116110"/>
                  </a:cubicBezTo>
                  <a:lnTo>
                    <a:pt x="274130" y="33052"/>
                  </a:lnTo>
                  <a:cubicBezTo>
                    <a:pt x="274130" y="20955"/>
                    <a:pt x="264223" y="11049"/>
                    <a:pt x="252127" y="11049"/>
                  </a:cubicBezTo>
                  <a:lnTo>
                    <a:pt x="206311" y="11049"/>
                  </a:lnTo>
                  <a:cubicBezTo>
                    <a:pt x="204978" y="4763"/>
                    <a:pt x="199454" y="95"/>
                    <a:pt x="192786" y="95"/>
                  </a:cubicBezTo>
                  <a:lnTo>
                    <a:pt x="136207" y="95"/>
                  </a:lnTo>
                  <a:cubicBezTo>
                    <a:pt x="133159" y="95"/>
                    <a:pt x="130588" y="2572"/>
                    <a:pt x="130588" y="5715"/>
                  </a:cubicBezTo>
                  <a:cubicBezTo>
                    <a:pt x="130588" y="8858"/>
                    <a:pt x="133065" y="11335"/>
                    <a:pt x="136207" y="11335"/>
                  </a:cubicBezTo>
                  <a:lnTo>
                    <a:pt x="192786" y="11335"/>
                  </a:lnTo>
                  <a:cubicBezTo>
                    <a:pt x="194310" y="11335"/>
                    <a:pt x="195453" y="12573"/>
                    <a:pt x="195453" y="14002"/>
                  </a:cubicBezTo>
                  <a:lnTo>
                    <a:pt x="195453" y="46958"/>
                  </a:lnTo>
                  <a:cubicBezTo>
                    <a:pt x="195453" y="51530"/>
                    <a:pt x="191738" y="55150"/>
                    <a:pt x="187261" y="55150"/>
                  </a:cubicBezTo>
                  <a:cubicBezTo>
                    <a:pt x="184214" y="55150"/>
                    <a:pt x="181451" y="53435"/>
                    <a:pt x="180023" y="50768"/>
                  </a:cubicBezTo>
                  <a:cubicBezTo>
                    <a:pt x="177736" y="46577"/>
                    <a:pt x="173355" y="43910"/>
                    <a:pt x="168497" y="43910"/>
                  </a:cubicBezTo>
                  <a:lnTo>
                    <a:pt x="105727" y="43910"/>
                  </a:lnTo>
                  <a:cubicBezTo>
                    <a:pt x="100870" y="43910"/>
                    <a:pt x="96393" y="46577"/>
                    <a:pt x="94202" y="50768"/>
                  </a:cubicBezTo>
                  <a:cubicBezTo>
                    <a:pt x="92678" y="53626"/>
                    <a:pt x="89725" y="55245"/>
                    <a:pt x="86487" y="55150"/>
                  </a:cubicBezTo>
                  <a:cubicBezTo>
                    <a:pt x="82201" y="54959"/>
                    <a:pt x="78677" y="51054"/>
                    <a:pt x="78677" y="46577"/>
                  </a:cubicBezTo>
                  <a:lnTo>
                    <a:pt x="78677" y="13906"/>
                  </a:lnTo>
                  <a:cubicBezTo>
                    <a:pt x="78677" y="12382"/>
                    <a:pt x="79915" y="11239"/>
                    <a:pt x="81343" y="11239"/>
                  </a:cubicBezTo>
                  <a:lnTo>
                    <a:pt x="111347" y="11239"/>
                  </a:lnTo>
                  <a:cubicBezTo>
                    <a:pt x="114395" y="11239"/>
                    <a:pt x="116967" y="8763"/>
                    <a:pt x="116967" y="5620"/>
                  </a:cubicBezTo>
                  <a:cubicBezTo>
                    <a:pt x="116967" y="2476"/>
                    <a:pt x="114491" y="0"/>
                    <a:pt x="111347" y="0"/>
                  </a:cubicBezTo>
                  <a:lnTo>
                    <a:pt x="81343" y="0"/>
                  </a:lnTo>
                  <a:cubicBezTo>
                    <a:pt x="74676" y="0"/>
                    <a:pt x="69152" y="4667"/>
                    <a:pt x="67818" y="10954"/>
                  </a:cubicBezTo>
                  <a:lnTo>
                    <a:pt x="22003" y="10954"/>
                  </a:lnTo>
                  <a:cubicBezTo>
                    <a:pt x="9906" y="10954"/>
                    <a:pt x="0" y="20860"/>
                    <a:pt x="0" y="32956"/>
                  </a:cubicBezTo>
                  <a:lnTo>
                    <a:pt x="0" y="358997"/>
                  </a:lnTo>
                  <a:cubicBezTo>
                    <a:pt x="0" y="371094"/>
                    <a:pt x="9906" y="381000"/>
                    <a:pt x="22003" y="381000"/>
                  </a:cubicBezTo>
                  <a:lnTo>
                    <a:pt x="252127" y="381000"/>
                  </a:lnTo>
                  <a:cubicBezTo>
                    <a:pt x="264223" y="381000"/>
                    <a:pt x="274130" y="371094"/>
                    <a:pt x="274130" y="358997"/>
                  </a:cubicBezTo>
                  <a:lnTo>
                    <a:pt x="274130" y="140875"/>
                  </a:lnTo>
                  <a:cubicBezTo>
                    <a:pt x="274130" y="137827"/>
                    <a:pt x="271653" y="135255"/>
                    <a:pt x="268510" y="135255"/>
                  </a:cubicBezTo>
                  <a:cubicBezTo>
                    <a:pt x="265366" y="135255"/>
                    <a:pt x="262890" y="137731"/>
                    <a:pt x="262890" y="140875"/>
                  </a:cubicBezTo>
                  <a:lnTo>
                    <a:pt x="262890" y="358997"/>
                  </a:lnTo>
                  <a:cubicBezTo>
                    <a:pt x="262890" y="364998"/>
                    <a:pt x="258033" y="369856"/>
                    <a:pt x="252032" y="369856"/>
                  </a:cubicBezTo>
                  <a:lnTo>
                    <a:pt x="21907" y="369856"/>
                  </a:lnTo>
                  <a:cubicBezTo>
                    <a:pt x="15907" y="369856"/>
                    <a:pt x="11049" y="364998"/>
                    <a:pt x="11049" y="358997"/>
                  </a:cubicBezTo>
                  <a:lnTo>
                    <a:pt x="11049" y="32956"/>
                  </a:lnTo>
                  <a:cubicBezTo>
                    <a:pt x="11049" y="26956"/>
                    <a:pt x="15907" y="22098"/>
                    <a:pt x="21907" y="22098"/>
                  </a:cubicBezTo>
                  <a:lnTo>
                    <a:pt x="67437" y="22098"/>
                  </a:lnTo>
                  <a:lnTo>
                    <a:pt x="67437" y="39433"/>
                  </a:lnTo>
                  <a:lnTo>
                    <a:pt x="41529" y="39433"/>
                  </a:lnTo>
                  <a:cubicBezTo>
                    <a:pt x="34290" y="39433"/>
                    <a:pt x="28480" y="45339"/>
                    <a:pt x="28480" y="52483"/>
                  </a:cubicBezTo>
                  <a:lnTo>
                    <a:pt x="28480" y="339376"/>
                  </a:lnTo>
                  <a:cubicBezTo>
                    <a:pt x="28480" y="346615"/>
                    <a:pt x="34385" y="352425"/>
                    <a:pt x="41529" y="352425"/>
                  </a:cubicBezTo>
                  <a:lnTo>
                    <a:pt x="232505" y="352425"/>
                  </a:lnTo>
                  <a:cubicBezTo>
                    <a:pt x="239744" y="352425"/>
                    <a:pt x="245555" y="346519"/>
                    <a:pt x="245555" y="339376"/>
                  </a:cubicBezTo>
                  <a:lnTo>
                    <a:pt x="245555" y="52483"/>
                  </a:lnTo>
                  <a:cubicBezTo>
                    <a:pt x="245555" y="45244"/>
                    <a:pt x="239649" y="39433"/>
                    <a:pt x="232505" y="39433"/>
                  </a:cubicBezTo>
                  <a:lnTo>
                    <a:pt x="206597" y="39433"/>
                  </a:lnTo>
                  <a:lnTo>
                    <a:pt x="206597" y="22098"/>
                  </a:lnTo>
                  <a:lnTo>
                    <a:pt x="252127" y="22098"/>
                  </a:lnTo>
                  <a:cubicBezTo>
                    <a:pt x="258127" y="22098"/>
                    <a:pt x="262985" y="26956"/>
                    <a:pt x="262985" y="32956"/>
                  </a:cubicBezTo>
                  <a:lnTo>
                    <a:pt x="262985" y="116014"/>
                  </a:lnTo>
                  <a:cubicBezTo>
                    <a:pt x="262985" y="119063"/>
                    <a:pt x="265462" y="121634"/>
                    <a:pt x="268605" y="121634"/>
                  </a:cubicBezTo>
                  <a:lnTo>
                    <a:pt x="268605" y="121634"/>
                  </a:lnTo>
                  <a:close/>
                  <a:moveTo>
                    <a:pt x="234410" y="52673"/>
                  </a:moveTo>
                  <a:lnTo>
                    <a:pt x="234410" y="339566"/>
                  </a:lnTo>
                  <a:cubicBezTo>
                    <a:pt x="234410" y="340614"/>
                    <a:pt x="233553" y="341471"/>
                    <a:pt x="232505" y="341471"/>
                  </a:cubicBezTo>
                  <a:lnTo>
                    <a:pt x="41529" y="341471"/>
                  </a:lnTo>
                  <a:cubicBezTo>
                    <a:pt x="40481" y="341471"/>
                    <a:pt x="39624" y="340614"/>
                    <a:pt x="39624" y="339566"/>
                  </a:cubicBezTo>
                  <a:lnTo>
                    <a:pt x="39624" y="52673"/>
                  </a:lnTo>
                  <a:cubicBezTo>
                    <a:pt x="39624" y="51625"/>
                    <a:pt x="40481" y="50768"/>
                    <a:pt x="41529" y="50768"/>
                  </a:cubicBezTo>
                  <a:lnTo>
                    <a:pt x="67913" y="50768"/>
                  </a:lnTo>
                  <a:cubicBezTo>
                    <a:pt x="69723" y="59341"/>
                    <a:pt x="76962" y="65818"/>
                    <a:pt x="85820" y="66294"/>
                  </a:cubicBezTo>
                  <a:cubicBezTo>
                    <a:pt x="93345" y="66675"/>
                    <a:pt x="100393" y="62675"/>
                    <a:pt x="103917" y="56007"/>
                  </a:cubicBezTo>
                  <a:cubicBezTo>
                    <a:pt x="104204" y="55435"/>
                    <a:pt x="104870" y="55054"/>
                    <a:pt x="105633" y="55054"/>
                  </a:cubicBezTo>
                  <a:lnTo>
                    <a:pt x="168402" y="55054"/>
                  </a:lnTo>
                  <a:cubicBezTo>
                    <a:pt x="169164" y="55054"/>
                    <a:pt x="169831" y="55435"/>
                    <a:pt x="170116" y="56007"/>
                  </a:cubicBezTo>
                  <a:cubicBezTo>
                    <a:pt x="173450" y="62389"/>
                    <a:pt x="180023" y="66294"/>
                    <a:pt x="187261" y="66294"/>
                  </a:cubicBezTo>
                  <a:cubicBezTo>
                    <a:pt x="196691" y="66294"/>
                    <a:pt x="204502" y="59626"/>
                    <a:pt x="206216" y="50673"/>
                  </a:cubicBezTo>
                  <a:lnTo>
                    <a:pt x="232505" y="50673"/>
                  </a:lnTo>
                  <a:cubicBezTo>
                    <a:pt x="233553" y="50673"/>
                    <a:pt x="234410" y="51530"/>
                    <a:pt x="234410" y="52578"/>
                  </a:cubicBezTo>
                  <a:lnTo>
                    <a:pt x="234410" y="525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7987474" y="3863054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39"/>
                    <a:pt x="5619" y="11239"/>
                  </a:cubicBezTo>
                  <a:cubicBezTo>
                    <a:pt x="8763" y="11239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6"/>
                    <a:pt x="8763" y="0"/>
                    <a:pt x="5619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8073579" y="3863149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11239" y="5620"/>
                  </a:moveTo>
                  <a:lnTo>
                    <a:pt x="11239" y="5620"/>
                  </a:lnTo>
                  <a:cubicBezTo>
                    <a:pt x="11239" y="2476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39"/>
                    <a:pt x="5620" y="11239"/>
                  </a:cubicBezTo>
                  <a:cubicBezTo>
                    <a:pt x="8763" y="11239"/>
                    <a:pt x="11239" y="8763"/>
                    <a:pt x="11239" y="5620"/>
                  </a:cubicBezTo>
                  <a:lnTo>
                    <a:pt x="11239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7955565" y="4021550"/>
              <a:ext cx="161163" cy="39528"/>
            </a:xfrm>
            <a:custGeom>
              <a:rect b="b" l="l" r="r" t="t"/>
              <a:pathLst>
                <a:path extrusionOk="0" h="39528" w="161163">
                  <a:moveTo>
                    <a:pt x="148114" y="0"/>
                  </a:moveTo>
                  <a:lnTo>
                    <a:pt x="70485" y="0"/>
                  </a:lnTo>
                  <a:cubicBezTo>
                    <a:pt x="67437" y="0"/>
                    <a:pt x="64865" y="2476"/>
                    <a:pt x="64865" y="5620"/>
                  </a:cubicBezTo>
                  <a:cubicBezTo>
                    <a:pt x="64865" y="8763"/>
                    <a:pt x="67342" y="11239"/>
                    <a:pt x="70485" y="11239"/>
                  </a:cubicBezTo>
                  <a:lnTo>
                    <a:pt x="148114" y="11239"/>
                  </a:lnTo>
                  <a:cubicBezTo>
                    <a:pt x="149162" y="11239"/>
                    <a:pt x="150019" y="12097"/>
                    <a:pt x="150019" y="13144"/>
                  </a:cubicBezTo>
                  <a:lnTo>
                    <a:pt x="150019" y="26575"/>
                  </a:lnTo>
                  <a:cubicBezTo>
                    <a:pt x="150019" y="27622"/>
                    <a:pt x="149162" y="28480"/>
                    <a:pt x="148114" y="28480"/>
                  </a:cubicBezTo>
                  <a:lnTo>
                    <a:pt x="13049" y="28480"/>
                  </a:lnTo>
                  <a:cubicBezTo>
                    <a:pt x="12002" y="28480"/>
                    <a:pt x="11145" y="27622"/>
                    <a:pt x="11145" y="26575"/>
                  </a:cubicBezTo>
                  <a:lnTo>
                    <a:pt x="11145" y="13144"/>
                  </a:lnTo>
                  <a:cubicBezTo>
                    <a:pt x="11145" y="12097"/>
                    <a:pt x="12002" y="11239"/>
                    <a:pt x="13049" y="11239"/>
                  </a:cubicBezTo>
                  <a:lnTo>
                    <a:pt x="45720" y="11239"/>
                  </a:lnTo>
                  <a:cubicBezTo>
                    <a:pt x="48768" y="11239"/>
                    <a:pt x="51340" y="8763"/>
                    <a:pt x="51340" y="5620"/>
                  </a:cubicBezTo>
                  <a:cubicBezTo>
                    <a:pt x="51340" y="2476"/>
                    <a:pt x="48863" y="0"/>
                    <a:pt x="45720" y="0"/>
                  </a:cubicBezTo>
                  <a:lnTo>
                    <a:pt x="13049" y="0"/>
                  </a:lnTo>
                  <a:cubicBezTo>
                    <a:pt x="5905" y="0"/>
                    <a:pt x="0" y="5810"/>
                    <a:pt x="0" y="13049"/>
                  </a:cubicBezTo>
                  <a:lnTo>
                    <a:pt x="0" y="26479"/>
                  </a:lnTo>
                  <a:cubicBezTo>
                    <a:pt x="0" y="33623"/>
                    <a:pt x="5811" y="39529"/>
                    <a:pt x="13049" y="39529"/>
                  </a:cubicBezTo>
                  <a:lnTo>
                    <a:pt x="148114" y="39529"/>
                  </a:lnTo>
                  <a:cubicBezTo>
                    <a:pt x="155258" y="39529"/>
                    <a:pt x="161163" y="33718"/>
                    <a:pt x="161163" y="26479"/>
                  </a:cubicBezTo>
                  <a:lnTo>
                    <a:pt x="161163" y="13049"/>
                  </a:lnTo>
                  <a:cubicBezTo>
                    <a:pt x="161163" y="5905"/>
                    <a:pt x="155353" y="0"/>
                    <a:pt x="148114" y="0"/>
                  </a:cubicBezTo>
                  <a:lnTo>
                    <a:pt x="1481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8057673" y="4076033"/>
              <a:ext cx="39528" cy="11239"/>
            </a:xfrm>
            <a:custGeom>
              <a:rect b="b" l="l" r="r" t="t"/>
              <a:pathLst>
                <a:path extrusionOk="0" h="11239" w="39528">
                  <a:moveTo>
                    <a:pt x="33909" y="11240"/>
                  </a:moveTo>
                  <a:cubicBezTo>
                    <a:pt x="36957" y="11240"/>
                    <a:pt x="39528" y="8763"/>
                    <a:pt x="39528" y="5620"/>
                  </a:cubicBezTo>
                  <a:cubicBezTo>
                    <a:pt x="39528" y="2477"/>
                    <a:pt x="37052" y="0"/>
                    <a:pt x="33909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33909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8046624" y="4096321"/>
              <a:ext cx="61722" cy="11239"/>
            </a:xfrm>
            <a:custGeom>
              <a:rect b="b" l="l" r="r" t="t"/>
              <a:pathLst>
                <a:path extrusionOk="0" h="11239" w="61722">
                  <a:moveTo>
                    <a:pt x="56102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102" y="11240"/>
                  </a:lnTo>
                  <a:cubicBezTo>
                    <a:pt x="59150" y="11240"/>
                    <a:pt x="61722" y="8763"/>
                    <a:pt x="61722" y="5620"/>
                  </a:cubicBezTo>
                  <a:cubicBezTo>
                    <a:pt x="61722" y="2477"/>
                    <a:pt x="59246" y="0"/>
                    <a:pt x="56102" y="0"/>
                  </a:cubicBezTo>
                  <a:lnTo>
                    <a:pt x="561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8046624" y="4116609"/>
              <a:ext cx="61722" cy="11239"/>
            </a:xfrm>
            <a:custGeom>
              <a:rect b="b" l="l" r="r" t="t"/>
              <a:pathLst>
                <a:path extrusionOk="0" h="11239" w="61722">
                  <a:moveTo>
                    <a:pt x="56102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102" y="11239"/>
                  </a:lnTo>
                  <a:cubicBezTo>
                    <a:pt x="59150" y="11239"/>
                    <a:pt x="61722" y="8763"/>
                    <a:pt x="61722" y="5620"/>
                  </a:cubicBezTo>
                  <a:cubicBezTo>
                    <a:pt x="61722" y="2476"/>
                    <a:pt x="59246" y="0"/>
                    <a:pt x="56102" y="0"/>
                  </a:cubicBezTo>
                  <a:lnTo>
                    <a:pt x="561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7975186" y="4076033"/>
              <a:ext cx="39528" cy="11239"/>
            </a:xfrm>
            <a:custGeom>
              <a:rect b="b" l="l" r="r" t="t"/>
              <a:pathLst>
                <a:path extrusionOk="0" h="11239" w="39528">
                  <a:moveTo>
                    <a:pt x="33909" y="11240"/>
                  </a:moveTo>
                  <a:cubicBezTo>
                    <a:pt x="36957" y="11240"/>
                    <a:pt x="39529" y="8763"/>
                    <a:pt x="39529" y="5620"/>
                  </a:cubicBezTo>
                  <a:cubicBezTo>
                    <a:pt x="39529" y="2477"/>
                    <a:pt x="37052" y="0"/>
                    <a:pt x="33909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33909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7964042" y="4096321"/>
              <a:ext cx="61721" cy="11239"/>
            </a:xfrm>
            <a:custGeom>
              <a:rect b="b" l="l" r="r" t="t"/>
              <a:pathLst>
                <a:path extrusionOk="0" h="11239" w="61721">
                  <a:moveTo>
                    <a:pt x="0" y="5620"/>
                  </a:moveTo>
                  <a:cubicBezTo>
                    <a:pt x="0" y="8668"/>
                    <a:pt x="2477" y="11240"/>
                    <a:pt x="5620" y="11240"/>
                  </a:cubicBezTo>
                  <a:lnTo>
                    <a:pt x="56102" y="11240"/>
                  </a:lnTo>
                  <a:cubicBezTo>
                    <a:pt x="59150" y="11240"/>
                    <a:pt x="61722" y="8763"/>
                    <a:pt x="61722" y="5620"/>
                  </a:cubicBezTo>
                  <a:cubicBezTo>
                    <a:pt x="61722" y="2477"/>
                    <a:pt x="59246" y="0"/>
                    <a:pt x="56102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7964042" y="4116514"/>
              <a:ext cx="61721" cy="11239"/>
            </a:xfrm>
            <a:custGeom>
              <a:rect b="b" l="l" r="r" t="t"/>
              <a:pathLst>
                <a:path extrusionOk="0" h="11239" w="61721">
                  <a:moveTo>
                    <a:pt x="61722" y="5620"/>
                  </a:moveTo>
                  <a:cubicBezTo>
                    <a:pt x="61722" y="2572"/>
                    <a:pt x="59246" y="0"/>
                    <a:pt x="56102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102" y="11240"/>
                  </a:lnTo>
                  <a:cubicBezTo>
                    <a:pt x="59150" y="11240"/>
                    <a:pt x="61722" y="8763"/>
                    <a:pt x="61722" y="5620"/>
                  </a:cubicBezTo>
                  <a:lnTo>
                    <a:pt x="61722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92426" y="4148804"/>
              <a:ext cx="87440" cy="11239"/>
            </a:xfrm>
            <a:custGeom>
              <a:rect b="b" l="l" r="r" t="t"/>
              <a:pathLst>
                <a:path extrusionOk="0" h="11239" w="87440">
                  <a:moveTo>
                    <a:pt x="81820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81820" y="11239"/>
                  </a:lnTo>
                  <a:cubicBezTo>
                    <a:pt x="84868" y="11239"/>
                    <a:pt x="87440" y="8763"/>
                    <a:pt x="87440" y="5620"/>
                  </a:cubicBezTo>
                  <a:cubicBezTo>
                    <a:pt x="87440" y="2476"/>
                    <a:pt x="84963" y="0"/>
                    <a:pt x="81820" y="0"/>
                  </a:cubicBezTo>
                  <a:lnTo>
                    <a:pt x="818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8003285" y="3931920"/>
              <a:ext cx="36100" cy="62579"/>
            </a:xfrm>
            <a:custGeom>
              <a:rect b="b" l="l" r="r" t="t"/>
              <a:pathLst>
                <a:path extrusionOk="0" h="62579" w="36100">
                  <a:moveTo>
                    <a:pt x="15050" y="37147"/>
                  </a:moveTo>
                  <a:lnTo>
                    <a:pt x="20860" y="37147"/>
                  </a:lnTo>
                  <a:cubicBezTo>
                    <a:pt x="23050" y="37147"/>
                    <a:pt x="24860" y="38957"/>
                    <a:pt x="24860" y="41148"/>
                  </a:cubicBezTo>
                  <a:cubicBezTo>
                    <a:pt x="24860" y="43339"/>
                    <a:pt x="23050" y="45148"/>
                    <a:pt x="20860" y="45148"/>
                  </a:cubicBezTo>
                  <a:lnTo>
                    <a:pt x="15050" y="45148"/>
                  </a:lnTo>
                  <a:cubicBezTo>
                    <a:pt x="13431" y="45148"/>
                    <a:pt x="12002" y="44196"/>
                    <a:pt x="11430" y="42767"/>
                  </a:cubicBezTo>
                  <a:cubicBezTo>
                    <a:pt x="10192" y="39910"/>
                    <a:pt x="6953" y="38576"/>
                    <a:pt x="4096" y="39814"/>
                  </a:cubicBezTo>
                  <a:cubicBezTo>
                    <a:pt x="1238" y="41053"/>
                    <a:pt x="-95" y="44291"/>
                    <a:pt x="1143" y="47149"/>
                  </a:cubicBezTo>
                  <a:cubicBezTo>
                    <a:pt x="3143" y="51911"/>
                    <a:pt x="7430" y="55245"/>
                    <a:pt x="12382" y="56102"/>
                  </a:cubicBezTo>
                  <a:lnTo>
                    <a:pt x="12382" y="56959"/>
                  </a:lnTo>
                  <a:cubicBezTo>
                    <a:pt x="12382" y="60008"/>
                    <a:pt x="14859" y="62579"/>
                    <a:pt x="18002" y="62579"/>
                  </a:cubicBezTo>
                  <a:cubicBezTo>
                    <a:pt x="21146" y="62579"/>
                    <a:pt x="23622" y="60103"/>
                    <a:pt x="23622" y="56959"/>
                  </a:cubicBezTo>
                  <a:lnTo>
                    <a:pt x="23622" y="56102"/>
                  </a:lnTo>
                  <a:cubicBezTo>
                    <a:pt x="30671" y="54864"/>
                    <a:pt x="36100" y="48673"/>
                    <a:pt x="36100" y="41243"/>
                  </a:cubicBezTo>
                  <a:cubicBezTo>
                    <a:pt x="36100" y="32861"/>
                    <a:pt x="29337" y="26098"/>
                    <a:pt x="20955" y="26098"/>
                  </a:cubicBezTo>
                  <a:lnTo>
                    <a:pt x="15145" y="26098"/>
                  </a:lnTo>
                  <a:cubicBezTo>
                    <a:pt x="12954" y="26098"/>
                    <a:pt x="11144" y="24289"/>
                    <a:pt x="11144" y="22098"/>
                  </a:cubicBezTo>
                  <a:cubicBezTo>
                    <a:pt x="11144" y="19907"/>
                    <a:pt x="12954" y="18097"/>
                    <a:pt x="15145" y="18097"/>
                  </a:cubicBezTo>
                  <a:lnTo>
                    <a:pt x="20955" y="18097"/>
                  </a:lnTo>
                  <a:cubicBezTo>
                    <a:pt x="22289" y="18097"/>
                    <a:pt x="23527" y="18764"/>
                    <a:pt x="24289" y="19812"/>
                  </a:cubicBezTo>
                  <a:cubicBezTo>
                    <a:pt x="26003" y="22384"/>
                    <a:pt x="29528" y="23050"/>
                    <a:pt x="32004" y="21336"/>
                  </a:cubicBezTo>
                  <a:cubicBezTo>
                    <a:pt x="34576" y="19621"/>
                    <a:pt x="35243" y="16097"/>
                    <a:pt x="33528" y="13621"/>
                  </a:cubicBezTo>
                  <a:cubicBezTo>
                    <a:pt x="31242" y="10192"/>
                    <a:pt x="27623" y="7906"/>
                    <a:pt x="23717" y="7239"/>
                  </a:cubicBezTo>
                  <a:lnTo>
                    <a:pt x="23717" y="5620"/>
                  </a:lnTo>
                  <a:cubicBezTo>
                    <a:pt x="23717" y="2572"/>
                    <a:pt x="21241" y="0"/>
                    <a:pt x="18098" y="0"/>
                  </a:cubicBezTo>
                  <a:cubicBezTo>
                    <a:pt x="14954" y="0"/>
                    <a:pt x="12478" y="2476"/>
                    <a:pt x="12478" y="5620"/>
                  </a:cubicBezTo>
                  <a:lnTo>
                    <a:pt x="12478" y="7239"/>
                  </a:lnTo>
                  <a:cubicBezTo>
                    <a:pt x="5429" y="8477"/>
                    <a:pt x="0" y="14668"/>
                    <a:pt x="0" y="22098"/>
                  </a:cubicBezTo>
                  <a:cubicBezTo>
                    <a:pt x="0" y="30480"/>
                    <a:pt x="6763" y="37243"/>
                    <a:pt x="15145" y="37243"/>
                  </a:cubicBezTo>
                  <a:lnTo>
                    <a:pt x="15145" y="372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970900" y="3912774"/>
              <a:ext cx="100583" cy="100584"/>
            </a:xfrm>
            <a:custGeom>
              <a:rect b="b" l="l" r="r" t="t"/>
              <a:pathLst>
                <a:path extrusionOk="0" h="100584" w="100583">
                  <a:moveTo>
                    <a:pt x="50292" y="100584"/>
                  </a:moveTo>
                  <a:cubicBezTo>
                    <a:pt x="78010" y="100584"/>
                    <a:pt x="100584" y="78010"/>
                    <a:pt x="100584" y="50292"/>
                  </a:cubicBezTo>
                  <a:cubicBezTo>
                    <a:pt x="100584" y="22574"/>
                    <a:pt x="78010" y="0"/>
                    <a:pt x="50292" y="0"/>
                  </a:cubicBezTo>
                  <a:cubicBezTo>
                    <a:pt x="22574" y="0"/>
                    <a:pt x="0" y="22574"/>
                    <a:pt x="0" y="50292"/>
                  </a:cubicBezTo>
                  <a:cubicBezTo>
                    <a:pt x="0" y="78010"/>
                    <a:pt x="22574" y="100584"/>
                    <a:pt x="50292" y="100584"/>
                  </a:cubicBezTo>
                  <a:lnTo>
                    <a:pt x="50292" y="100584"/>
                  </a:lnTo>
                  <a:close/>
                  <a:moveTo>
                    <a:pt x="50292" y="11240"/>
                  </a:moveTo>
                  <a:cubicBezTo>
                    <a:pt x="71914" y="11240"/>
                    <a:pt x="89439" y="28766"/>
                    <a:pt x="89439" y="50387"/>
                  </a:cubicBezTo>
                  <a:cubicBezTo>
                    <a:pt x="89439" y="72009"/>
                    <a:pt x="71914" y="89535"/>
                    <a:pt x="50292" y="89535"/>
                  </a:cubicBezTo>
                  <a:cubicBezTo>
                    <a:pt x="28670" y="89535"/>
                    <a:pt x="11144" y="72009"/>
                    <a:pt x="11144" y="50387"/>
                  </a:cubicBezTo>
                  <a:cubicBezTo>
                    <a:pt x="11144" y="28766"/>
                    <a:pt x="28670" y="11240"/>
                    <a:pt x="50292" y="11240"/>
                  </a:cubicBezTo>
                  <a:lnTo>
                    <a:pt x="50292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8082438" y="3957542"/>
              <a:ext cx="19050" cy="11144"/>
            </a:xfrm>
            <a:custGeom>
              <a:rect b="b" l="l" r="r" t="t"/>
              <a:pathLst>
                <a:path extrusionOk="0" h="11144" w="19050">
                  <a:moveTo>
                    <a:pt x="5620" y="0"/>
                  </a:moveTo>
                  <a:lnTo>
                    <a:pt x="5620" y="0"/>
                  </a:lnTo>
                  <a:cubicBezTo>
                    <a:pt x="2572" y="0"/>
                    <a:pt x="95" y="2476"/>
                    <a:pt x="0" y="5525"/>
                  </a:cubicBezTo>
                  <a:cubicBezTo>
                    <a:pt x="0" y="8572"/>
                    <a:pt x="2477" y="11144"/>
                    <a:pt x="5525" y="11144"/>
                  </a:cubicBezTo>
                  <a:lnTo>
                    <a:pt x="13431" y="11144"/>
                  </a:lnTo>
                  <a:cubicBezTo>
                    <a:pt x="13431" y="11144"/>
                    <a:pt x="13431" y="11144"/>
                    <a:pt x="13431" y="11144"/>
                  </a:cubicBezTo>
                  <a:cubicBezTo>
                    <a:pt x="16479" y="11144"/>
                    <a:pt x="18955" y="8668"/>
                    <a:pt x="19050" y="5620"/>
                  </a:cubicBezTo>
                  <a:cubicBezTo>
                    <a:pt x="19050" y="2572"/>
                    <a:pt x="16573" y="0"/>
                    <a:pt x="13525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8079047" y="3933863"/>
              <a:ext cx="18021" cy="15297"/>
            </a:xfrm>
            <a:custGeom>
              <a:rect b="b" l="l" r="r" t="t"/>
              <a:pathLst>
                <a:path extrusionOk="0" h="15297" w="18021">
                  <a:moveTo>
                    <a:pt x="5582" y="15202"/>
                  </a:moveTo>
                  <a:cubicBezTo>
                    <a:pt x="6534" y="15202"/>
                    <a:pt x="7582" y="14916"/>
                    <a:pt x="8439" y="14440"/>
                  </a:cubicBezTo>
                  <a:lnTo>
                    <a:pt x="15297" y="10344"/>
                  </a:lnTo>
                  <a:cubicBezTo>
                    <a:pt x="17964" y="8725"/>
                    <a:pt x="18821" y="5296"/>
                    <a:pt x="17202" y="2724"/>
                  </a:cubicBezTo>
                  <a:cubicBezTo>
                    <a:pt x="15583" y="57"/>
                    <a:pt x="12153" y="-800"/>
                    <a:pt x="9582" y="819"/>
                  </a:cubicBezTo>
                  <a:lnTo>
                    <a:pt x="2724" y="4915"/>
                  </a:lnTo>
                  <a:cubicBezTo>
                    <a:pt x="57" y="6534"/>
                    <a:pt x="-800" y="9963"/>
                    <a:pt x="819" y="12535"/>
                  </a:cubicBezTo>
                  <a:cubicBezTo>
                    <a:pt x="1867" y="14249"/>
                    <a:pt x="3677" y="15297"/>
                    <a:pt x="5582" y="15297"/>
                  </a:cubicBezTo>
                  <a:lnTo>
                    <a:pt x="5582" y="1529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8078952" y="3977201"/>
              <a:ext cx="17925" cy="15201"/>
            </a:xfrm>
            <a:custGeom>
              <a:rect b="b" l="l" r="r" t="t"/>
              <a:pathLst>
                <a:path extrusionOk="0" h="15201" w="17925">
                  <a:moveTo>
                    <a:pt x="2724" y="10344"/>
                  </a:moveTo>
                  <a:lnTo>
                    <a:pt x="9487" y="14440"/>
                  </a:lnTo>
                  <a:cubicBezTo>
                    <a:pt x="10440" y="15011"/>
                    <a:pt x="11392" y="15202"/>
                    <a:pt x="12344" y="15202"/>
                  </a:cubicBezTo>
                  <a:cubicBezTo>
                    <a:pt x="14249" y="15202"/>
                    <a:pt x="16059" y="14249"/>
                    <a:pt x="17107" y="12535"/>
                  </a:cubicBezTo>
                  <a:cubicBezTo>
                    <a:pt x="18726" y="9868"/>
                    <a:pt x="17869" y="6439"/>
                    <a:pt x="15202" y="4915"/>
                  </a:cubicBezTo>
                  <a:lnTo>
                    <a:pt x="8439" y="819"/>
                  </a:lnTo>
                  <a:cubicBezTo>
                    <a:pt x="5772" y="-800"/>
                    <a:pt x="2343" y="57"/>
                    <a:pt x="819" y="2724"/>
                  </a:cubicBezTo>
                  <a:cubicBezTo>
                    <a:pt x="-800" y="5391"/>
                    <a:pt x="57" y="8820"/>
                    <a:pt x="2724" y="10344"/>
                  </a:cubicBezTo>
                  <a:lnTo>
                    <a:pt x="2724" y="103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7954136" y="3908679"/>
              <a:ext cx="18573" cy="11239"/>
            </a:xfrm>
            <a:custGeom>
              <a:rect b="b" l="l" r="r" t="t"/>
              <a:pathLst>
                <a:path extrusionOk="0" h="11239" w="18573">
                  <a:moveTo>
                    <a:pt x="5619" y="11239"/>
                  </a:moveTo>
                  <a:lnTo>
                    <a:pt x="12954" y="11239"/>
                  </a:lnTo>
                  <a:cubicBezTo>
                    <a:pt x="16002" y="11239"/>
                    <a:pt x="18574" y="8763"/>
                    <a:pt x="18574" y="5620"/>
                  </a:cubicBezTo>
                  <a:cubicBezTo>
                    <a:pt x="18574" y="2476"/>
                    <a:pt x="16097" y="0"/>
                    <a:pt x="12954" y="0"/>
                  </a:cubicBez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" name="Google Shape;285;p19"/>
          <p:cNvGrpSpPr/>
          <p:nvPr/>
        </p:nvGrpSpPr>
        <p:grpSpPr>
          <a:xfrm>
            <a:off x="3325146" y="3139123"/>
            <a:ext cx="397134" cy="426003"/>
            <a:chOff x="3195732" y="3838575"/>
            <a:chExt cx="355091" cy="380904"/>
          </a:xfrm>
        </p:grpSpPr>
        <p:sp>
          <p:nvSpPr>
            <p:cNvPr id="286" name="Google Shape;286;p19"/>
            <p:cNvSpPr/>
            <p:nvPr/>
          </p:nvSpPr>
          <p:spPr>
            <a:xfrm>
              <a:off x="3195732" y="3838575"/>
              <a:ext cx="355091" cy="380904"/>
            </a:xfrm>
            <a:custGeom>
              <a:rect b="b" l="l" r="r" t="t"/>
              <a:pathLst>
                <a:path extrusionOk="0" h="380904" w="355091">
                  <a:moveTo>
                    <a:pt x="335566" y="54959"/>
                  </a:moveTo>
                  <a:lnTo>
                    <a:pt x="333661" y="54959"/>
                  </a:lnTo>
                  <a:lnTo>
                    <a:pt x="333661" y="32385"/>
                  </a:lnTo>
                  <a:cubicBezTo>
                    <a:pt x="333661" y="14573"/>
                    <a:pt x="319183" y="0"/>
                    <a:pt x="301276" y="0"/>
                  </a:cubicBezTo>
                  <a:cubicBezTo>
                    <a:pt x="301276" y="0"/>
                    <a:pt x="301276" y="0"/>
                    <a:pt x="301180" y="0"/>
                  </a:cubicBezTo>
                  <a:cubicBezTo>
                    <a:pt x="301180" y="0"/>
                    <a:pt x="301180" y="0"/>
                    <a:pt x="301085" y="0"/>
                  </a:cubicBezTo>
                  <a:lnTo>
                    <a:pt x="93917" y="0"/>
                  </a:lnTo>
                  <a:cubicBezTo>
                    <a:pt x="76105" y="0"/>
                    <a:pt x="61531" y="14478"/>
                    <a:pt x="61531" y="32385"/>
                  </a:cubicBezTo>
                  <a:lnTo>
                    <a:pt x="61531" y="54959"/>
                  </a:lnTo>
                  <a:lnTo>
                    <a:pt x="19621" y="54959"/>
                  </a:lnTo>
                  <a:cubicBezTo>
                    <a:pt x="8763" y="54959"/>
                    <a:pt x="0" y="63722"/>
                    <a:pt x="0" y="74581"/>
                  </a:cubicBezTo>
                  <a:lnTo>
                    <a:pt x="0" y="126587"/>
                  </a:lnTo>
                  <a:cubicBezTo>
                    <a:pt x="0" y="129635"/>
                    <a:pt x="2476" y="132207"/>
                    <a:pt x="5620" y="132207"/>
                  </a:cubicBezTo>
                  <a:cubicBezTo>
                    <a:pt x="8763" y="132207"/>
                    <a:pt x="11240" y="129730"/>
                    <a:pt x="11240" y="126587"/>
                  </a:cubicBezTo>
                  <a:lnTo>
                    <a:pt x="11240" y="74581"/>
                  </a:lnTo>
                  <a:cubicBezTo>
                    <a:pt x="11240" y="69913"/>
                    <a:pt x="15049" y="66104"/>
                    <a:pt x="19717" y="66104"/>
                  </a:cubicBezTo>
                  <a:lnTo>
                    <a:pt x="61627" y="66104"/>
                  </a:lnTo>
                  <a:lnTo>
                    <a:pt x="61627" y="253555"/>
                  </a:lnTo>
                  <a:lnTo>
                    <a:pt x="11240" y="253555"/>
                  </a:lnTo>
                  <a:lnTo>
                    <a:pt x="11240" y="151257"/>
                  </a:lnTo>
                  <a:cubicBezTo>
                    <a:pt x="11240" y="148209"/>
                    <a:pt x="8763" y="145637"/>
                    <a:pt x="5620" y="145637"/>
                  </a:cubicBezTo>
                  <a:cubicBezTo>
                    <a:pt x="2476" y="145637"/>
                    <a:pt x="0" y="148114"/>
                    <a:pt x="0" y="151257"/>
                  </a:cubicBezTo>
                  <a:lnTo>
                    <a:pt x="0" y="281464"/>
                  </a:lnTo>
                  <a:cubicBezTo>
                    <a:pt x="0" y="292322"/>
                    <a:pt x="8763" y="301085"/>
                    <a:pt x="19621" y="301085"/>
                  </a:cubicBezTo>
                  <a:lnTo>
                    <a:pt x="131445" y="301085"/>
                  </a:lnTo>
                  <a:lnTo>
                    <a:pt x="127635" y="343091"/>
                  </a:lnTo>
                  <a:lnTo>
                    <a:pt x="114776" y="343091"/>
                  </a:lnTo>
                  <a:cubicBezTo>
                    <a:pt x="107918" y="343091"/>
                    <a:pt x="102298" y="348710"/>
                    <a:pt x="102298" y="355568"/>
                  </a:cubicBezTo>
                  <a:lnTo>
                    <a:pt x="102298" y="368427"/>
                  </a:lnTo>
                  <a:cubicBezTo>
                    <a:pt x="102298" y="375285"/>
                    <a:pt x="107918" y="380905"/>
                    <a:pt x="114776" y="380905"/>
                  </a:cubicBezTo>
                  <a:lnTo>
                    <a:pt x="240316" y="380905"/>
                  </a:lnTo>
                  <a:cubicBezTo>
                    <a:pt x="247174" y="380905"/>
                    <a:pt x="252794" y="375285"/>
                    <a:pt x="252794" y="368427"/>
                  </a:cubicBezTo>
                  <a:lnTo>
                    <a:pt x="252794" y="355568"/>
                  </a:lnTo>
                  <a:cubicBezTo>
                    <a:pt x="252794" y="348710"/>
                    <a:pt x="247174" y="343091"/>
                    <a:pt x="240316" y="343091"/>
                  </a:cubicBezTo>
                  <a:lnTo>
                    <a:pt x="227457" y="343091"/>
                  </a:lnTo>
                  <a:lnTo>
                    <a:pt x="223647" y="301085"/>
                  </a:lnTo>
                  <a:lnTo>
                    <a:pt x="335471" y="301085"/>
                  </a:lnTo>
                  <a:cubicBezTo>
                    <a:pt x="346329" y="301085"/>
                    <a:pt x="355092" y="292322"/>
                    <a:pt x="355092" y="281464"/>
                  </a:cubicBezTo>
                  <a:lnTo>
                    <a:pt x="355092" y="74486"/>
                  </a:lnTo>
                  <a:cubicBezTo>
                    <a:pt x="355092" y="63627"/>
                    <a:pt x="346329" y="54864"/>
                    <a:pt x="335471" y="54864"/>
                  </a:cubicBezTo>
                  <a:lnTo>
                    <a:pt x="335471" y="54864"/>
                  </a:lnTo>
                  <a:close/>
                  <a:moveTo>
                    <a:pt x="300990" y="11144"/>
                  </a:moveTo>
                  <a:cubicBezTo>
                    <a:pt x="300990" y="11144"/>
                    <a:pt x="300990" y="11144"/>
                    <a:pt x="301085" y="11144"/>
                  </a:cubicBezTo>
                  <a:cubicBezTo>
                    <a:pt x="301085" y="11144"/>
                    <a:pt x="301085" y="11144"/>
                    <a:pt x="301180" y="11144"/>
                  </a:cubicBezTo>
                  <a:cubicBezTo>
                    <a:pt x="312896" y="11144"/>
                    <a:pt x="322326" y="20669"/>
                    <a:pt x="322326" y="32290"/>
                  </a:cubicBezTo>
                  <a:lnTo>
                    <a:pt x="322326" y="54864"/>
                  </a:lnTo>
                  <a:lnTo>
                    <a:pt x="279654" y="54864"/>
                  </a:lnTo>
                  <a:lnTo>
                    <a:pt x="279654" y="32290"/>
                  </a:lnTo>
                  <a:cubicBezTo>
                    <a:pt x="279654" y="20574"/>
                    <a:pt x="289179" y="11144"/>
                    <a:pt x="300799" y="11144"/>
                  </a:cubicBezTo>
                  <a:lnTo>
                    <a:pt x="300799" y="11144"/>
                  </a:lnTo>
                  <a:close/>
                  <a:moveTo>
                    <a:pt x="128016" y="122777"/>
                  </a:moveTo>
                  <a:cubicBezTo>
                    <a:pt x="128016" y="78867"/>
                    <a:pt x="162306" y="42863"/>
                    <a:pt x="205454" y="40005"/>
                  </a:cubicBezTo>
                  <a:lnTo>
                    <a:pt x="205454" y="62960"/>
                  </a:lnTo>
                  <a:cubicBezTo>
                    <a:pt x="197167" y="63722"/>
                    <a:pt x="189167" y="66199"/>
                    <a:pt x="181927" y="70295"/>
                  </a:cubicBezTo>
                  <a:cubicBezTo>
                    <a:pt x="179261" y="71818"/>
                    <a:pt x="178308" y="75152"/>
                    <a:pt x="179737" y="77914"/>
                  </a:cubicBezTo>
                  <a:cubicBezTo>
                    <a:pt x="181261" y="80582"/>
                    <a:pt x="184594" y="81534"/>
                    <a:pt x="187357" y="80105"/>
                  </a:cubicBezTo>
                  <a:cubicBezTo>
                    <a:pt x="194596" y="76105"/>
                    <a:pt x="202787" y="73914"/>
                    <a:pt x="211074" y="73914"/>
                  </a:cubicBezTo>
                  <a:cubicBezTo>
                    <a:pt x="238030" y="73914"/>
                    <a:pt x="259937" y="95821"/>
                    <a:pt x="259937" y="122872"/>
                  </a:cubicBezTo>
                  <a:cubicBezTo>
                    <a:pt x="259937" y="149924"/>
                    <a:pt x="238030" y="171736"/>
                    <a:pt x="211074" y="171736"/>
                  </a:cubicBezTo>
                  <a:cubicBezTo>
                    <a:pt x="203740" y="171736"/>
                    <a:pt x="196501" y="170117"/>
                    <a:pt x="189928" y="166878"/>
                  </a:cubicBezTo>
                  <a:cubicBezTo>
                    <a:pt x="185356" y="154496"/>
                    <a:pt x="176308" y="144304"/>
                    <a:pt x="164687" y="138398"/>
                  </a:cubicBezTo>
                  <a:cubicBezTo>
                    <a:pt x="162973" y="133445"/>
                    <a:pt x="162115" y="128207"/>
                    <a:pt x="162115" y="122777"/>
                  </a:cubicBezTo>
                  <a:cubicBezTo>
                    <a:pt x="162115" y="112776"/>
                    <a:pt x="165163" y="103156"/>
                    <a:pt x="170783" y="94964"/>
                  </a:cubicBezTo>
                  <a:cubicBezTo>
                    <a:pt x="172498" y="92392"/>
                    <a:pt x="171926" y="88963"/>
                    <a:pt x="169354" y="87154"/>
                  </a:cubicBezTo>
                  <a:cubicBezTo>
                    <a:pt x="166783" y="85439"/>
                    <a:pt x="163354" y="86011"/>
                    <a:pt x="161544" y="88583"/>
                  </a:cubicBezTo>
                  <a:cubicBezTo>
                    <a:pt x="154591" y="98679"/>
                    <a:pt x="150876" y="110490"/>
                    <a:pt x="150876" y="122682"/>
                  </a:cubicBezTo>
                  <a:cubicBezTo>
                    <a:pt x="150876" y="126397"/>
                    <a:pt x="151257" y="130112"/>
                    <a:pt x="151924" y="133731"/>
                  </a:cubicBezTo>
                  <a:cubicBezTo>
                    <a:pt x="148304" y="132969"/>
                    <a:pt x="144590" y="132493"/>
                    <a:pt x="140779" y="132493"/>
                  </a:cubicBezTo>
                  <a:cubicBezTo>
                    <a:pt x="136684" y="132493"/>
                    <a:pt x="132588" y="132969"/>
                    <a:pt x="128778" y="133921"/>
                  </a:cubicBezTo>
                  <a:cubicBezTo>
                    <a:pt x="128302" y="130207"/>
                    <a:pt x="128016" y="126492"/>
                    <a:pt x="128016" y="122682"/>
                  </a:cubicBezTo>
                  <a:lnTo>
                    <a:pt x="128016" y="122682"/>
                  </a:lnTo>
                  <a:close/>
                  <a:moveTo>
                    <a:pt x="140779" y="143732"/>
                  </a:moveTo>
                  <a:cubicBezTo>
                    <a:pt x="163449" y="143732"/>
                    <a:pt x="181927" y="162211"/>
                    <a:pt x="181927" y="184880"/>
                  </a:cubicBezTo>
                  <a:cubicBezTo>
                    <a:pt x="181927" y="207550"/>
                    <a:pt x="163449" y="226028"/>
                    <a:pt x="140779" y="226028"/>
                  </a:cubicBezTo>
                  <a:cubicBezTo>
                    <a:pt x="118110" y="226028"/>
                    <a:pt x="99631" y="207550"/>
                    <a:pt x="99631" y="184880"/>
                  </a:cubicBezTo>
                  <a:cubicBezTo>
                    <a:pt x="99631" y="162211"/>
                    <a:pt x="118110" y="143732"/>
                    <a:pt x="140779" y="143732"/>
                  </a:cubicBezTo>
                  <a:lnTo>
                    <a:pt x="140779" y="143732"/>
                  </a:lnTo>
                  <a:close/>
                  <a:moveTo>
                    <a:pt x="192881" y="180022"/>
                  </a:moveTo>
                  <a:cubicBezTo>
                    <a:pt x="198692" y="181832"/>
                    <a:pt x="204883" y="182880"/>
                    <a:pt x="211074" y="182880"/>
                  </a:cubicBezTo>
                  <a:cubicBezTo>
                    <a:pt x="226981" y="182880"/>
                    <a:pt x="241363" y="176689"/>
                    <a:pt x="252127" y="166592"/>
                  </a:cubicBezTo>
                  <a:cubicBezTo>
                    <a:pt x="257556" y="172021"/>
                    <a:pt x="262985" y="177355"/>
                    <a:pt x="268319" y="182785"/>
                  </a:cubicBezTo>
                  <a:cubicBezTo>
                    <a:pt x="253365" y="197072"/>
                    <a:pt x="233172" y="205835"/>
                    <a:pt x="210979" y="205835"/>
                  </a:cubicBezTo>
                  <a:cubicBezTo>
                    <a:pt x="203740" y="205835"/>
                    <a:pt x="196691" y="204883"/>
                    <a:pt x="189833" y="203073"/>
                  </a:cubicBezTo>
                  <a:cubicBezTo>
                    <a:pt x="191929" y="197453"/>
                    <a:pt x="193072" y="191262"/>
                    <a:pt x="193072" y="184880"/>
                  </a:cubicBezTo>
                  <a:cubicBezTo>
                    <a:pt x="193072" y="183261"/>
                    <a:pt x="193072" y="181642"/>
                    <a:pt x="192881" y="180022"/>
                  </a:cubicBezTo>
                  <a:lnTo>
                    <a:pt x="192881" y="180022"/>
                  </a:lnTo>
                  <a:close/>
                  <a:moveTo>
                    <a:pt x="275939" y="174498"/>
                  </a:moveTo>
                  <a:cubicBezTo>
                    <a:pt x="270510" y="169069"/>
                    <a:pt x="265081" y="163639"/>
                    <a:pt x="259556" y="158115"/>
                  </a:cubicBezTo>
                  <a:cubicBezTo>
                    <a:pt x="265748" y="149638"/>
                    <a:pt x="269843" y="139351"/>
                    <a:pt x="270891" y="128302"/>
                  </a:cubicBezTo>
                  <a:lnTo>
                    <a:pt x="293942" y="128302"/>
                  </a:lnTo>
                  <a:cubicBezTo>
                    <a:pt x="292798" y="145637"/>
                    <a:pt x="286226" y="161639"/>
                    <a:pt x="276034" y="174498"/>
                  </a:cubicBezTo>
                  <a:lnTo>
                    <a:pt x="276034" y="174498"/>
                  </a:lnTo>
                  <a:close/>
                  <a:moveTo>
                    <a:pt x="270891" y="117158"/>
                  </a:moveTo>
                  <a:cubicBezTo>
                    <a:pt x="268224" y="88487"/>
                    <a:pt x="245364" y="65627"/>
                    <a:pt x="216694" y="62960"/>
                  </a:cubicBezTo>
                  <a:lnTo>
                    <a:pt x="216694" y="40005"/>
                  </a:lnTo>
                  <a:cubicBezTo>
                    <a:pt x="258032" y="42767"/>
                    <a:pt x="291179" y="75914"/>
                    <a:pt x="293942" y="117253"/>
                  </a:cubicBezTo>
                  <a:lnTo>
                    <a:pt x="270986" y="117253"/>
                  </a:lnTo>
                  <a:close/>
                  <a:moveTo>
                    <a:pt x="72676" y="32385"/>
                  </a:moveTo>
                  <a:cubicBezTo>
                    <a:pt x="72676" y="20669"/>
                    <a:pt x="82201" y="11239"/>
                    <a:pt x="93821" y="11239"/>
                  </a:cubicBezTo>
                  <a:lnTo>
                    <a:pt x="276606" y="11239"/>
                  </a:lnTo>
                  <a:cubicBezTo>
                    <a:pt x="271653" y="16954"/>
                    <a:pt x="268700" y="24289"/>
                    <a:pt x="268700" y="32385"/>
                  </a:cubicBezTo>
                  <a:lnTo>
                    <a:pt x="268700" y="48387"/>
                  </a:lnTo>
                  <a:cubicBezTo>
                    <a:pt x="252794" y="36004"/>
                    <a:pt x="232791" y="28670"/>
                    <a:pt x="211169" y="28670"/>
                  </a:cubicBezTo>
                  <a:cubicBezTo>
                    <a:pt x="211169" y="28670"/>
                    <a:pt x="211169" y="28670"/>
                    <a:pt x="211169" y="28670"/>
                  </a:cubicBezTo>
                  <a:cubicBezTo>
                    <a:pt x="211169" y="28670"/>
                    <a:pt x="211169" y="28670"/>
                    <a:pt x="211169" y="28670"/>
                  </a:cubicBezTo>
                  <a:cubicBezTo>
                    <a:pt x="159258" y="28670"/>
                    <a:pt x="117062" y="70961"/>
                    <a:pt x="117062" y="122872"/>
                  </a:cubicBezTo>
                  <a:cubicBezTo>
                    <a:pt x="117062" y="127921"/>
                    <a:pt x="117443" y="132874"/>
                    <a:pt x="118300" y="137827"/>
                  </a:cubicBezTo>
                  <a:cubicBezTo>
                    <a:pt x="100774" y="146304"/>
                    <a:pt x="88678" y="164211"/>
                    <a:pt x="88678" y="184975"/>
                  </a:cubicBezTo>
                  <a:cubicBezTo>
                    <a:pt x="88678" y="213836"/>
                    <a:pt x="112109" y="237268"/>
                    <a:pt x="140970" y="237268"/>
                  </a:cubicBezTo>
                  <a:cubicBezTo>
                    <a:pt x="159353" y="237268"/>
                    <a:pt x="175546" y="227647"/>
                    <a:pt x="184880" y="213265"/>
                  </a:cubicBezTo>
                  <a:cubicBezTo>
                    <a:pt x="193357" y="215741"/>
                    <a:pt x="202216" y="216979"/>
                    <a:pt x="211169" y="216979"/>
                  </a:cubicBezTo>
                  <a:cubicBezTo>
                    <a:pt x="232886" y="216979"/>
                    <a:pt x="252889" y="209645"/>
                    <a:pt x="268796" y="197263"/>
                  </a:cubicBezTo>
                  <a:lnTo>
                    <a:pt x="268796" y="253651"/>
                  </a:lnTo>
                  <a:lnTo>
                    <a:pt x="72771" y="253651"/>
                  </a:lnTo>
                  <a:lnTo>
                    <a:pt x="72771" y="32385"/>
                  </a:lnTo>
                  <a:close/>
                  <a:moveTo>
                    <a:pt x="241649" y="355663"/>
                  </a:moveTo>
                  <a:lnTo>
                    <a:pt x="241649" y="368522"/>
                  </a:lnTo>
                  <a:cubicBezTo>
                    <a:pt x="241649" y="369284"/>
                    <a:pt x="241078" y="369856"/>
                    <a:pt x="240316" y="369856"/>
                  </a:cubicBezTo>
                  <a:lnTo>
                    <a:pt x="114776" y="369856"/>
                  </a:lnTo>
                  <a:cubicBezTo>
                    <a:pt x="114014" y="369856"/>
                    <a:pt x="113443" y="369284"/>
                    <a:pt x="113443" y="368522"/>
                  </a:cubicBezTo>
                  <a:lnTo>
                    <a:pt x="113443" y="355663"/>
                  </a:lnTo>
                  <a:cubicBezTo>
                    <a:pt x="113443" y="354901"/>
                    <a:pt x="114014" y="354330"/>
                    <a:pt x="114776" y="354330"/>
                  </a:cubicBezTo>
                  <a:lnTo>
                    <a:pt x="240316" y="354330"/>
                  </a:lnTo>
                  <a:cubicBezTo>
                    <a:pt x="241078" y="354330"/>
                    <a:pt x="241649" y="354901"/>
                    <a:pt x="241649" y="355663"/>
                  </a:cubicBezTo>
                  <a:lnTo>
                    <a:pt x="241649" y="355663"/>
                  </a:lnTo>
                  <a:close/>
                  <a:moveTo>
                    <a:pt x="216217" y="343186"/>
                  </a:moveTo>
                  <a:lnTo>
                    <a:pt x="138874" y="343186"/>
                  </a:lnTo>
                  <a:lnTo>
                    <a:pt x="142684" y="301180"/>
                  </a:lnTo>
                  <a:lnTo>
                    <a:pt x="156877" y="301180"/>
                  </a:lnTo>
                  <a:lnTo>
                    <a:pt x="156877" y="307467"/>
                  </a:lnTo>
                  <a:cubicBezTo>
                    <a:pt x="156877" y="318897"/>
                    <a:pt x="166211" y="328232"/>
                    <a:pt x="177641" y="328232"/>
                  </a:cubicBezTo>
                  <a:cubicBezTo>
                    <a:pt x="189071" y="328232"/>
                    <a:pt x="198406" y="318897"/>
                    <a:pt x="198406" y="307467"/>
                  </a:cubicBezTo>
                  <a:lnTo>
                    <a:pt x="198406" y="301180"/>
                  </a:lnTo>
                  <a:lnTo>
                    <a:pt x="212598" y="301180"/>
                  </a:lnTo>
                  <a:lnTo>
                    <a:pt x="216408" y="343186"/>
                  </a:lnTo>
                  <a:close/>
                  <a:moveTo>
                    <a:pt x="187166" y="301180"/>
                  </a:moveTo>
                  <a:lnTo>
                    <a:pt x="187166" y="307467"/>
                  </a:lnTo>
                  <a:cubicBezTo>
                    <a:pt x="187166" y="312706"/>
                    <a:pt x="182880" y="316992"/>
                    <a:pt x="177641" y="316992"/>
                  </a:cubicBezTo>
                  <a:cubicBezTo>
                    <a:pt x="172402" y="316992"/>
                    <a:pt x="168116" y="312706"/>
                    <a:pt x="168116" y="307467"/>
                  </a:cubicBezTo>
                  <a:lnTo>
                    <a:pt x="168116" y="301180"/>
                  </a:lnTo>
                  <a:lnTo>
                    <a:pt x="187261" y="301180"/>
                  </a:lnTo>
                  <a:close/>
                  <a:moveTo>
                    <a:pt x="335566" y="290036"/>
                  </a:moveTo>
                  <a:lnTo>
                    <a:pt x="19621" y="290036"/>
                  </a:lnTo>
                  <a:cubicBezTo>
                    <a:pt x="14954" y="290036"/>
                    <a:pt x="11144" y="286226"/>
                    <a:pt x="11144" y="281559"/>
                  </a:cubicBezTo>
                  <a:lnTo>
                    <a:pt x="11144" y="264795"/>
                  </a:lnTo>
                  <a:lnTo>
                    <a:pt x="292798" y="264795"/>
                  </a:lnTo>
                  <a:cubicBezTo>
                    <a:pt x="295846" y="264795"/>
                    <a:pt x="298418" y="262318"/>
                    <a:pt x="298418" y="259175"/>
                  </a:cubicBezTo>
                  <a:cubicBezTo>
                    <a:pt x="298418" y="256032"/>
                    <a:pt x="295942" y="253555"/>
                    <a:pt x="292798" y="253555"/>
                  </a:cubicBezTo>
                  <a:lnTo>
                    <a:pt x="279940" y="253555"/>
                  </a:lnTo>
                  <a:lnTo>
                    <a:pt x="279940" y="186976"/>
                  </a:lnTo>
                  <a:cubicBezTo>
                    <a:pt x="295656" y="170117"/>
                    <a:pt x="305276" y="147638"/>
                    <a:pt x="305276" y="122872"/>
                  </a:cubicBezTo>
                  <a:cubicBezTo>
                    <a:pt x="305276" y="122872"/>
                    <a:pt x="305276" y="122872"/>
                    <a:pt x="305276" y="122872"/>
                  </a:cubicBezTo>
                  <a:cubicBezTo>
                    <a:pt x="305276" y="122872"/>
                    <a:pt x="305276" y="122872"/>
                    <a:pt x="305276" y="122777"/>
                  </a:cubicBezTo>
                  <a:cubicBezTo>
                    <a:pt x="305276" y="101537"/>
                    <a:pt x="298228" y="82010"/>
                    <a:pt x="286321" y="66199"/>
                  </a:cubicBezTo>
                  <a:lnTo>
                    <a:pt x="335661" y="66199"/>
                  </a:lnTo>
                  <a:cubicBezTo>
                    <a:pt x="340328" y="66199"/>
                    <a:pt x="344138" y="70009"/>
                    <a:pt x="344138" y="74676"/>
                  </a:cubicBezTo>
                  <a:lnTo>
                    <a:pt x="344138" y="253746"/>
                  </a:lnTo>
                  <a:lnTo>
                    <a:pt x="317659" y="253746"/>
                  </a:lnTo>
                  <a:cubicBezTo>
                    <a:pt x="314611" y="253746"/>
                    <a:pt x="312039" y="256222"/>
                    <a:pt x="312039" y="259366"/>
                  </a:cubicBezTo>
                  <a:cubicBezTo>
                    <a:pt x="312039" y="262509"/>
                    <a:pt x="314515" y="264986"/>
                    <a:pt x="317659" y="264986"/>
                  </a:cubicBezTo>
                  <a:lnTo>
                    <a:pt x="344138" y="264986"/>
                  </a:lnTo>
                  <a:lnTo>
                    <a:pt x="344138" y="281750"/>
                  </a:lnTo>
                  <a:cubicBezTo>
                    <a:pt x="344138" y="286417"/>
                    <a:pt x="340328" y="290227"/>
                    <a:pt x="335661" y="290227"/>
                  </a:cubicBezTo>
                  <a:lnTo>
                    <a:pt x="335661" y="2902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3317937" y="3991070"/>
              <a:ext cx="37242" cy="64865"/>
            </a:xfrm>
            <a:custGeom>
              <a:rect b="b" l="l" r="r" t="t"/>
              <a:pathLst>
                <a:path extrusionOk="0" h="64865" w="37242">
                  <a:moveTo>
                    <a:pt x="15621" y="38386"/>
                  </a:moveTo>
                  <a:lnTo>
                    <a:pt x="21622" y="38386"/>
                  </a:lnTo>
                  <a:cubicBezTo>
                    <a:pt x="24003" y="38386"/>
                    <a:pt x="26003" y="40386"/>
                    <a:pt x="26003" y="42767"/>
                  </a:cubicBezTo>
                  <a:cubicBezTo>
                    <a:pt x="26003" y="45149"/>
                    <a:pt x="24003" y="47149"/>
                    <a:pt x="21622" y="47149"/>
                  </a:cubicBezTo>
                  <a:lnTo>
                    <a:pt x="15621" y="47149"/>
                  </a:lnTo>
                  <a:cubicBezTo>
                    <a:pt x="13811" y="47149"/>
                    <a:pt x="12287" y="46101"/>
                    <a:pt x="11525" y="44482"/>
                  </a:cubicBezTo>
                  <a:cubicBezTo>
                    <a:pt x="10287" y="41624"/>
                    <a:pt x="7049" y="40291"/>
                    <a:pt x="4191" y="41529"/>
                  </a:cubicBezTo>
                  <a:cubicBezTo>
                    <a:pt x="1334" y="42767"/>
                    <a:pt x="0" y="46006"/>
                    <a:pt x="1238" y="48863"/>
                  </a:cubicBezTo>
                  <a:cubicBezTo>
                    <a:pt x="3334" y="53816"/>
                    <a:pt x="7811" y="57245"/>
                    <a:pt x="13049" y="58103"/>
                  </a:cubicBezTo>
                  <a:lnTo>
                    <a:pt x="13049" y="59246"/>
                  </a:lnTo>
                  <a:cubicBezTo>
                    <a:pt x="13049" y="62294"/>
                    <a:pt x="15526" y="64865"/>
                    <a:pt x="18669" y="64865"/>
                  </a:cubicBezTo>
                  <a:cubicBezTo>
                    <a:pt x="21812" y="64865"/>
                    <a:pt x="24289" y="62389"/>
                    <a:pt x="24289" y="59246"/>
                  </a:cubicBezTo>
                  <a:lnTo>
                    <a:pt x="24289" y="58103"/>
                  </a:lnTo>
                  <a:cubicBezTo>
                    <a:pt x="31623" y="56864"/>
                    <a:pt x="37243" y="50483"/>
                    <a:pt x="37243" y="42767"/>
                  </a:cubicBezTo>
                  <a:cubicBezTo>
                    <a:pt x="37243" y="34195"/>
                    <a:pt x="30290" y="27242"/>
                    <a:pt x="21717" y="27242"/>
                  </a:cubicBezTo>
                  <a:lnTo>
                    <a:pt x="15716" y="27242"/>
                  </a:lnTo>
                  <a:cubicBezTo>
                    <a:pt x="13335" y="27242"/>
                    <a:pt x="11335" y="25241"/>
                    <a:pt x="11335" y="22860"/>
                  </a:cubicBezTo>
                  <a:cubicBezTo>
                    <a:pt x="11335" y="20479"/>
                    <a:pt x="13335" y="18479"/>
                    <a:pt x="15716" y="18479"/>
                  </a:cubicBezTo>
                  <a:lnTo>
                    <a:pt x="21717" y="18479"/>
                  </a:lnTo>
                  <a:cubicBezTo>
                    <a:pt x="23146" y="18479"/>
                    <a:pt x="24575" y="19241"/>
                    <a:pt x="25337" y="20383"/>
                  </a:cubicBezTo>
                  <a:cubicBezTo>
                    <a:pt x="27051" y="22955"/>
                    <a:pt x="30575" y="23622"/>
                    <a:pt x="33052" y="21908"/>
                  </a:cubicBezTo>
                  <a:cubicBezTo>
                    <a:pt x="35624" y="20193"/>
                    <a:pt x="36290" y="16669"/>
                    <a:pt x="34576" y="14192"/>
                  </a:cubicBezTo>
                  <a:cubicBezTo>
                    <a:pt x="32195" y="10573"/>
                    <a:pt x="28385" y="8287"/>
                    <a:pt x="24194" y="7525"/>
                  </a:cubicBezTo>
                  <a:lnTo>
                    <a:pt x="24194" y="5620"/>
                  </a:lnTo>
                  <a:cubicBezTo>
                    <a:pt x="24194" y="2572"/>
                    <a:pt x="21717" y="0"/>
                    <a:pt x="18574" y="0"/>
                  </a:cubicBezTo>
                  <a:cubicBezTo>
                    <a:pt x="15431" y="0"/>
                    <a:pt x="12954" y="2477"/>
                    <a:pt x="12954" y="5620"/>
                  </a:cubicBezTo>
                  <a:lnTo>
                    <a:pt x="12954" y="7525"/>
                  </a:lnTo>
                  <a:cubicBezTo>
                    <a:pt x="5620" y="8763"/>
                    <a:pt x="0" y="15145"/>
                    <a:pt x="0" y="22860"/>
                  </a:cubicBezTo>
                  <a:cubicBezTo>
                    <a:pt x="0" y="31433"/>
                    <a:pt x="6953" y="38386"/>
                    <a:pt x="15526" y="38386"/>
                  </a:cubicBezTo>
                  <a:lnTo>
                    <a:pt x="15526" y="383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3284576" y="3867245"/>
              <a:ext cx="25003" cy="18121"/>
            </a:xfrm>
            <a:custGeom>
              <a:rect b="b" l="l" r="r" t="t"/>
              <a:pathLst>
                <a:path extrusionOk="0" h="18121" w="25003">
                  <a:moveTo>
                    <a:pt x="9644" y="16478"/>
                  </a:moveTo>
                  <a:lnTo>
                    <a:pt x="12597" y="13525"/>
                  </a:lnTo>
                  <a:lnTo>
                    <a:pt x="15550" y="16478"/>
                  </a:lnTo>
                  <a:cubicBezTo>
                    <a:pt x="16597" y="17526"/>
                    <a:pt x="18026" y="18098"/>
                    <a:pt x="19455" y="18098"/>
                  </a:cubicBezTo>
                  <a:cubicBezTo>
                    <a:pt x="20884" y="18098"/>
                    <a:pt x="22312" y="17526"/>
                    <a:pt x="23360" y="16478"/>
                  </a:cubicBezTo>
                  <a:cubicBezTo>
                    <a:pt x="25551" y="14288"/>
                    <a:pt x="25551" y="10763"/>
                    <a:pt x="23360" y="8573"/>
                  </a:cubicBezTo>
                  <a:lnTo>
                    <a:pt x="16407" y="1619"/>
                  </a:lnTo>
                  <a:cubicBezTo>
                    <a:pt x="15359" y="572"/>
                    <a:pt x="13930" y="0"/>
                    <a:pt x="12502" y="0"/>
                  </a:cubicBezTo>
                  <a:cubicBezTo>
                    <a:pt x="11073" y="0"/>
                    <a:pt x="9644" y="572"/>
                    <a:pt x="8596" y="1619"/>
                  </a:cubicBezTo>
                  <a:lnTo>
                    <a:pt x="1643" y="8573"/>
                  </a:lnTo>
                  <a:cubicBezTo>
                    <a:pt x="-548" y="10763"/>
                    <a:pt x="-548" y="14288"/>
                    <a:pt x="1643" y="16478"/>
                  </a:cubicBezTo>
                  <a:cubicBezTo>
                    <a:pt x="3834" y="18669"/>
                    <a:pt x="7358" y="18669"/>
                    <a:pt x="9549" y="16478"/>
                  </a:cubicBezTo>
                  <a:lnTo>
                    <a:pt x="9549" y="164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3284481" y="3891986"/>
              <a:ext cx="25098" cy="18145"/>
            </a:xfrm>
            <a:custGeom>
              <a:rect b="b" l="l" r="r" t="t"/>
              <a:pathLst>
                <a:path extrusionOk="0" h="18145" w="25098">
                  <a:moveTo>
                    <a:pt x="9739" y="16502"/>
                  </a:moveTo>
                  <a:lnTo>
                    <a:pt x="12692" y="13549"/>
                  </a:lnTo>
                  <a:lnTo>
                    <a:pt x="15645" y="16502"/>
                  </a:lnTo>
                  <a:cubicBezTo>
                    <a:pt x="16693" y="17550"/>
                    <a:pt x="18121" y="18121"/>
                    <a:pt x="19550" y="18121"/>
                  </a:cubicBezTo>
                  <a:cubicBezTo>
                    <a:pt x="20979" y="18121"/>
                    <a:pt x="22408" y="17550"/>
                    <a:pt x="23455" y="16502"/>
                  </a:cubicBezTo>
                  <a:cubicBezTo>
                    <a:pt x="25646" y="14311"/>
                    <a:pt x="25646" y="10787"/>
                    <a:pt x="23455" y="8596"/>
                  </a:cubicBezTo>
                  <a:lnTo>
                    <a:pt x="16502" y="1643"/>
                  </a:lnTo>
                  <a:cubicBezTo>
                    <a:pt x="14311" y="-548"/>
                    <a:pt x="10787" y="-548"/>
                    <a:pt x="8596" y="1643"/>
                  </a:cubicBezTo>
                  <a:lnTo>
                    <a:pt x="1643" y="8596"/>
                  </a:lnTo>
                  <a:cubicBezTo>
                    <a:pt x="-548" y="10787"/>
                    <a:pt x="-548" y="14311"/>
                    <a:pt x="1643" y="16502"/>
                  </a:cubicBezTo>
                  <a:cubicBezTo>
                    <a:pt x="3834" y="18693"/>
                    <a:pt x="7358" y="18693"/>
                    <a:pt x="9549" y="16502"/>
                  </a:cubicBezTo>
                  <a:lnTo>
                    <a:pt x="9549" y="165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3284481" y="3916751"/>
              <a:ext cx="25098" cy="18145"/>
            </a:xfrm>
            <a:custGeom>
              <a:rect b="b" l="l" r="r" t="t"/>
              <a:pathLst>
                <a:path extrusionOk="0" h="18145" w="25098">
                  <a:moveTo>
                    <a:pt x="9739" y="16502"/>
                  </a:moveTo>
                  <a:lnTo>
                    <a:pt x="12692" y="13549"/>
                  </a:lnTo>
                  <a:lnTo>
                    <a:pt x="15645" y="16502"/>
                  </a:lnTo>
                  <a:cubicBezTo>
                    <a:pt x="16693" y="17550"/>
                    <a:pt x="18121" y="18121"/>
                    <a:pt x="19550" y="18121"/>
                  </a:cubicBezTo>
                  <a:cubicBezTo>
                    <a:pt x="20979" y="18121"/>
                    <a:pt x="22408" y="17550"/>
                    <a:pt x="23455" y="16502"/>
                  </a:cubicBezTo>
                  <a:cubicBezTo>
                    <a:pt x="25646" y="14311"/>
                    <a:pt x="25646" y="10787"/>
                    <a:pt x="23455" y="8596"/>
                  </a:cubicBezTo>
                  <a:lnTo>
                    <a:pt x="16502" y="1643"/>
                  </a:lnTo>
                  <a:cubicBezTo>
                    <a:pt x="14311" y="-548"/>
                    <a:pt x="10787" y="-548"/>
                    <a:pt x="8596" y="1643"/>
                  </a:cubicBezTo>
                  <a:lnTo>
                    <a:pt x="1643" y="8596"/>
                  </a:lnTo>
                  <a:cubicBezTo>
                    <a:pt x="-548" y="10787"/>
                    <a:pt x="-548" y="14311"/>
                    <a:pt x="1643" y="16502"/>
                  </a:cubicBezTo>
                  <a:cubicBezTo>
                    <a:pt x="3834" y="18693"/>
                    <a:pt x="7358" y="18693"/>
                    <a:pt x="9549" y="16502"/>
                  </a:cubicBezTo>
                  <a:lnTo>
                    <a:pt x="9549" y="165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19"/>
          <p:cNvGrpSpPr/>
          <p:nvPr/>
        </p:nvGrpSpPr>
        <p:grpSpPr>
          <a:xfrm>
            <a:off x="1271230" y="3139070"/>
            <a:ext cx="294974" cy="426109"/>
            <a:chOff x="2464307" y="3838575"/>
            <a:chExt cx="263746" cy="380999"/>
          </a:xfrm>
        </p:grpSpPr>
        <p:sp>
          <p:nvSpPr>
            <p:cNvPr id="292" name="Google Shape;292;p19"/>
            <p:cNvSpPr/>
            <p:nvPr/>
          </p:nvSpPr>
          <p:spPr>
            <a:xfrm>
              <a:off x="2464307" y="3930395"/>
              <a:ext cx="263461" cy="289179"/>
            </a:xfrm>
            <a:custGeom>
              <a:rect b="b" l="l" r="r" t="t"/>
              <a:pathLst>
                <a:path extrusionOk="0" h="289179" w="263461">
                  <a:moveTo>
                    <a:pt x="258032" y="227647"/>
                  </a:moveTo>
                  <a:cubicBezTo>
                    <a:pt x="254984" y="227647"/>
                    <a:pt x="252413" y="230124"/>
                    <a:pt x="252413" y="233267"/>
                  </a:cubicBezTo>
                  <a:lnTo>
                    <a:pt x="252413" y="274415"/>
                  </a:lnTo>
                  <a:cubicBezTo>
                    <a:pt x="252413" y="276416"/>
                    <a:pt x="250793" y="278035"/>
                    <a:pt x="248793" y="278035"/>
                  </a:cubicBezTo>
                  <a:lnTo>
                    <a:pt x="14859" y="278035"/>
                  </a:lnTo>
                  <a:cubicBezTo>
                    <a:pt x="12859" y="278035"/>
                    <a:pt x="11240" y="276416"/>
                    <a:pt x="11240" y="274415"/>
                  </a:cubicBezTo>
                  <a:lnTo>
                    <a:pt x="11240" y="5620"/>
                  </a:lnTo>
                  <a:cubicBezTo>
                    <a:pt x="11240" y="2572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274415"/>
                  </a:lnTo>
                  <a:cubicBezTo>
                    <a:pt x="0" y="282512"/>
                    <a:pt x="6668" y="289179"/>
                    <a:pt x="14764" y="289179"/>
                  </a:cubicBezTo>
                  <a:lnTo>
                    <a:pt x="248698" y="289179"/>
                  </a:lnTo>
                  <a:cubicBezTo>
                    <a:pt x="256889" y="289179"/>
                    <a:pt x="263462" y="282512"/>
                    <a:pt x="263462" y="274415"/>
                  </a:cubicBezTo>
                  <a:lnTo>
                    <a:pt x="263462" y="233267"/>
                  </a:lnTo>
                  <a:cubicBezTo>
                    <a:pt x="263462" y="230219"/>
                    <a:pt x="260985" y="227647"/>
                    <a:pt x="257842" y="227647"/>
                  </a:cubicBezTo>
                  <a:lnTo>
                    <a:pt x="257842" y="2276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2464402" y="3838575"/>
              <a:ext cx="263651" cy="305847"/>
            </a:xfrm>
            <a:custGeom>
              <a:rect b="b" l="l" r="r" t="t"/>
              <a:pathLst>
                <a:path extrusionOk="0" h="305847" w="263651">
                  <a:moveTo>
                    <a:pt x="261842" y="71247"/>
                  </a:moveTo>
                  <a:lnTo>
                    <a:pt x="192215" y="1619"/>
                  </a:lnTo>
                  <a:cubicBezTo>
                    <a:pt x="191167" y="571"/>
                    <a:pt x="189738" y="0"/>
                    <a:pt x="188309" y="0"/>
                  </a:cubicBezTo>
                  <a:lnTo>
                    <a:pt x="14764" y="0"/>
                  </a:lnTo>
                  <a:cubicBezTo>
                    <a:pt x="6572" y="0"/>
                    <a:pt x="0" y="6667"/>
                    <a:pt x="0" y="14764"/>
                  </a:cubicBezTo>
                  <a:lnTo>
                    <a:pt x="0" y="72580"/>
                  </a:lnTo>
                  <a:cubicBezTo>
                    <a:pt x="0" y="75629"/>
                    <a:pt x="2476" y="78200"/>
                    <a:pt x="5620" y="78200"/>
                  </a:cubicBezTo>
                  <a:cubicBezTo>
                    <a:pt x="8763" y="78200"/>
                    <a:pt x="11239" y="75724"/>
                    <a:pt x="11239" y="72580"/>
                  </a:cubicBezTo>
                  <a:lnTo>
                    <a:pt x="11239" y="14764"/>
                  </a:lnTo>
                  <a:cubicBezTo>
                    <a:pt x="11239" y="12763"/>
                    <a:pt x="12859" y="11144"/>
                    <a:pt x="14859" y="11144"/>
                  </a:cubicBezTo>
                  <a:lnTo>
                    <a:pt x="182785" y="11144"/>
                  </a:lnTo>
                  <a:lnTo>
                    <a:pt x="182785" y="66008"/>
                  </a:lnTo>
                  <a:cubicBezTo>
                    <a:pt x="182785" y="74200"/>
                    <a:pt x="189452" y="80772"/>
                    <a:pt x="197549" y="80772"/>
                  </a:cubicBezTo>
                  <a:lnTo>
                    <a:pt x="252413" y="80772"/>
                  </a:lnTo>
                  <a:lnTo>
                    <a:pt x="252413" y="300228"/>
                  </a:lnTo>
                  <a:cubicBezTo>
                    <a:pt x="252413" y="303276"/>
                    <a:pt x="254889" y="305848"/>
                    <a:pt x="258032" y="305848"/>
                  </a:cubicBezTo>
                  <a:cubicBezTo>
                    <a:pt x="261176" y="305848"/>
                    <a:pt x="263652" y="303371"/>
                    <a:pt x="263652" y="300228"/>
                  </a:cubicBezTo>
                  <a:lnTo>
                    <a:pt x="263652" y="75247"/>
                  </a:lnTo>
                  <a:cubicBezTo>
                    <a:pt x="263652" y="73724"/>
                    <a:pt x="263081" y="72390"/>
                    <a:pt x="262033" y="71342"/>
                  </a:cubicBezTo>
                  <a:lnTo>
                    <a:pt x="262033" y="71342"/>
                  </a:lnTo>
                  <a:close/>
                  <a:moveTo>
                    <a:pt x="193834" y="66008"/>
                  </a:moveTo>
                  <a:lnTo>
                    <a:pt x="193834" y="19050"/>
                  </a:lnTo>
                  <a:lnTo>
                    <a:pt x="244412" y="69628"/>
                  </a:lnTo>
                  <a:lnTo>
                    <a:pt x="197453" y="69628"/>
                  </a:lnTo>
                  <a:cubicBezTo>
                    <a:pt x="195453" y="69628"/>
                    <a:pt x="193834" y="68008"/>
                    <a:pt x="193834" y="66008"/>
                  </a:cubicBezTo>
                  <a:lnTo>
                    <a:pt x="193834" y="660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2496692" y="3993356"/>
              <a:ext cx="198882" cy="118681"/>
            </a:xfrm>
            <a:custGeom>
              <a:rect b="b" l="l" r="r" t="t"/>
              <a:pathLst>
                <a:path extrusionOk="0" h="118681" w="198882">
                  <a:moveTo>
                    <a:pt x="0" y="105632"/>
                  </a:moveTo>
                  <a:cubicBezTo>
                    <a:pt x="0" y="112776"/>
                    <a:pt x="5810" y="118682"/>
                    <a:pt x="13049" y="118682"/>
                  </a:cubicBezTo>
                  <a:lnTo>
                    <a:pt x="185833" y="118682"/>
                  </a:lnTo>
                  <a:cubicBezTo>
                    <a:pt x="192977" y="118682"/>
                    <a:pt x="198882" y="112871"/>
                    <a:pt x="198882" y="105632"/>
                  </a:cubicBezTo>
                  <a:lnTo>
                    <a:pt x="198882" y="84677"/>
                  </a:lnTo>
                  <a:cubicBezTo>
                    <a:pt x="198882" y="81915"/>
                    <a:pt x="198025" y="79343"/>
                    <a:pt x="196501" y="77248"/>
                  </a:cubicBezTo>
                  <a:cubicBezTo>
                    <a:pt x="197930" y="75152"/>
                    <a:pt x="198882" y="72580"/>
                    <a:pt x="198882" y="69818"/>
                  </a:cubicBezTo>
                  <a:lnTo>
                    <a:pt x="198882" y="48863"/>
                  </a:lnTo>
                  <a:cubicBezTo>
                    <a:pt x="198882" y="46101"/>
                    <a:pt x="198025" y="43529"/>
                    <a:pt x="196501" y="41434"/>
                  </a:cubicBezTo>
                  <a:cubicBezTo>
                    <a:pt x="197930" y="39338"/>
                    <a:pt x="198882" y="36767"/>
                    <a:pt x="198882" y="34004"/>
                  </a:cubicBezTo>
                  <a:lnTo>
                    <a:pt x="198882" y="13049"/>
                  </a:lnTo>
                  <a:cubicBezTo>
                    <a:pt x="198882" y="5905"/>
                    <a:pt x="193072" y="0"/>
                    <a:pt x="185833" y="0"/>
                  </a:cubicBezTo>
                  <a:lnTo>
                    <a:pt x="144399" y="0"/>
                  </a:lnTo>
                  <a:cubicBezTo>
                    <a:pt x="141351" y="0"/>
                    <a:pt x="138779" y="2476"/>
                    <a:pt x="138779" y="5620"/>
                  </a:cubicBezTo>
                  <a:cubicBezTo>
                    <a:pt x="138779" y="8763"/>
                    <a:pt x="141256" y="11239"/>
                    <a:pt x="144399" y="11239"/>
                  </a:cubicBezTo>
                  <a:lnTo>
                    <a:pt x="185833" y="11239"/>
                  </a:lnTo>
                  <a:cubicBezTo>
                    <a:pt x="186881" y="11239"/>
                    <a:pt x="187738" y="12097"/>
                    <a:pt x="187738" y="13145"/>
                  </a:cubicBezTo>
                  <a:lnTo>
                    <a:pt x="187738" y="34100"/>
                  </a:lnTo>
                  <a:cubicBezTo>
                    <a:pt x="187738" y="35147"/>
                    <a:pt x="186881" y="36004"/>
                    <a:pt x="185833" y="36004"/>
                  </a:cubicBezTo>
                  <a:lnTo>
                    <a:pt x="52292" y="36004"/>
                  </a:lnTo>
                  <a:lnTo>
                    <a:pt x="52292" y="11335"/>
                  </a:lnTo>
                  <a:lnTo>
                    <a:pt x="119634" y="11335"/>
                  </a:lnTo>
                  <a:cubicBezTo>
                    <a:pt x="122682" y="11335"/>
                    <a:pt x="125254" y="8858"/>
                    <a:pt x="125254" y="5715"/>
                  </a:cubicBezTo>
                  <a:cubicBezTo>
                    <a:pt x="125254" y="2572"/>
                    <a:pt x="122777" y="95"/>
                    <a:pt x="119634" y="95"/>
                  </a:cubicBezTo>
                  <a:lnTo>
                    <a:pt x="13049" y="95"/>
                  </a:lnTo>
                  <a:cubicBezTo>
                    <a:pt x="5905" y="95"/>
                    <a:pt x="0" y="5905"/>
                    <a:pt x="0" y="13145"/>
                  </a:cubicBezTo>
                  <a:lnTo>
                    <a:pt x="0" y="34100"/>
                  </a:lnTo>
                  <a:cubicBezTo>
                    <a:pt x="0" y="36862"/>
                    <a:pt x="857" y="39433"/>
                    <a:pt x="2381" y="41529"/>
                  </a:cubicBezTo>
                  <a:cubicBezTo>
                    <a:pt x="857" y="43625"/>
                    <a:pt x="0" y="46196"/>
                    <a:pt x="0" y="48958"/>
                  </a:cubicBezTo>
                  <a:lnTo>
                    <a:pt x="0" y="69913"/>
                  </a:lnTo>
                  <a:cubicBezTo>
                    <a:pt x="0" y="72676"/>
                    <a:pt x="857" y="75247"/>
                    <a:pt x="2381" y="77343"/>
                  </a:cubicBezTo>
                  <a:cubicBezTo>
                    <a:pt x="857" y="79438"/>
                    <a:pt x="0" y="82010"/>
                    <a:pt x="0" y="84772"/>
                  </a:cubicBezTo>
                  <a:lnTo>
                    <a:pt x="0" y="105728"/>
                  </a:lnTo>
                  <a:close/>
                  <a:moveTo>
                    <a:pt x="11144" y="105632"/>
                  </a:moveTo>
                  <a:lnTo>
                    <a:pt x="11144" y="84677"/>
                  </a:lnTo>
                  <a:cubicBezTo>
                    <a:pt x="11144" y="83629"/>
                    <a:pt x="12002" y="82772"/>
                    <a:pt x="13049" y="82772"/>
                  </a:cubicBezTo>
                  <a:lnTo>
                    <a:pt x="41148" y="82772"/>
                  </a:lnTo>
                  <a:lnTo>
                    <a:pt x="41148" y="107442"/>
                  </a:lnTo>
                  <a:lnTo>
                    <a:pt x="13049" y="107442"/>
                  </a:lnTo>
                  <a:cubicBezTo>
                    <a:pt x="12002" y="107442"/>
                    <a:pt x="11144" y="106585"/>
                    <a:pt x="11144" y="105537"/>
                  </a:cubicBezTo>
                  <a:lnTo>
                    <a:pt x="11144" y="105537"/>
                  </a:lnTo>
                  <a:close/>
                  <a:moveTo>
                    <a:pt x="11144" y="69818"/>
                  </a:moveTo>
                  <a:lnTo>
                    <a:pt x="11144" y="48863"/>
                  </a:lnTo>
                  <a:cubicBezTo>
                    <a:pt x="11144" y="47816"/>
                    <a:pt x="12002" y="46958"/>
                    <a:pt x="13049" y="46958"/>
                  </a:cubicBezTo>
                  <a:lnTo>
                    <a:pt x="41148" y="46958"/>
                  </a:lnTo>
                  <a:lnTo>
                    <a:pt x="41148" y="71628"/>
                  </a:lnTo>
                  <a:lnTo>
                    <a:pt x="13049" y="71628"/>
                  </a:lnTo>
                  <a:cubicBezTo>
                    <a:pt x="12002" y="71628"/>
                    <a:pt x="11144" y="70771"/>
                    <a:pt x="11144" y="69723"/>
                  </a:cubicBezTo>
                  <a:lnTo>
                    <a:pt x="11144" y="69723"/>
                  </a:lnTo>
                  <a:close/>
                  <a:moveTo>
                    <a:pt x="185833" y="46958"/>
                  </a:moveTo>
                  <a:cubicBezTo>
                    <a:pt x="186881" y="46958"/>
                    <a:pt x="187738" y="47816"/>
                    <a:pt x="187738" y="48863"/>
                  </a:cubicBezTo>
                  <a:lnTo>
                    <a:pt x="187738" y="69818"/>
                  </a:lnTo>
                  <a:cubicBezTo>
                    <a:pt x="187738" y="70866"/>
                    <a:pt x="186881" y="71723"/>
                    <a:pt x="185833" y="71723"/>
                  </a:cubicBezTo>
                  <a:lnTo>
                    <a:pt x="52292" y="71723"/>
                  </a:lnTo>
                  <a:lnTo>
                    <a:pt x="52292" y="47054"/>
                  </a:lnTo>
                  <a:lnTo>
                    <a:pt x="185833" y="47054"/>
                  </a:lnTo>
                  <a:close/>
                  <a:moveTo>
                    <a:pt x="187738" y="105632"/>
                  </a:moveTo>
                  <a:cubicBezTo>
                    <a:pt x="187738" y="106680"/>
                    <a:pt x="186881" y="107537"/>
                    <a:pt x="185833" y="107537"/>
                  </a:cubicBezTo>
                  <a:lnTo>
                    <a:pt x="52292" y="107537"/>
                  </a:lnTo>
                  <a:lnTo>
                    <a:pt x="52292" y="82867"/>
                  </a:lnTo>
                  <a:lnTo>
                    <a:pt x="185833" y="82867"/>
                  </a:lnTo>
                  <a:cubicBezTo>
                    <a:pt x="186881" y="82867"/>
                    <a:pt x="187738" y="83725"/>
                    <a:pt x="187738" y="84772"/>
                  </a:cubicBezTo>
                  <a:lnTo>
                    <a:pt x="187738" y="105728"/>
                  </a:lnTo>
                  <a:lnTo>
                    <a:pt x="187738" y="105728"/>
                  </a:lnTo>
                  <a:close/>
                  <a:moveTo>
                    <a:pt x="11144" y="13049"/>
                  </a:moveTo>
                  <a:cubicBezTo>
                    <a:pt x="11144" y="12001"/>
                    <a:pt x="12002" y="11144"/>
                    <a:pt x="13049" y="11144"/>
                  </a:cubicBezTo>
                  <a:lnTo>
                    <a:pt x="41148" y="11144"/>
                  </a:lnTo>
                  <a:lnTo>
                    <a:pt x="41148" y="35814"/>
                  </a:lnTo>
                  <a:lnTo>
                    <a:pt x="13049" y="35814"/>
                  </a:lnTo>
                  <a:cubicBezTo>
                    <a:pt x="12002" y="35814"/>
                    <a:pt x="11144" y="34957"/>
                    <a:pt x="11144" y="33909"/>
                  </a:cubicBezTo>
                  <a:lnTo>
                    <a:pt x="11144" y="129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2529077" y="3893820"/>
              <a:ext cx="36099" cy="62579"/>
            </a:xfrm>
            <a:custGeom>
              <a:rect b="b" l="l" r="r" t="t"/>
              <a:pathLst>
                <a:path extrusionOk="0" h="62579" w="36099">
                  <a:moveTo>
                    <a:pt x="15049" y="37147"/>
                  </a:moveTo>
                  <a:lnTo>
                    <a:pt x="20860" y="37147"/>
                  </a:lnTo>
                  <a:cubicBezTo>
                    <a:pt x="23050" y="37147"/>
                    <a:pt x="24860" y="38957"/>
                    <a:pt x="24860" y="41148"/>
                  </a:cubicBezTo>
                  <a:cubicBezTo>
                    <a:pt x="24860" y="43339"/>
                    <a:pt x="23050" y="45148"/>
                    <a:pt x="20860" y="45148"/>
                  </a:cubicBezTo>
                  <a:lnTo>
                    <a:pt x="15049" y="45148"/>
                  </a:lnTo>
                  <a:cubicBezTo>
                    <a:pt x="13430" y="45148"/>
                    <a:pt x="12001" y="44196"/>
                    <a:pt x="11430" y="42767"/>
                  </a:cubicBezTo>
                  <a:cubicBezTo>
                    <a:pt x="10192" y="39910"/>
                    <a:pt x="6953" y="38576"/>
                    <a:pt x="4096" y="39814"/>
                  </a:cubicBezTo>
                  <a:cubicBezTo>
                    <a:pt x="1238" y="41053"/>
                    <a:pt x="-95" y="44291"/>
                    <a:pt x="1143" y="47149"/>
                  </a:cubicBezTo>
                  <a:cubicBezTo>
                    <a:pt x="3143" y="51911"/>
                    <a:pt x="7429" y="55245"/>
                    <a:pt x="12382" y="56102"/>
                  </a:cubicBezTo>
                  <a:lnTo>
                    <a:pt x="12382" y="56959"/>
                  </a:lnTo>
                  <a:cubicBezTo>
                    <a:pt x="12382" y="60008"/>
                    <a:pt x="14859" y="62579"/>
                    <a:pt x="18002" y="62579"/>
                  </a:cubicBezTo>
                  <a:cubicBezTo>
                    <a:pt x="21145" y="62579"/>
                    <a:pt x="23622" y="60103"/>
                    <a:pt x="23622" y="56959"/>
                  </a:cubicBezTo>
                  <a:lnTo>
                    <a:pt x="23622" y="56102"/>
                  </a:lnTo>
                  <a:cubicBezTo>
                    <a:pt x="30670" y="54864"/>
                    <a:pt x="36100" y="48673"/>
                    <a:pt x="36100" y="41243"/>
                  </a:cubicBezTo>
                  <a:cubicBezTo>
                    <a:pt x="36100" y="32861"/>
                    <a:pt x="29337" y="26098"/>
                    <a:pt x="20955" y="26098"/>
                  </a:cubicBezTo>
                  <a:lnTo>
                    <a:pt x="15145" y="26098"/>
                  </a:lnTo>
                  <a:cubicBezTo>
                    <a:pt x="12954" y="26098"/>
                    <a:pt x="11144" y="24289"/>
                    <a:pt x="11144" y="22098"/>
                  </a:cubicBezTo>
                  <a:cubicBezTo>
                    <a:pt x="11144" y="19907"/>
                    <a:pt x="12954" y="18097"/>
                    <a:pt x="15145" y="18097"/>
                  </a:cubicBezTo>
                  <a:lnTo>
                    <a:pt x="20955" y="18097"/>
                  </a:lnTo>
                  <a:cubicBezTo>
                    <a:pt x="22288" y="18097"/>
                    <a:pt x="23527" y="18764"/>
                    <a:pt x="24289" y="19812"/>
                  </a:cubicBezTo>
                  <a:cubicBezTo>
                    <a:pt x="26003" y="22384"/>
                    <a:pt x="29527" y="23050"/>
                    <a:pt x="32004" y="21336"/>
                  </a:cubicBezTo>
                  <a:cubicBezTo>
                    <a:pt x="34576" y="19621"/>
                    <a:pt x="35243" y="16097"/>
                    <a:pt x="33528" y="13621"/>
                  </a:cubicBezTo>
                  <a:cubicBezTo>
                    <a:pt x="31242" y="10192"/>
                    <a:pt x="27622" y="7906"/>
                    <a:pt x="23717" y="7239"/>
                  </a:cubicBezTo>
                  <a:lnTo>
                    <a:pt x="23717" y="5620"/>
                  </a:lnTo>
                  <a:cubicBezTo>
                    <a:pt x="23717" y="2572"/>
                    <a:pt x="21241" y="0"/>
                    <a:pt x="18097" y="0"/>
                  </a:cubicBezTo>
                  <a:cubicBezTo>
                    <a:pt x="14954" y="0"/>
                    <a:pt x="12478" y="2476"/>
                    <a:pt x="12478" y="5620"/>
                  </a:cubicBezTo>
                  <a:lnTo>
                    <a:pt x="12478" y="7239"/>
                  </a:lnTo>
                  <a:cubicBezTo>
                    <a:pt x="5429" y="8477"/>
                    <a:pt x="0" y="14668"/>
                    <a:pt x="0" y="22098"/>
                  </a:cubicBezTo>
                  <a:cubicBezTo>
                    <a:pt x="0" y="30480"/>
                    <a:pt x="6763" y="37243"/>
                    <a:pt x="15145" y="37243"/>
                  </a:cubicBezTo>
                  <a:lnTo>
                    <a:pt x="15145" y="372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2496692" y="3874674"/>
              <a:ext cx="100584" cy="100584"/>
            </a:xfrm>
            <a:custGeom>
              <a:rect b="b" l="l" r="r" t="t"/>
              <a:pathLst>
                <a:path extrusionOk="0" h="100584" w="100584">
                  <a:moveTo>
                    <a:pt x="50292" y="100584"/>
                  </a:moveTo>
                  <a:cubicBezTo>
                    <a:pt x="78010" y="100584"/>
                    <a:pt x="100584" y="78010"/>
                    <a:pt x="100584" y="50292"/>
                  </a:cubicBezTo>
                  <a:cubicBezTo>
                    <a:pt x="100584" y="22574"/>
                    <a:pt x="78010" y="0"/>
                    <a:pt x="50292" y="0"/>
                  </a:cubicBezTo>
                  <a:cubicBezTo>
                    <a:pt x="22574" y="0"/>
                    <a:pt x="0" y="22574"/>
                    <a:pt x="0" y="50292"/>
                  </a:cubicBezTo>
                  <a:cubicBezTo>
                    <a:pt x="0" y="78010"/>
                    <a:pt x="22574" y="100584"/>
                    <a:pt x="50292" y="100584"/>
                  </a:cubicBezTo>
                  <a:lnTo>
                    <a:pt x="50292" y="100584"/>
                  </a:lnTo>
                  <a:close/>
                  <a:moveTo>
                    <a:pt x="50292" y="11144"/>
                  </a:moveTo>
                  <a:cubicBezTo>
                    <a:pt x="71819" y="11144"/>
                    <a:pt x="89440" y="28670"/>
                    <a:pt x="89440" y="50292"/>
                  </a:cubicBezTo>
                  <a:cubicBezTo>
                    <a:pt x="89440" y="71914"/>
                    <a:pt x="71914" y="89440"/>
                    <a:pt x="50292" y="89440"/>
                  </a:cubicBezTo>
                  <a:cubicBezTo>
                    <a:pt x="28670" y="89440"/>
                    <a:pt x="11144" y="71914"/>
                    <a:pt x="11144" y="50292"/>
                  </a:cubicBezTo>
                  <a:cubicBezTo>
                    <a:pt x="11144" y="28670"/>
                    <a:pt x="28670" y="11144"/>
                    <a:pt x="50292" y="11144"/>
                  </a:cubicBezTo>
                  <a:lnTo>
                    <a:pt x="50292" y="111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2503931" y="4126229"/>
              <a:ext cx="114299" cy="11239"/>
            </a:xfrm>
            <a:custGeom>
              <a:rect b="b" l="l" r="r" t="t"/>
              <a:pathLst>
                <a:path extrusionOk="0" h="11239" w="114299">
                  <a:moveTo>
                    <a:pt x="114300" y="5620"/>
                  </a:moveTo>
                  <a:cubicBezTo>
                    <a:pt x="114300" y="2572"/>
                    <a:pt x="111824" y="0"/>
                    <a:pt x="108680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08680" y="11240"/>
                  </a:lnTo>
                  <a:cubicBezTo>
                    <a:pt x="111728" y="11240"/>
                    <a:pt x="114300" y="8763"/>
                    <a:pt x="114300" y="5620"/>
                  </a:cubicBezTo>
                  <a:lnTo>
                    <a:pt x="11430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2555652" y="4147470"/>
              <a:ext cx="23812" cy="11239"/>
            </a:xfrm>
            <a:custGeom>
              <a:rect b="b" l="l" r="r" t="t"/>
              <a:pathLst>
                <a:path extrusionOk="0" h="11239" w="23812">
                  <a:moveTo>
                    <a:pt x="18193" y="11240"/>
                  </a:moveTo>
                  <a:cubicBezTo>
                    <a:pt x="21241" y="11240"/>
                    <a:pt x="23812" y="8763"/>
                    <a:pt x="23812" y="5620"/>
                  </a:cubicBezTo>
                  <a:cubicBezTo>
                    <a:pt x="23812" y="2477"/>
                    <a:pt x="21336" y="0"/>
                    <a:pt x="18193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18193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2503931" y="4147470"/>
              <a:ext cx="41528" cy="11239"/>
            </a:xfrm>
            <a:custGeom>
              <a:rect b="b" l="l" r="r" t="t"/>
              <a:pathLst>
                <a:path extrusionOk="0" h="11239" w="41528">
                  <a:moveTo>
                    <a:pt x="5620" y="11240"/>
                  </a:moveTo>
                  <a:lnTo>
                    <a:pt x="35909" y="11240"/>
                  </a:lnTo>
                  <a:cubicBezTo>
                    <a:pt x="38957" y="11240"/>
                    <a:pt x="41529" y="8763"/>
                    <a:pt x="41529" y="5620"/>
                  </a:cubicBezTo>
                  <a:cubicBezTo>
                    <a:pt x="41529" y="2477"/>
                    <a:pt x="39052" y="0"/>
                    <a:pt x="35909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2649163" y="4127539"/>
              <a:ext cx="39004" cy="29646"/>
            </a:xfrm>
            <a:custGeom>
              <a:rect b="b" l="l" r="r" t="t"/>
              <a:pathLst>
                <a:path extrusionOk="0" h="29646" w="39004">
                  <a:moveTo>
                    <a:pt x="29551" y="1738"/>
                  </a:moveTo>
                  <a:lnTo>
                    <a:pt x="15073" y="16216"/>
                  </a:lnTo>
                  <a:lnTo>
                    <a:pt x="9549" y="10692"/>
                  </a:lnTo>
                  <a:cubicBezTo>
                    <a:pt x="7358" y="8501"/>
                    <a:pt x="3834" y="8501"/>
                    <a:pt x="1643" y="10692"/>
                  </a:cubicBezTo>
                  <a:cubicBezTo>
                    <a:pt x="-548" y="12883"/>
                    <a:pt x="-548" y="16407"/>
                    <a:pt x="1643" y="18598"/>
                  </a:cubicBezTo>
                  <a:lnTo>
                    <a:pt x="11073" y="28027"/>
                  </a:lnTo>
                  <a:cubicBezTo>
                    <a:pt x="12121" y="29075"/>
                    <a:pt x="13549" y="29647"/>
                    <a:pt x="14978" y="29647"/>
                  </a:cubicBezTo>
                  <a:cubicBezTo>
                    <a:pt x="16407" y="29647"/>
                    <a:pt x="17836" y="29075"/>
                    <a:pt x="18883" y="28027"/>
                  </a:cubicBezTo>
                  <a:lnTo>
                    <a:pt x="37362" y="9549"/>
                  </a:lnTo>
                  <a:cubicBezTo>
                    <a:pt x="39553" y="7358"/>
                    <a:pt x="39553" y="3834"/>
                    <a:pt x="37362" y="1643"/>
                  </a:cubicBezTo>
                  <a:cubicBezTo>
                    <a:pt x="35171" y="-548"/>
                    <a:pt x="31647" y="-548"/>
                    <a:pt x="29456" y="1643"/>
                  </a:cubicBezTo>
                  <a:lnTo>
                    <a:pt x="29456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2659736" y="3952374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4026" y="19645"/>
                  </a:moveTo>
                  <a:cubicBezTo>
                    <a:pt x="15550" y="19645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ubicBezTo>
                    <a:pt x="11168" y="19074"/>
                    <a:pt x="12597" y="19645"/>
                    <a:pt x="14026" y="19645"/>
                  </a:cubicBezTo>
                  <a:lnTo>
                    <a:pt x="14026" y="196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2503931" y="4170997"/>
              <a:ext cx="97821" cy="11239"/>
            </a:xfrm>
            <a:custGeom>
              <a:rect b="b" l="l" r="r" t="t"/>
              <a:pathLst>
                <a:path extrusionOk="0" h="11239" w="97821">
                  <a:moveTo>
                    <a:pt x="5620" y="11240"/>
                  </a:moveTo>
                  <a:lnTo>
                    <a:pt x="92202" y="11240"/>
                  </a:lnTo>
                  <a:cubicBezTo>
                    <a:pt x="95250" y="11240"/>
                    <a:pt x="97822" y="8763"/>
                    <a:pt x="97822" y="5620"/>
                  </a:cubicBezTo>
                  <a:cubicBezTo>
                    <a:pt x="97822" y="2477"/>
                    <a:pt x="95345" y="0"/>
                    <a:pt x="92202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Stock Market Infographics</a:t>
            </a:r>
            <a:endParaRPr/>
          </a:p>
        </p:txBody>
      </p:sp>
      <p:sp>
        <p:nvSpPr>
          <p:cNvPr id="308" name="Google Shape;308;p20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6567301" y="1050875"/>
            <a:ext cx="21285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6567305" y="1388150"/>
            <a:ext cx="21285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beautiful name and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5382175" y="1385550"/>
            <a:ext cx="830400" cy="5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6567301" y="2307050"/>
            <a:ext cx="21285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6567305" y="2644325"/>
            <a:ext cx="21285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was named after the Roman god of the skies and lightning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5382175" y="2641725"/>
            <a:ext cx="830400" cy="5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6567301" y="3563225"/>
            <a:ext cx="21285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6567305" y="3900500"/>
            <a:ext cx="21285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actually a cold place. It’s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5382175" y="3897900"/>
            <a:ext cx="830400" cy="5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3804550" y="3843300"/>
            <a:ext cx="613200" cy="61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19" name="Google Shape;319;p20"/>
          <p:cNvCxnSpPr>
            <a:stCxn id="318" idx="3"/>
            <a:endCxn id="311" idx="1"/>
          </p:cNvCxnSpPr>
          <p:nvPr/>
        </p:nvCxnSpPr>
        <p:spPr>
          <a:xfrm flipH="1" rot="10800000">
            <a:off x="4417750" y="1637700"/>
            <a:ext cx="964500" cy="25122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  <p:cxnSp>
        <p:nvCxnSpPr>
          <p:cNvPr id="320" name="Google Shape;320;p20"/>
          <p:cNvCxnSpPr>
            <a:stCxn id="318" idx="3"/>
            <a:endCxn id="314" idx="1"/>
          </p:cNvCxnSpPr>
          <p:nvPr/>
        </p:nvCxnSpPr>
        <p:spPr>
          <a:xfrm flipH="1" rot="10800000">
            <a:off x="4417750" y="2893800"/>
            <a:ext cx="964500" cy="12561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  <p:cxnSp>
        <p:nvCxnSpPr>
          <p:cNvPr id="321" name="Google Shape;321;p20"/>
          <p:cNvCxnSpPr>
            <a:stCxn id="318" idx="3"/>
            <a:endCxn id="317" idx="1"/>
          </p:cNvCxnSpPr>
          <p:nvPr/>
        </p:nvCxnSpPr>
        <p:spPr>
          <a:xfrm>
            <a:off x="4417750" y="4149900"/>
            <a:ext cx="96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  <p:grpSp>
        <p:nvGrpSpPr>
          <p:cNvPr id="322" name="Google Shape;322;p20"/>
          <p:cNvGrpSpPr/>
          <p:nvPr/>
        </p:nvGrpSpPr>
        <p:grpSpPr>
          <a:xfrm>
            <a:off x="895849" y="1405625"/>
            <a:ext cx="2868600" cy="2868600"/>
            <a:chOff x="1108524" y="1405625"/>
            <a:chExt cx="2868600" cy="2868600"/>
          </a:xfrm>
        </p:grpSpPr>
        <p:sp>
          <p:nvSpPr>
            <p:cNvPr id="323" name="Google Shape;323;p20"/>
            <p:cNvSpPr/>
            <p:nvPr/>
          </p:nvSpPr>
          <p:spPr>
            <a:xfrm>
              <a:off x="1108524" y="1405625"/>
              <a:ext cx="2868600" cy="28686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324" name="Google Shape;324;p20"/>
            <p:cNvGrpSpPr/>
            <p:nvPr/>
          </p:nvGrpSpPr>
          <p:grpSpPr>
            <a:xfrm>
              <a:off x="1240409" y="1545325"/>
              <a:ext cx="2604757" cy="2604568"/>
              <a:chOff x="1240409" y="1545325"/>
              <a:chExt cx="2604757" cy="2604568"/>
            </a:xfrm>
          </p:grpSpPr>
          <p:sp>
            <p:nvSpPr>
              <p:cNvPr id="325" name="Google Shape;325;p20"/>
              <p:cNvSpPr/>
              <p:nvPr/>
            </p:nvSpPr>
            <p:spPr>
              <a:xfrm>
                <a:off x="1240409" y="1545388"/>
                <a:ext cx="2604381" cy="2604506"/>
              </a:xfrm>
              <a:custGeom>
                <a:rect b="b" l="l" r="r" t="t"/>
                <a:pathLst>
                  <a:path extrusionOk="0" h="3472675" w="3472508">
                    <a:moveTo>
                      <a:pt x="3472509" y="1736338"/>
                    </a:moveTo>
                    <a:cubicBezTo>
                      <a:pt x="3472509" y="2695175"/>
                      <a:pt x="2695175" y="3472676"/>
                      <a:pt x="1736255" y="3472676"/>
                    </a:cubicBezTo>
                    <a:cubicBezTo>
                      <a:pt x="777334" y="3472676"/>
                      <a:pt x="0" y="2695258"/>
                      <a:pt x="0" y="1736338"/>
                    </a:cubicBezTo>
                    <a:cubicBezTo>
                      <a:pt x="0" y="777417"/>
                      <a:pt x="777334" y="0"/>
                      <a:pt x="1736255" y="0"/>
                    </a:cubicBezTo>
                    <a:cubicBezTo>
                      <a:pt x="2695175" y="0"/>
                      <a:pt x="3472509" y="777334"/>
                      <a:pt x="3472509" y="173633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20"/>
              <p:cNvSpPr/>
              <p:nvPr/>
            </p:nvSpPr>
            <p:spPr>
              <a:xfrm>
                <a:off x="2007826" y="4004698"/>
                <a:ext cx="4661" cy="2371"/>
              </a:xfrm>
              <a:custGeom>
                <a:rect b="b" l="l" r="r" t="t"/>
                <a:pathLst>
                  <a:path extrusionOk="0" h="3162" w="6215">
                    <a:moveTo>
                      <a:pt x="6212" y="3162"/>
                    </a:moveTo>
                    <a:cubicBezTo>
                      <a:pt x="6463" y="-843"/>
                      <a:pt x="-7890" y="-1260"/>
                      <a:pt x="6212" y="3162"/>
                    </a:cubicBezTo>
                    <a:lnTo>
                      <a:pt x="6212" y="31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20"/>
              <p:cNvSpPr/>
              <p:nvPr/>
            </p:nvSpPr>
            <p:spPr>
              <a:xfrm>
                <a:off x="2183036" y="1551521"/>
                <a:ext cx="232386" cy="61993"/>
              </a:xfrm>
              <a:custGeom>
                <a:rect b="b" l="l" r="r" t="t"/>
                <a:pathLst>
                  <a:path extrusionOk="0" h="82657" w="309848">
                    <a:moveTo>
                      <a:pt x="211128" y="81948"/>
                    </a:moveTo>
                    <a:cubicBezTo>
                      <a:pt x="214883" y="82365"/>
                      <a:pt x="219223" y="83951"/>
                      <a:pt x="221726" y="80362"/>
                    </a:cubicBezTo>
                    <a:cubicBezTo>
                      <a:pt x="224396" y="76607"/>
                      <a:pt x="221058" y="73102"/>
                      <a:pt x="219223" y="69847"/>
                    </a:cubicBezTo>
                    <a:cubicBezTo>
                      <a:pt x="215635" y="63756"/>
                      <a:pt x="211628" y="57914"/>
                      <a:pt x="208208" y="51739"/>
                    </a:cubicBezTo>
                    <a:cubicBezTo>
                      <a:pt x="202366" y="40723"/>
                      <a:pt x="202616" y="39972"/>
                      <a:pt x="214716" y="35383"/>
                    </a:cubicBezTo>
                    <a:cubicBezTo>
                      <a:pt x="246344" y="23449"/>
                      <a:pt x="278138" y="11850"/>
                      <a:pt x="309849" y="0"/>
                    </a:cubicBezTo>
                    <a:cubicBezTo>
                      <a:pt x="203450" y="10348"/>
                      <a:pt x="99890" y="30209"/>
                      <a:pt x="0" y="58832"/>
                    </a:cubicBezTo>
                    <a:cubicBezTo>
                      <a:pt x="28373" y="62087"/>
                      <a:pt x="56913" y="64674"/>
                      <a:pt x="85369" y="67761"/>
                    </a:cubicBezTo>
                    <a:cubicBezTo>
                      <a:pt x="127261" y="72267"/>
                      <a:pt x="169153" y="77024"/>
                      <a:pt x="211045" y="8186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20"/>
              <p:cNvSpPr/>
              <p:nvPr/>
            </p:nvSpPr>
            <p:spPr>
              <a:xfrm>
                <a:off x="1994210" y="1545325"/>
                <a:ext cx="752799" cy="640883"/>
              </a:xfrm>
              <a:custGeom>
                <a:rect b="b" l="l" r="r" t="t"/>
                <a:pathLst>
                  <a:path extrusionOk="0" h="854511" w="1003732">
                    <a:moveTo>
                      <a:pt x="98303" y="140446"/>
                    </a:moveTo>
                    <a:cubicBezTo>
                      <a:pt x="97469" y="151878"/>
                      <a:pt x="94966" y="163228"/>
                      <a:pt x="94130" y="174744"/>
                    </a:cubicBezTo>
                    <a:cubicBezTo>
                      <a:pt x="93296" y="187094"/>
                      <a:pt x="87539" y="194521"/>
                      <a:pt x="75855" y="198777"/>
                    </a:cubicBezTo>
                    <a:cubicBezTo>
                      <a:pt x="54659" y="206371"/>
                      <a:pt x="33880" y="214799"/>
                      <a:pt x="13101" y="223395"/>
                    </a:cubicBezTo>
                    <a:cubicBezTo>
                      <a:pt x="8345" y="225398"/>
                      <a:pt x="1669" y="225648"/>
                      <a:pt x="0" y="233576"/>
                    </a:cubicBezTo>
                    <a:cubicBezTo>
                      <a:pt x="17691" y="242755"/>
                      <a:pt x="38970" y="243840"/>
                      <a:pt x="56578" y="257526"/>
                    </a:cubicBezTo>
                    <a:cubicBezTo>
                      <a:pt x="44311" y="264786"/>
                      <a:pt x="33880" y="270878"/>
                      <a:pt x="23532" y="277136"/>
                    </a:cubicBezTo>
                    <a:cubicBezTo>
                      <a:pt x="20194" y="279223"/>
                      <a:pt x="16439" y="282227"/>
                      <a:pt x="19443" y="286316"/>
                    </a:cubicBezTo>
                    <a:cubicBezTo>
                      <a:pt x="25786" y="295162"/>
                      <a:pt x="32379" y="303840"/>
                      <a:pt x="39888" y="311685"/>
                    </a:cubicBezTo>
                    <a:cubicBezTo>
                      <a:pt x="45814" y="317943"/>
                      <a:pt x="54492" y="315106"/>
                      <a:pt x="62086" y="315189"/>
                    </a:cubicBezTo>
                    <a:cubicBezTo>
                      <a:pt x="107649" y="315356"/>
                      <a:pt x="153297" y="315356"/>
                      <a:pt x="198860" y="315189"/>
                    </a:cubicBezTo>
                    <a:cubicBezTo>
                      <a:pt x="207706" y="315189"/>
                      <a:pt x="214799" y="316107"/>
                      <a:pt x="219055" y="325704"/>
                    </a:cubicBezTo>
                    <a:cubicBezTo>
                      <a:pt x="229653" y="349738"/>
                      <a:pt x="241003" y="373437"/>
                      <a:pt x="252352" y="397137"/>
                    </a:cubicBezTo>
                    <a:cubicBezTo>
                      <a:pt x="270627" y="435274"/>
                      <a:pt x="286566" y="474662"/>
                      <a:pt x="313938" y="507791"/>
                    </a:cubicBezTo>
                    <a:cubicBezTo>
                      <a:pt x="322866" y="518640"/>
                      <a:pt x="330628" y="530490"/>
                      <a:pt x="338638" y="542173"/>
                    </a:cubicBezTo>
                    <a:cubicBezTo>
                      <a:pt x="348319" y="556359"/>
                      <a:pt x="348068" y="557778"/>
                      <a:pt x="337721" y="570546"/>
                    </a:cubicBezTo>
                    <a:cubicBezTo>
                      <a:pt x="332046" y="577472"/>
                      <a:pt x="327039" y="584982"/>
                      <a:pt x="320780" y="591491"/>
                    </a:cubicBezTo>
                    <a:cubicBezTo>
                      <a:pt x="311601" y="601005"/>
                      <a:pt x="308012" y="611686"/>
                      <a:pt x="310098" y="624788"/>
                    </a:cubicBezTo>
                    <a:cubicBezTo>
                      <a:pt x="311851" y="635469"/>
                      <a:pt x="312602" y="646318"/>
                      <a:pt x="313938" y="657166"/>
                    </a:cubicBezTo>
                    <a:cubicBezTo>
                      <a:pt x="317525" y="687625"/>
                      <a:pt x="321447" y="718085"/>
                      <a:pt x="324536" y="748627"/>
                    </a:cubicBezTo>
                    <a:cubicBezTo>
                      <a:pt x="325370" y="757222"/>
                      <a:pt x="328875" y="762313"/>
                      <a:pt x="335885" y="767153"/>
                    </a:cubicBezTo>
                    <a:cubicBezTo>
                      <a:pt x="371268" y="791520"/>
                      <a:pt x="406233" y="816472"/>
                      <a:pt x="441448" y="841089"/>
                    </a:cubicBezTo>
                    <a:cubicBezTo>
                      <a:pt x="467235" y="859031"/>
                      <a:pt x="464647" y="862119"/>
                      <a:pt x="479836" y="830742"/>
                    </a:cubicBezTo>
                    <a:cubicBezTo>
                      <a:pt x="501616" y="785679"/>
                      <a:pt x="523563" y="740699"/>
                      <a:pt x="545260" y="695553"/>
                    </a:cubicBezTo>
                    <a:cubicBezTo>
                      <a:pt x="549600" y="686457"/>
                      <a:pt x="553856" y="680032"/>
                      <a:pt x="566122" y="679447"/>
                    </a:cubicBezTo>
                    <a:cubicBezTo>
                      <a:pt x="576888" y="678947"/>
                      <a:pt x="587819" y="676694"/>
                      <a:pt x="598585" y="676777"/>
                    </a:cubicBezTo>
                    <a:cubicBezTo>
                      <a:pt x="620114" y="676944"/>
                      <a:pt x="637055" y="669517"/>
                      <a:pt x="648738" y="651074"/>
                    </a:cubicBezTo>
                    <a:cubicBezTo>
                      <a:pt x="649405" y="649990"/>
                      <a:pt x="649990" y="648821"/>
                      <a:pt x="650741" y="647820"/>
                    </a:cubicBezTo>
                    <a:cubicBezTo>
                      <a:pt x="668181" y="626206"/>
                      <a:pt x="687375" y="608932"/>
                      <a:pt x="716248" y="601422"/>
                    </a:cubicBezTo>
                    <a:cubicBezTo>
                      <a:pt x="757055" y="590824"/>
                      <a:pt x="796694" y="575386"/>
                      <a:pt x="836749" y="562034"/>
                    </a:cubicBezTo>
                    <a:cubicBezTo>
                      <a:pt x="840505" y="560699"/>
                      <a:pt x="846179" y="561616"/>
                      <a:pt x="846430" y="554774"/>
                    </a:cubicBezTo>
                    <a:cubicBezTo>
                      <a:pt x="842925" y="553438"/>
                      <a:pt x="839420" y="551853"/>
                      <a:pt x="835831" y="550768"/>
                    </a:cubicBezTo>
                    <a:cubicBezTo>
                      <a:pt x="818725" y="545427"/>
                      <a:pt x="801617" y="540170"/>
                      <a:pt x="784511" y="534829"/>
                    </a:cubicBezTo>
                    <a:cubicBezTo>
                      <a:pt x="780838" y="533661"/>
                      <a:pt x="777251" y="532659"/>
                      <a:pt x="777751" y="527319"/>
                    </a:cubicBezTo>
                    <a:cubicBezTo>
                      <a:pt x="779086" y="513549"/>
                      <a:pt x="789851" y="501950"/>
                      <a:pt x="803369" y="500364"/>
                    </a:cubicBezTo>
                    <a:cubicBezTo>
                      <a:pt x="815470" y="498946"/>
                      <a:pt x="827654" y="498278"/>
                      <a:pt x="839671" y="496275"/>
                    </a:cubicBezTo>
                    <a:cubicBezTo>
                      <a:pt x="846764" y="495107"/>
                      <a:pt x="857195" y="499613"/>
                      <a:pt x="860366" y="491185"/>
                    </a:cubicBezTo>
                    <a:cubicBezTo>
                      <a:pt x="863120" y="483674"/>
                      <a:pt x="853940" y="478083"/>
                      <a:pt x="849768" y="471908"/>
                    </a:cubicBezTo>
                    <a:cubicBezTo>
                      <a:pt x="842090" y="460809"/>
                      <a:pt x="833329" y="450545"/>
                      <a:pt x="825317" y="439696"/>
                    </a:cubicBezTo>
                    <a:cubicBezTo>
                      <a:pt x="820477" y="433104"/>
                      <a:pt x="821144" y="428097"/>
                      <a:pt x="830074" y="425427"/>
                    </a:cubicBezTo>
                    <a:cubicBezTo>
                      <a:pt x="836833" y="423507"/>
                      <a:pt x="843091" y="419168"/>
                      <a:pt x="849851" y="418166"/>
                    </a:cubicBezTo>
                    <a:cubicBezTo>
                      <a:pt x="881645" y="413577"/>
                      <a:pt x="897334" y="394634"/>
                      <a:pt x="906431" y="364508"/>
                    </a:cubicBezTo>
                    <a:cubicBezTo>
                      <a:pt x="912522" y="344313"/>
                      <a:pt x="916611" y="325704"/>
                      <a:pt x="912606" y="304591"/>
                    </a:cubicBezTo>
                    <a:cubicBezTo>
                      <a:pt x="907014" y="275050"/>
                      <a:pt x="904010" y="245008"/>
                      <a:pt x="899504" y="215217"/>
                    </a:cubicBezTo>
                    <a:cubicBezTo>
                      <a:pt x="898002" y="205286"/>
                      <a:pt x="900588" y="197943"/>
                      <a:pt x="908600" y="191684"/>
                    </a:cubicBezTo>
                    <a:cubicBezTo>
                      <a:pt x="918196" y="184173"/>
                      <a:pt x="926959" y="175662"/>
                      <a:pt x="936556" y="168151"/>
                    </a:cubicBezTo>
                    <a:cubicBezTo>
                      <a:pt x="959170" y="150460"/>
                      <a:pt x="979282" y="129514"/>
                      <a:pt x="1003732" y="114159"/>
                    </a:cubicBezTo>
                    <a:lnTo>
                      <a:pt x="1003732" y="106482"/>
                    </a:lnTo>
                    <a:cubicBezTo>
                      <a:pt x="980283" y="103645"/>
                      <a:pt x="956667" y="101892"/>
                      <a:pt x="933385" y="97720"/>
                    </a:cubicBezTo>
                    <a:cubicBezTo>
                      <a:pt x="909602" y="93380"/>
                      <a:pt x="886402" y="93797"/>
                      <a:pt x="863036" y="99806"/>
                    </a:cubicBezTo>
                    <a:cubicBezTo>
                      <a:pt x="828238" y="108651"/>
                      <a:pt x="827988" y="108568"/>
                      <a:pt x="798363" y="87622"/>
                    </a:cubicBezTo>
                    <a:cubicBezTo>
                      <a:pt x="788683" y="80779"/>
                      <a:pt x="776916" y="76273"/>
                      <a:pt x="769573" y="65174"/>
                    </a:cubicBezTo>
                    <a:cubicBezTo>
                      <a:pt x="774663" y="59833"/>
                      <a:pt x="780755" y="58081"/>
                      <a:pt x="786930" y="56162"/>
                    </a:cubicBezTo>
                    <a:cubicBezTo>
                      <a:pt x="796610" y="52907"/>
                      <a:pt x="806291" y="49402"/>
                      <a:pt x="815887" y="45814"/>
                    </a:cubicBezTo>
                    <a:cubicBezTo>
                      <a:pt x="818808" y="44729"/>
                      <a:pt x="822396" y="43644"/>
                      <a:pt x="822647" y="39889"/>
                    </a:cubicBezTo>
                    <a:cubicBezTo>
                      <a:pt x="822897" y="35967"/>
                      <a:pt x="819559" y="34799"/>
                      <a:pt x="816555" y="33630"/>
                    </a:cubicBezTo>
                    <a:cubicBezTo>
                      <a:pt x="813551" y="32462"/>
                      <a:pt x="810547" y="31460"/>
                      <a:pt x="807542" y="30209"/>
                    </a:cubicBezTo>
                    <a:cubicBezTo>
                      <a:pt x="782590" y="20028"/>
                      <a:pt x="757556" y="10181"/>
                      <a:pt x="732604" y="0"/>
                    </a:cubicBezTo>
                    <a:cubicBezTo>
                      <a:pt x="732188" y="0"/>
                      <a:pt x="731686" y="0"/>
                      <a:pt x="731270" y="0"/>
                    </a:cubicBezTo>
                    <a:cubicBezTo>
                      <a:pt x="674106" y="0"/>
                      <a:pt x="617528" y="2837"/>
                      <a:pt x="561783" y="8261"/>
                    </a:cubicBezTo>
                    <a:cubicBezTo>
                      <a:pt x="530072" y="20111"/>
                      <a:pt x="498278" y="31711"/>
                      <a:pt x="466650" y="43644"/>
                    </a:cubicBezTo>
                    <a:cubicBezTo>
                      <a:pt x="454467" y="48234"/>
                      <a:pt x="454300" y="48902"/>
                      <a:pt x="460142" y="60000"/>
                    </a:cubicBezTo>
                    <a:cubicBezTo>
                      <a:pt x="463479" y="66176"/>
                      <a:pt x="467568" y="72017"/>
                      <a:pt x="471157" y="78109"/>
                    </a:cubicBezTo>
                    <a:cubicBezTo>
                      <a:pt x="472992" y="81363"/>
                      <a:pt x="476247" y="84868"/>
                      <a:pt x="473661" y="88624"/>
                    </a:cubicBezTo>
                    <a:cubicBezTo>
                      <a:pt x="471073" y="92128"/>
                      <a:pt x="466734" y="90543"/>
                      <a:pt x="463062" y="90209"/>
                    </a:cubicBezTo>
                    <a:cubicBezTo>
                      <a:pt x="421170" y="85452"/>
                      <a:pt x="379278" y="80612"/>
                      <a:pt x="337387" y="76106"/>
                    </a:cubicBezTo>
                    <a:cubicBezTo>
                      <a:pt x="308930" y="73018"/>
                      <a:pt x="280474" y="70348"/>
                      <a:pt x="252018" y="67177"/>
                    </a:cubicBezTo>
                    <a:cubicBezTo>
                      <a:pt x="230572" y="73352"/>
                      <a:pt x="209291" y="79945"/>
                      <a:pt x="188095" y="86955"/>
                    </a:cubicBezTo>
                    <a:cubicBezTo>
                      <a:pt x="162560" y="98387"/>
                      <a:pt x="137107" y="109903"/>
                      <a:pt x="111572" y="121169"/>
                    </a:cubicBezTo>
                    <a:cubicBezTo>
                      <a:pt x="102893" y="125008"/>
                      <a:pt x="99055" y="131099"/>
                      <a:pt x="98386" y="1404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20"/>
              <p:cNvSpPr/>
              <p:nvPr/>
            </p:nvSpPr>
            <p:spPr>
              <a:xfrm>
                <a:off x="1795809" y="3006726"/>
                <a:ext cx="662122" cy="1030949"/>
              </a:xfrm>
              <a:custGeom>
                <a:rect b="b" l="l" r="r" t="t"/>
                <a:pathLst>
                  <a:path extrusionOk="0" h="1374599" w="882830">
                    <a:moveTo>
                      <a:pt x="288903" y="1333792"/>
                    </a:moveTo>
                    <a:cubicBezTo>
                      <a:pt x="274800" y="1329370"/>
                      <a:pt x="289153" y="1329787"/>
                      <a:pt x="288903" y="1333792"/>
                    </a:cubicBezTo>
                    <a:cubicBezTo>
                      <a:pt x="289237" y="1329787"/>
                      <a:pt x="289571" y="1325782"/>
                      <a:pt x="289821" y="1321693"/>
                    </a:cubicBezTo>
                    <a:cubicBezTo>
                      <a:pt x="286400" y="1296407"/>
                      <a:pt x="290572" y="1273041"/>
                      <a:pt x="309598" y="1254766"/>
                    </a:cubicBezTo>
                    <a:cubicBezTo>
                      <a:pt x="331045" y="1234070"/>
                      <a:pt x="335051" y="1208868"/>
                      <a:pt x="331045" y="1180996"/>
                    </a:cubicBezTo>
                    <a:cubicBezTo>
                      <a:pt x="330461" y="1177241"/>
                      <a:pt x="330211" y="1173319"/>
                      <a:pt x="329210" y="1169647"/>
                    </a:cubicBezTo>
                    <a:cubicBezTo>
                      <a:pt x="326873" y="1160384"/>
                      <a:pt x="329043" y="1152206"/>
                      <a:pt x="334049" y="1144111"/>
                    </a:cubicBezTo>
                    <a:cubicBezTo>
                      <a:pt x="358250" y="1104806"/>
                      <a:pt x="382451" y="1065502"/>
                      <a:pt x="406150" y="1026030"/>
                    </a:cubicBezTo>
                    <a:cubicBezTo>
                      <a:pt x="410406" y="1018853"/>
                      <a:pt x="415663" y="1014598"/>
                      <a:pt x="423674" y="1012595"/>
                    </a:cubicBezTo>
                    <a:cubicBezTo>
                      <a:pt x="436693" y="1009340"/>
                      <a:pt x="449460" y="1004834"/>
                      <a:pt x="462646" y="1001913"/>
                    </a:cubicBezTo>
                    <a:cubicBezTo>
                      <a:pt x="475247" y="999076"/>
                      <a:pt x="480420" y="990647"/>
                      <a:pt x="486763" y="980049"/>
                    </a:cubicBezTo>
                    <a:cubicBezTo>
                      <a:pt x="500198" y="957518"/>
                      <a:pt x="496860" y="938158"/>
                      <a:pt x="482590" y="918213"/>
                    </a:cubicBezTo>
                    <a:cubicBezTo>
                      <a:pt x="479503" y="913957"/>
                      <a:pt x="475580" y="889173"/>
                      <a:pt x="476498" y="893679"/>
                    </a:cubicBezTo>
                    <a:cubicBezTo>
                      <a:pt x="478084" y="893679"/>
                      <a:pt x="479585" y="893846"/>
                      <a:pt x="481171" y="893929"/>
                    </a:cubicBezTo>
                    <a:cubicBezTo>
                      <a:pt x="500865" y="904944"/>
                      <a:pt x="522980" y="907949"/>
                      <a:pt x="544509" y="912789"/>
                    </a:cubicBezTo>
                    <a:cubicBezTo>
                      <a:pt x="547597" y="913540"/>
                      <a:pt x="551436" y="912789"/>
                      <a:pt x="553105" y="910118"/>
                    </a:cubicBezTo>
                    <a:cubicBezTo>
                      <a:pt x="559196" y="900772"/>
                      <a:pt x="571047" y="895097"/>
                      <a:pt x="571630" y="882079"/>
                    </a:cubicBezTo>
                    <a:cubicBezTo>
                      <a:pt x="573884" y="879826"/>
                      <a:pt x="576137" y="877573"/>
                      <a:pt x="578390" y="875403"/>
                    </a:cubicBezTo>
                    <a:cubicBezTo>
                      <a:pt x="580560" y="872232"/>
                      <a:pt x="582979" y="869228"/>
                      <a:pt x="584733" y="865890"/>
                    </a:cubicBezTo>
                    <a:cubicBezTo>
                      <a:pt x="609851" y="818157"/>
                      <a:pt x="635386" y="770674"/>
                      <a:pt x="659587" y="722524"/>
                    </a:cubicBezTo>
                    <a:cubicBezTo>
                      <a:pt x="666680" y="708504"/>
                      <a:pt x="676193" y="701244"/>
                      <a:pt x="690880" y="697655"/>
                    </a:cubicBezTo>
                    <a:cubicBezTo>
                      <a:pt x="714496" y="691814"/>
                      <a:pt x="737696" y="684387"/>
                      <a:pt x="761145" y="678045"/>
                    </a:cubicBezTo>
                    <a:cubicBezTo>
                      <a:pt x="770074" y="675625"/>
                      <a:pt x="775331" y="670701"/>
                      <a:pt x="778419" y="661939"/>
                    </a:cubicBezTo>
                    <a:cubicBezTo>
                      <a:pt x="788349" y="633483"/>
                      <a:pt x="798864" y="605277"/>
                      <a:pt x="809129" y="576904"/>
                    </a:cubicBezTo>
                    <a:cubicBezTo>
                      <a:pt x="811799" y="569560"/>
                      <a:pt x="812967" y="562133"/>
                      <a:pt x="813384" y="554373"/>
                    </a:cubicBezTo>
                    <a:cubicBezTo>
                      <a:pt x="814386" y="532008"/>
                      <a:pt x="815721" y="509727"/>
                      <a:pt x="817307" y="487446"/>
                    </a:cubicBezTo>
                    <a:cubicBezTo>
                      <a:pt x="818392" y="473009"/>
                      <a:pt x="823064" y="460742"/>
                      <a:pt x="834915" y="450644"/>
                    </a:cubicBezTo>
                    <a:cubicBezTo>
                      <a:pt x="847098" y="440380"/>
                      <a:pt x="857362" y="427696"/>
                      <a:pt x="868629" y="416263"/>
                    </a:cubicBezTo>
                    <a:cubicBezTo>
                      <a:pt x="872216" y="412508"/>
                      <a:pt x="874970" y="408586"/>
                      <a:pt x="875638" y="403078"/>
                    </a:cubicBezTo>
                    <a:cubicBezTo>
                      <a:pt x="877641" y="383968"/>
                      <a:pt x="880061" y="365025"/>
                      <a:pt x="882564" y="345999"/>
                    </a:cubicBezTo>
                    <a:cubicBezTo>
                      <a:pt x="883649" y="338071"/>
                      <a:pt x="881563" y="332730"/>
                      <a:pt x="873802" y="329058"/>
                    </a:cubicBezTo>
                    <a:cubicBezTo>
                      <a:pt x="826986" y="306610"/>
                      <a:pt x="782008" y="280240"/>
                      <a:pt x="731520" y="265970"/>
                    </a:cubicBezTo>
                    <a:cubicBezTo>
                      <a:pt x="698891" y="256707"/>
                      <a:pt x="666847" y="245191"/>
                      <a:pt x="634385" y="235177"/>
                    </a:cubicBezTo>
                    <a:cubicBezTo>
                      <a:pt x="624455" y="232090"/>
                      <a:pt x="619781" y="227333"/>
                      <a:pt x="619865" y="216234"/>
                    </a:cubicBezTo>
                    <a:cubicBezTo>
                      <a:pt x="619948" y="200963"/>
                      <a:pt x="617277" y="185692"/>
                      <a:pt x="616693" y="170254"/>
                    </a:cubicBezTo>
                    <a:cubicBezTo>
                      <a:pt x="616193" y="157486"/>
                      <a:pt x="610268" y="149975"/>
                      <a:pt x="598251" y="146721"/>
                    </a:cubicBezTo>
                    <a:cubicBezTo>
                      <a:pt x="595664" y="146470"/>
                      <a:pt x="593161" y="146303"/>
                      <a:pt x="590574" y="146136"/>
                    </a:cubicBezTo>
                    <a:cubicBezTo>
                      <a:pt x="587152" y="129697"/>
                      <a:pt x="572299" y="126442"/>
                      <a:pt x="560114" y="120184"/>
                    </a:cubicBezTo>
                    <a:cubicBezTo>
                      <a:pt x="557361" y="118598"/>
                      <a:pt x="554607" y="117013"/>
                      <a:pt x="551853" y="115427"/>
                    </a:cubicBezTo>
                    <a:cubicBezTo>
                      <a:pt x="541589" y="111421"/>
                      <a:pt x="530740" y="112006"/>
                      <a:pt x="519976" y="111672"/>
                    </a:cubicBezTo>
                    <a:cubicBezTo>
                      <a:pt x="512799" y="111505"/>
                      <a:pt x="509544" y="114843"/>
                      <a:pt x="509628" y="122020"/>
                    </a:cubicBezTo>
                    <a:cubicBezTo>
                      <a:pt x="509628" y="137207"/>
                      <a:pt x="499446" y="140295"/>
                      <a:pt x="504120" y="120100"/>
                    </a:cubicBezTo>
                    <a:cubicBezTo>
                      <a:pt x="506123" y="111588"/>
                      <a:pt x="501700" y="105497"/>
                      <a:pt x="494356" y="101157"/>
                    </a:cubicBezTo>
                    <a:cubicBezTo>
                      <a:pt x="481171" y="93396"/>
                      <a:pt x="468153" y="85302"/>
                      <a:pt x="455135" y="77457"/>
                    </a:cubicBezTo>
                    <a:cubicBezTo>
                      <a:pt x="453299" y="72534"/>
                      <a:pt x="449794" y="69780"/>
                      <a:pt x="444537" y="69112"/>
                    </a:cubicBezTo>
                    <a:cubicBezTo>
                      <a:pt x="437778" y="55593"/>
                      <a:pt x="424926" y="47249"/>
                      <a:pt x="415496" y="36066"/>
                    </a:cubicBezTo>
                    <a:cubicBezTo>
                      <a:pt x="409905" y="29557"/>
                      <a:pt x="403229" y="27221"/>
                      <a:pt x="395134" y="27221"/>
                    </a:cubicBezTo>
                    <a:cubicBezTo>
                      <a:pt x="388793" y="27221"/>
                      <a:pt x="382200" y="27721"/>
                      <a:pt x="375941" y="27054"/>
                    </a:cubicBezTo>
                    <a:cubicBezTo>
                      <a:pt x="355246" y="24717"/>
                      <a:pt x="334216" y="25719"/>
                      <a:pt x="315273" y="12784"/>
                    </a:cubicBezTo>
                    <a:cubicBezTo>
                      <a:pt x="289237" y="-4991"/>
                      <a:pt x="288570" y="-4323"/>
                      <a:pt x="264118" y="15371"/>
                    </a:cubicBezTo>
                    <a:cubicBezTo>
                      <a:pt x="250767" y="26219"/>
                      <a:pt x="246177" y="25552"/>
                      <a:pt x="240252" y="10364"/>
                    </a:cubicBezTo>
                    <a:cubicBezTo>
                      <a:pt x="239334" y="8027"/>
                      <a:pt x="238249" y="5440"/>
                      <a:pt x="236414" y="3771"/>
                    </a:cubicBezTo>
                    <a:cubicBezTo>
                      <a:pt x="230655" y="-1903"/>
                      <a:pt x="229154" y="3104"/>
                      <a:pt x="227400" y="7610"/>
                    </a:cubicBezTo>
                    <a:cubicBezTo>
                      <a:pt x="225398" y="7610"/>
                      <a:pt x="223479" y="7610"/>
                      <a:pt x="221392" y="7527"/>
                    </a:cubicBezTo>
                    <a:cubicBezTo>
                      <a:pt x="219724" y="5357"/>
                      <a:pt x="217303" y="3354"/>
                      <a:pt x="215050" y="5190"/>
                    </a:cubicBezTo>
                    <a:cubicBezTo>
                      <a:pt x="189848" y="26636"/>
                      <a:pt x="157804" y="39988"/>
                      <a:pt x="139111" y="69196"/>
                    </a:cubicBezTo>
                    <a:cubicBezTo>
                      <a:pt x="139027" y="69196"/>
                      <a:pt x="138944" y="69196"/>
                      <a:pt x="138860" y="69196"/>
                    </a:cubicBezTo>
                    <a:cubicBezTo>
                      <a:pt x="135856" y="63438"/>
                      <a:pt x="145620" y="53841"/>
                      <a:pt x="132769" y="50670"/>
                    </a:cubicBezTo>
                    <a:cubicBezTo>
                      <a:pt x="110571" y="45246"/>
                      <a:pt x="88624" y="38403"/>
                      <a:pt x="65341" y="45663"/>
                    </a:cubicBezTo>
                    <a:cubicBezTo>
                      <a:pt x="60668" y="47082"/>
                      <a:pt x="55411" y="47749"/>
                      <a:pt x="50404" y="46247"/>
                    </a:cubicBezTo>
                    <a:cubicBezTo>
                      <a:pt x="50404" y="46164"/>
                      <a:pt x="50404" y="46080"/>
                      <a:pt x="50320" y="45997"/>
                    </a:cubicBezTo>
                    <a:cubicBezTo>
                      <a:pt x="50320" y="45997"/>
                      <a:pt x="50153" y="45997"/>
                      <a:pt x="50153" y="45997"/>
                    </a:cubicBezTo>
                    <a:cubicBezTo>
                      <a:pt x="43477" y="21379"/>
                      <a:pt x="28790" y="12617"/>
                      <a:pt x="0" y="18125"/>
                    </a:cubicBezTo>
                    <a:cubicBezTo>
                      <a:pt x="11850" y="31143"/>
                      <a:pt x="22532" y="43326"/>
                      <a:pt x="33798" y="55009"/>
                    </a:cubicBezTo>
                    <a:cubicBezTo>
                      <a:pt x="36134" y="57513"/>
                      <a:pt x="39556" y="54175"/>
                      <a:pt x="42560" y="53674"/>
                    </a:cubicBezTo>
                    <a:cubicBezTo>
                      <a:pt x="42560" y="53674"/>
                      <a:pt x="42560" y="53758"/>
                      <a:pt x="42560" y="53841"/>
                    </a:cubicBezTo>
                    <a:cubicBezTo>
                      <a:pt x="42643" y="53841"/>
                      <a:pt x="42727" y="53841"/>
                      <a:pt x="42810" y="53925"/>
                    </a:cubicBezTo>
                    <a:cubicBezTo>
                      <a:pt x="44229" y="68528"/>
                      <a:pt x="58248" y="68779"/>
                      <a:pt x="67177" y="74620"/>
                    </a:cubicBezTo>
                    <a:cubicBezTo>
                      <a:pt x="74688" y="79627"/>
                      <a:pt x="79861" y="79126"/>
                      <a:pt x="86120" y="70781"/>
                    </a:cubicBezTo>
                    <a:cubicBezTo>
                      <a:pt x="99556" y="52673"/>
                      <a:pt x="100390" y="53174"/>
                      <a:pt x="115578" y="70364"/>
                    </a:cubicBezTo>
                    <a:cubicBezTo>
                      <a:pt x="116830" y="71783"/>
                      <a:pt x="118415" y="73118"/>
                      <a:pt x="119250" y="74704"/>
                    </a:cubicBezTo>
                    <a:cubicBezTo>
                      <a:pt x="123673" y="83466"/>
                      <a:pt x="129514" y="78960"/>
                      <a:pt x="135106" y="76873"/>
                    </a:cubicBezTo>
                    <a:cubicBezTo>
                      <a:pt x="135106" y="76873"/>
                      <a:pt x="135106" y="76873"/>
                      <a:pt x="135106" y="77040"/>
                    </a:cubicBezTo>
                    <a:cubicBezTo>
                      <a:pt x="135106" y="77040"/>
                      <a:pt x="135189" y="77040"/>
                      <a:pt x="135273" y="76957"/>
                    </a:cubicBezTo>
                    <a:cubicBezTo>
                      <a:pt x="131684" y="93814"/>
                      <a:pt x="131433" y="110420"/>
                      <a:pt x="134855" y="127527"/>
                    </a:cubicBezTo>
                    <a:cubicBezTo>
                      <a:pt x="138693" y="146303"/>
                      <a:pt x="135106" y="163744"/>
                      <a:pt x="120418" y="178014"/>
                    </a:cubicBezTo>
                    <a:cubicBezTo>
                      <a:pt x="113659" y="184607"/>
                      <a:pt x="108318" y="192701"/>
                      <a:pt x="102393" y="200128"/>
                    </a:cubicBezTo>
                    <a:cubicBezTo>
                      <a:pt x="99806" y="203383"/>
                      <a:pt x="100557" y="207305"/>
                      <a:pt x="100223" y="210977"/>
                    </a:cubicBezTo>
                    <a:cubicBezTo>
                      <a:pt x="96551" y="213063"/>
                      <a:pt x="95216" y="216818"/>
                      <a:pt x="94716" y="220407"/>
                    </a:cubicBezTo>
                    <a:cubicBezTo>
                      <a:pt x="91294" y="245859"/>
                      <a:pt x="83867" y="270727"/>
                      <a:pt x="84952" y="296763"/>
                    </a:cubicBezTo>
                    <a:cubicBezTo>
                      <a:pt x="84785" y="300101"/>
                      <a:pt x="84702" y="303523"/>
                      <a:pt x="84618" y="306861"/>
                    </a:cubicBezTo>
                    <a:cubicBezTo>
                      <a:pt x="84618" y="317625"/>
                      <a:pt x="84785" y="328307"/>
                      <a:pt x="84869" y="338989"/>
                    </a:cubicBezTo>
                    <a:cubicBezTo>
                      <a:pt x="79611" y="344079"/>
                      <a:pt x="80362" y="348085"/>
                      <a:pt x="87205" y="350839"/>
                    </a:cubicBezTo>
                    <a:cubicBezTo>
                      <a:pt x="96051" y="364191"/>
                      <a:pt x="104062" y="378210"/>
                      <a:pt x="113909" y="390811"/>
                    </a:cubicBezTo>
                    <a:cubicBezTo>
                      <a:pt x="128096" y="408753"/>
                      <a:pt x="137525" y="428614"/>
                      <a:pt x="143784" y="450478"/>
                    </a:cubicBezTo>
                    <a:cubicBezTo>
                      <a:pt x="148040" y="465248"/>
                      <a:pt x="153882" y="479518"/>
                      <a:pt x="158471" y="494289"/>
                    </a:cubicBezTo>
                    <a:cubicBezTo>
                      <a:pt x="160975" y="502550"/>
                      <a:pt x="165398" y="508725"/>
                      <a:pt x="172407" y="514150"/>
                    </a:cubicBezTo>
                    <a:cubicBezTo>
                      <a:pt x="191100" y="528753"/>
                      <a:pt x="208708" y="544776"/>
                      <a:pt x="227735" y="558879"/>
                    </a:cubicBezTo>
                    <a:cubicBezTo>
                      <a:pt x="238917" y="567140"/>
                      <a:pt x="247345" y="579741"/>
                      <a:pt x="262366" y="582245"/>
                    </a:cubicBezTo>
                    <a:cubicBezTo>
                      <a:pt x="262366" y="585249"/>
                      <a:pt x="263201" y="587752"/>
                      <a:pt x="266038" y="589338"/>
                    </a:cubicBezTo>
                    <a:cubicBezTo>
                      <a:pt x="266038" y="598350"/>
                      <a:pt x="267290" y="607196"/>
                      <a:pt x="269376" y="615958"/>
                    </a:cubicBezTo>
                    <a:cubicBezTo>
                      <a:pt x="271379" y="623970"/>
                      <a:pt x="273715" y="632565"/>
                      <a:pt x="272798" y="640492"/>
                    </a:cubicBezTo>
                    <a:cubicBezTo>
                      <a:pt x="268375" y="681216"/>
                      <a:pt x="264702" y="722106"/>
                      <a:pt x="257776" y="762413"/>
                    </a:cubicBezTo>
                    <a:cubicBezTo>
                      <a:pt x="243340" y="845612"/>
                      <a:pt x="227902" y="928644"/>
                      <a:pt x="211045" y="1011343"/>
                    </a:cubicBezTo>
                    <a:cubicBezTo>
                      <a:pt x="204619" y="1042803"/>
                      <a:pt x="200363" y="1072762"/>
                      <a:pt x="216886" y="1102136"/>
                    </a:cubicBezTo>
                    <a:cubicBezTo>
                      <a:pt x="221392" y="1110147"/>
                      <a:pt x="219973" y="1117908"/>
                      <a:pt x="216636" y="1126086"/>
                    </a:cubicBezTo>
                    <a:cubicBezTo>
                      <a:pt x="207873" y="1147450"/>
                      <a:pt x="200530" y="1169397"/>
                      <a:pt x="191016" y="1190426"/>
                    </a:cubicBezTo>
                    <a:cubicBezTo>
                      <a:pt x="185092" y="1203528"/>
                      <a:pt x="185008" y="1216212"/>
                      <a:pt x="186844" y="1229814"/>
                    </a:cubicBezTo>
                    <a:cubicBezTo>
                      <a:pt x="190433" y="1255767"/>
                      <a:pt x="194271" y="1281720"/>
                      <a:pt x="197025" y="1307756"/>
                    </a:cubicBezTo>
                    <a:cubicBezTo>
                      <a:pt x="198277" y="1319356"/>
                      <a:pt x="199027" y="1326783"/>
                      <a:pt x="200864" y="1332207"/>
                    </a:cubicBezTo>
                    <a:cubicBezTo>
                      <a:pt x="229821" y="1347145"/>
                      <a:pt x="259362" y="1361248"/>
                      <a:pt x="289237" y="1374599"/>
                    </a:cubicBezTo>
                    <a:cubicBezTo>
                      <a:pt x="289070" y="1361081"/>
                      <a:pt x="288903" y="1347562"/>
                      <a:pt x="288653" y="1333959"/>
                    </a:cubicBezTo>
                    <a:lnTo>
                      <a:pt x="288653" y="13339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20"/>
              <p:cNvSpPr/>
              <p:nvPr/>
            </p:nvSpPr>
            <p:spPr>
              <a:xfrm>
                <a:off x="1820217" y="1699228"/>
                <a:ext cx="111313" cy="65906"/>
              </a:xfrm>
              <a:custGeom>
                <a:rect b="b" l="l" r="r" t="t"/>
                <a:pathLst>
                  <a:path extrusionOk="0" h="87874" w="148418">
                    <a:moveTo>
                      <a:pt x="89458" y="60251"/>
                    </a:moveTo>
                    <a:cubicBezTo>
                      <a:pt x="90543" y="58749"/>
                      <a:pt x="92128" y="57580"/>
                      <a:pt x="93631" y="56329"/>
                    </a:cubicBezTo>
                    <a:cubicBezTo>
                      <a:pt x="109569" y="42476"/>
                      <a:pt x="125676" y="28790"/>
                      <a:pt x="141447" y="14687"/>
                    </a:cubicBezTo>
                    <a:cubicBezTo>
                      <a:pt x="149709" y="7260"/>
                      <a:pt x="150627" y="4339"/>
                      <a:pt x="144201" y="0"/>
                    </a:cubicBezTo>
                    <a:cubicBezTo>
                      <a:pt x="94632" y="26537"/>
                      <a:pt x="46565" y="55411"/>
                      <a:pt x="0" y="86537"/>
                    </a:cubicBezTo>
                    <a:cubicBezTo>
                      <a:pt x="6759" y="86704"/>
                      <a:pt x="13602" y="86955"/>
                      <a:pt x="20362" y="87455"/>
                    </a:cubicBezTo>
                    <a:cubicBezTo>
                      <a:pt x="48651" y="89625"/>
                      <a:pt x="72017" y="83783"/>
                      <a:pt x="89458" y="6033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20"/>
              <p:cNvSpPr/>
              <p:nvPr/>
            </p:nvSpPr>
            <p:spPr>
              <a:xfrm>
                <a:off x="1744334" y="1857892"/>
                <a:ext cx="364351" cy="283693"/>
              </a:xfrm>
              <a:custGeom>
                <a:rect b="b" l="l" r="r" t="t"/>
                <a:pathLst>
                  <a:path extrusionOk="0" h="378257" w="485801">
                    <a:moveTo>
                      <a:pt x="474699" y="230313"/>
                    </a:moveTo>
                    <a:cubicBezTo>
                      <a:pt x="450332" y="214708"/>
                      <a:pt x="426632" y="198185"/>
                      <a:pt x="401514" y="184082"/>
                    </a:cubicBezTo>
                    <a:cubicBezTo>
                      <a:pt x="380568" y="172315"/>
                      <a:pt x="367800" y="159297"/>
                      <a:pt x="373308" y="132676"/>
                    </a:cubicBezTo>
                    <a:cubicBezTo>
                      <a:pt x="376646" y="116654"/>
                      <a:pt x="374142" y="116070"/>
                      <a:pt x="358453" y="112148"/>
                    </a:cubicBezTo>
                    <a:cubicBezTo>
                      <a:pt x="349107" y="109811"/>
                      <a:pt x="339761" y="107558"/>
                      <a:pt x="330331" y="105806"/>
                    </a:cubicBezTo>
                    <a:cubicBezTo>
                      <a:pt x="323071" y="104470"/>
                      <a:pt x="317063" y="101383"/>
                      <a:pt x="311889" y="96209"/>
                    </a:cubicBezTo>
                    <a:cubicBezTo>
                      <a:pt x="297786" y="82189"/>
                      <a:pt x="282431" y="69255"/>
                      <a:pt x="269497" y="54234"/>
                    </a:cubicBezTo>
                    <a:cubicBezTo>
                      <a:pt x="256812" y="39463"/>
                      <a:pt x="243544" y="32704"/>
                      <a:pt x="224434" y="40047"/>
                    </a:cubicBezTo>
                    <a:cubicBezTo>
                      <a:pt x="218592" y="42300"/>
                      <a:pt x="211916" y="42467"/>
                      <a:pt x="205657" y="43552"/>
                    </a:cubicBezTo>
                    <a:cubicBezTo>
                      <a:pt x="187298" y="46556"/>
                      <a:pt x="169023" y="49561"/>
                      <a:pt x="150747" y="52648"/>
                    </a:cubicBezTo>
                    <a:cubicBezTo>
                      <a:pt x="142987" y="53983"/>
                      <a:pt x="138647" y="51063"/>
                      <a:pt x="137229" y="43135"/>
                    </a:cubicBezTo>
                    <a:cubicBezTo>
                      <a:pt x="135309" y="33121"/>
                      <a:pt x="132973" y="23191"/>
                      <a:pt x="130469" y="13176"/>
                    </a:cubicBezTo>
                    <a:cubicBezTo>
                      <a:pt x="126964" y="-1260"/>
                      <a:pt x="126547" y="-1427"/>
                      <a:pt x="112527" y="1494"/>
                    </a:cubicBezTo>
                    <a:cubicBezTo>
                      <a:pt x="109440" y="2161"/>
                      <a:pt x="106269" y="2912"/>
                      <a:pt x="103097" y="3246"/>
                    </a:cubicBezTo>
                    <a:cubicBezTo>
                      <a:pt x="92583" y="4331"/>
                      <a:pt x="87827" y="10840"/>
                      <a:pt x="85824" y="20687"/>
                    </a:cubicBezTo>
                    <a:cubicBezTo>
                      <a:pt x="83236" y="33204"/>
                      <a:pt x="79982" y="45638"/>
                      <a:pt x="76895" y="58072"/>
                    </a:cubicBezTo>
                    <a:cubicBezTo>
                      <a:pt x="75726" y="62829"/>
                      <a:pt x="75309" y="68170"/>
                      <a:pt x="69801" y="70256"/>
                    </a:cubicBezTo>
                    <a:cubicBezTo>
                      <a:pt x="65295" y="69088"/>
                      <a:pt x="65796" y="65416"/>
                      <a:pt x="65128" y="62495"/>
                    </a:cubicBezTo>
                    <a:cubicBezTo>
                      <a:pt x="61206" y="46306"/>
                      <a:pt x="57284" y="30200"/>
                      <a:pt x="53779" y="13928"/>
                    </a:cubicBezTo>
                    <a:cubicBezTo>
                      <a:pt x="52360" y="7335"/>
                      <a:pt x="49356" y="4998"/>
                      <a:pt x="43014" y="7669"/>
                    </a:cubicBezTo>
                    <a:cubicBezTo>
                      <a:pt x="32416" y="12175"/>
                      <a:pt x="21818" y="16765"/>
                      <a:pt x="11303" y="21438"/>
                    </a:cubicBezTo>
                    <a:cubicBezTo>
                      <a:pt x="6880" y="23357"/>
                      <a:pt x="4794" y="26695"/>
                      <a:pt x="3626" y="31619"/>
                    </a:cubicBezTo>
                    <a:cubicBezTo>
                      <a:pt x="-2633" y="56988"/>
                      <a:pt x="-1882" y="80771"/>
                      <a:pt x="14641" y="102885"/>
                    </a:cubicBezTo>
                    <a:cubicBezTo>
                      <a:pt x="20232" y="110312"/>
                      <a:pt x="25656" y="113900"/>
                      <a:pt x="35086" y="113733"/>
                    </a:cubicBezTo>
                    <a:cubicBezTo>
                      <a:pt x="63376" y="113233"/>
                      <a:pt x="91581" y="113733"/>
                      <a:pt x="119787" y="113483"/>
                    </a:cubicBezTo>
                    <a:cubicBezTo>
                      <a:pt x="155504" y="113316"/>
                      <a:pt x="188550" y="125333"/>
                      <a:pt x="218008" y="142774"/>
                    </a:cubicBezTo>
                    <a:cubicBezTo>
                      <a:pt x="256061" y="165138"/>
                      <a:pt x="290943" y="192844"/>
                      <a:pt x="326910" y="218463"/>
                    </a:cubicBezTo>
                    <a:cubicBezTo>
                      <a:pt x="337258" y="225806"/>
                      <a:pt x="336924" y="228226"/>
                      <a:pt x="325575" y="233400"/>
                    </a:cubicBezTo>
                    <a:cubicBezTo>
                      <a:pt x="294615" y="247503"/>
                      <a:pt x="263655" y="261356"/>
                      <a:pt x="232612" y="275292"/>
                    </a:cubicBezTo>
                    <a:cubicBezTo>
                      <a:pt x="212333" y="284388"/>
                      <a:pt x="214503" y="283387"/>
                      <a:pt x="226269" y="302747"/>
                    </a:cubicBezTo>
                    <a:cubicBezTo>
                      <a:pt x="230692" y="310174"/>
                      <a:pt x="236951" y="309757"/>
                      <a:pt x="244711" y="307754"/>
                    </a:cubicBezTo>
                    <a:cubicBezTo>
                      <a:pt x="265324" y="302330"/>
                      <a:pt x="283432" y="304833"/>
                      <a:pt x="301541" y="319187"/>
                    </a:cubicBezTo>
                    <a:cubicBezTo>
                      <a:pt x="326576" y="339048"/>
                      <a:pt x="354448" y="355320"/>
                      <a:pt x="380735" y="373763"/>
                    </a:cubicBezTo>
                    <a:cubicBezTo>
                      <a:pt x="388078" y="378936"/>
                      <a:pt x="393670" y="380522"/>
                      <a:pt x="401013" y="373763"/>
                    </a:cubicBezTo>
                    <a:cubicBezTo>
                      <a:pt x="407105" y="368172"/>
                      <a:pt x="414449" y="363916"/>
                      <a:pt x="421208" y="358992"/>
                    </a:cubicBezTo>
                    <a:cubicBezTo>
                      <a:pt x="438232" y="346558"/>
                      <a:pt x="438232" y="346057"/>
                      <a:pt x="427968" y="328283"/>
                    </a:cubicBezTo>
                    <a:cubicBezTo>
                      <a:pt x="419372" y="313262"/>
                      <a:pt x="410944" y="298074"/>
                      <a:pt x="402599" y="282969"/>
                    </a:cubicBezTo>
                    <a:cubicBezTo>
                      <a:pt x="401013" y="280132"/>
                      <a:pt x="399427" y="276627"/>
                      <a:pt x="401347" y="273957"/>
                    </a:cubicBezTo>
                    <a:cubicBezTo>
                      <a:pt x="404185" y="270035"/>
                      <a:pt x="408357" y="271787"/>
                      <a:pt x="411861" y="273289"/>
                    </a:cubicBezTo>
                    <a:cubicBezTo>
                      <a:pt x="424796" y="278880"/>
                      <a:pt x="437647" y="284638"/>
                      <a:pt x="450582" y="290230"/>
                    </a:cubicBezTo>
                    <a:cubicBezTo>
                      <a:pt x="463517" y="295821"/>
                      <a:pt x="463767" y="295904"/>
                      <a:pt x="469609" y="283804"/>
                    </a:cubicBezTo>
                    <a:cubicBezTo>
                      <a:pt x="474282" y="274040"/>
                      <a:pt x="478538" y="263943"/>
                      <a:pt x="482627" y="253845"/>
                    </a:cubicBezTo>
                    <a:cubicBezTo>
                      <a:pt x="487967" y="240577"/>
                      <a:pt x="487300" y="238324"/>
                      <a:pt x="474950" y="2303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20"/>
              <p:cNvSpPr/>
              <p:nvPr/>
            </p:nvSpPr>
            <p:spPr>
              <a:xfrm>
                <a:off x="1730154" y="1807878"/>
                <a:ext cx="127526" cy="33541"/>
              </a:xfrm>
              <a:custGeom>
                <a:rect b="b" l="l" r="r" t="t"/>
                <a:pathLst>
                  <a:path extrusionOk="0" h="44721" w="170035">
                    <a:moveTo>
                      <a:pt x="62504" y="40641"/>
                    </a:moveTo>
                    <a:cubicBezTo>
                      <a:pt x="73186" y="42477"/>
                      <a:pt x="84451" y="45899"/>
                      <a:pt x="94716" y="44313"/>
                    </a:cubicBezTo>
                    <a:cubicBezTo>
                      <a:pt x="113075" y="41392"/>
                      <a:pt x="131600" y="42060"/>
                      <a:pt x="149959" y="38806"/>
                    </a:cubicBezTo>
                    <a:cubicBezTo>
                      <a:pt x="174327" y="34550"/>
                      <a:pt x="173909" y="35551"/>
                      <a:pt x="162477" y="13270"/>
                    </a:cubicBezTo>
                    <a:cubicBezTo>
                      <a:pt x="157387" y="3423"/>
                      <a:pt x="151545" y="-82"/>
                      <a:pt x="140112" y="1"/>
                    </a:cubicBezTo>
                    <a:cubicBezTo>
                      <a:pt x="110070" y="335"/>
                      <a:pt x="80028" y="752"/>
                      <a:pt x="50070" y="3506"/>
                    </a:cubicBezTo>
                    <a:cubicBezTo>
                      <a:pt x="44479" y="4007"/>
                      <a:pt x="39639" y="3506"/>
                      <a:pt x="35300" y="2171"/>
                    </a:cubicBezTo>
                    <a:cubicBezTo>
                      <a:pt x="23366" y="11184"/>
                      <a:pt x="11600" y="20363"/>
                      <a:pt x="0" y="29710"/>
                    </a:cubicBezTo>
                    <a:cubicBezTo>
                      <a:pt x="84" y="29710"/>
                      <a:pt x="251" y="29710"/>
                      <a:pt x="334" y="29710"/>
                    </a:cubicBezTo>
                    <a:cubicBezTo>
                      <a:pt x="21197" y="32881"/>
                      <a:pt x="41808" y="37137"/>
                      <a:pt x="62587" y="406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20"/>
              <p:cNvSpPr/>
              <p:nvPr/>
            </p:nvSpPr>
            <p:spPr>
              <a:xfrm>
                <a:off x="2566443" y="2053275"/>
                <a:ext cx="119312" cy="64404"/>
              </a:xfrm>
              <a:custGeom>
                <a:rect b="b" l="l" r="r" t="t"/>
                <a:pathLst>
                  <a:path extrusionOk="0" h="85872" w="159083">
                    <a:moveTo>
                      <a:pt x="85623" y="82711"/>
                    </a:moveTo>
                    <a:cubicBezTo>
                      <a:pt x="108155" y="69192"/>
                      <a:pt x="130686" y="55756"/>
                      <a:pt x="153384" y="42488"/>
                    </a:cubicBezTo>
                    <a:cubicBezTo>
                      <a:pt x="160227" y="38482"/>
                      <a:pt x="161062" y="34560"/>
                      <a:pt x="155053" y="29219"/>
                    </a:cubicBezTo>
                    <a:cubicBezTo>
                      <a:pt x="146374" y="21625"/>
                      <a:pt x="137862" y="13865"/>
                      <a:pt x="129267" y="6187"/>
                    </a:cubicBezTo>
                    <a:cubicBezTo>
                      <a:pt x="125929" y="3183"/>
                      <a:pt x="122424" y="-656"/>
                      <a:pt x="117751" y="95"/>
                    </a:cubicBezTo>
                    <a:cubicBezTo>
                      <a:pt x="96221" y="3684"/>
                      <a:pt x="72354" y="-489"/>
                      <a:pt x="55163" y="17954"/>
                    </a:cubicBezTo>
                    <a:cubicBezTo>
                      <a:pt x="49155" y="24379"/>
                      <a:pt x="44232" y="23545"/>
                      <a:pt x="39642" y="16952"/>
                    </a:cubicBezTo>
                    <a:cubicBezTo>
                      <a:pt x="35136" y="10694"/>
                      <a:pt x="29378" y="7439"/>
                      <a:pt x="22034" y="8357"/>
                    </a:cubicBezTo>
                    <a:cubicBezTo>
                      <a:pt x="14190" y="8106"/>
                      <a:pt x="7096" y="8607"/>
                      <a:pt x="4009" y="16869"/>
                    </a:cubicBezTo>
                    <a:cubicBezTo>
                      <a:pt x="1172" y="24546"/>
                      <a:pt x="-3168" y="32140"/>
                      <a:pt x="3592" y="40318"/>
                    </a:cubicBezTo>
                    <a:cubicBezTo>
                      <a:pt x="20866" y="61097"/>
                      <a:pt x="38557" y="80791"/>
                      <a:pt x="67597" y="85297"/>
                    </a:cubicBezTo>
                    <a:cubicBezTo>
                      <a:pt x="74608" y="86382"/>
                      <a:pt x="79949" y="86132"/>
                      <a:pt x="85706" y="8279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20"/>
              <p:cNvSpPr/>
              <p:nvPr/>
            </p:nvSpPr>
            <p:spPr>
              <a:xfrm>
                <a:off x="2985780" y="1677935"/>
                <a:ext cx="108392" cy="92249"/>
              </a:xfrm>
              <a:custGeom>
                <a:rect b="b" l="l" r="r" t="t"/>
                <a:pathLst>
                  <a:path extrusionOk="0" h="122999" w="144523">
                    <a:moveTo>
                      <a:pt x="8930" y="26471"/>
                    </a:moveTo>
                    <a:cubicBezTo>
                      <a:pt x="35133" y="52090"/>
                      <a:pt x="60334" y="78126"/>
                      <a:pt x="74020" y="113425"/>
                    </a:cubicBezTo>
                    <a:cubicBezTo>
                      <a:pt x="78777" y="125776"/>
                      <a:pt x="83533" y="125859"/>
                      <a:pt x="91294" y="115511"/>
                    </a:cubicBezTo>
                    <a:cubicBezTo>
                      <a:pt x="108151" y="92897"/>
                      <a:pt x="124340" y="69864"/>
                      <a:pt x="141197" y="47250"/>
                    </a:cubicBezTo>
                    <a:cubicBezTo>
                      <a:pt x="146288" y="40407"/>
                      <a:pt x="145786" y="36151"/>
                      <a:pt x="137943" y="32312"/>
                    </a:cubicBezTo>
                    <a:cubicBezTo>
                      <a:pt x="117831" y="22465"/>
                      <a:pt x="97803" y="12284"/>
                      <a:pt x="77692" y="2187"/>
                    </a:cubicBezTo>
                    <a:cubicBezTo>
                      <a:pt x="74854" y="685"/>
                      <a:pt x="71850" y="-567"/>
                      <a:pt x="68513" y="267"/>
                    </a:cubicBezTo>
                    <a:cubicBezTo>
                      <a:pt x="46231" y="5942"/>
                      <a:pt x="22865" y="5692"/>
                      <a:pt x="0" y="12701"/>
                    </a:cubicBezTo>
                    <a:cubicBezTo>
                      <a:pt x="585" y="20295"/>
                      <a:pt x="5341" y="23133"/>
                      <a:pt x="8930" y="2647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20"/>
              <p:cNvSpPr/>
              <p:nvPr/>
            </p:nvSpPr>
            <p:spPr>
              <a:xfrm>
                <a:off x="1276209" y="1909674"/>
                <a:ext cx="907845" cy="1103760"/>
              </a:xfrm>
              <a:custGeom>
                <a:rect b="b" l="l" r="r" t="t"/>
                <a:pathLst>
                  <a:path extrusionOk="0" h="1471680" w="1210460">
                    <a:moveTo>
                      <a:pt x="5842" y="885196"/>
                    </a:moveTo>
                    <a:cubicBezTo>
                      <a:pt x="25118" y="921330"/>
                      <a:pt x="43728" y="957798"/>
                      <a:pt x="62587" y="994015"/>
                    </a:cubicBezTo>
                    <a:cubicBezTo>
                      <a:pt x="65591" y="999773"/>
                      <a:pt x="68679" y="1005030"/>
                      <a:pt x="74771" y="1008451"/>
                    </a:cubicBezTo>
                    <a:cubicBezTo>
                      <a:pt x="90960" y="1017464"/>
                      <a:pt x="106816" y="1026977"/>
                      <a:pt x="122838" y="1036407"/>
                    </a:cubicBezTo>
                    <a:cubicBezTo>
                      <a:pt x="124423" y="1039912"/>
                      <a:pt x="126009" y="1043417"/>
                      <a:pt x="127594" y="1047005"/>
                    </a:cubicBezTo>
                    <a:cubicBezTo>
                      <a:pt x="131016" y="1052346"/>
                      <a:pt x="134187" y="1057603"/>
                      <a:pt x="136691" y="1063612"/>
                    </a:cubicBezTo>
                    <a:cubicBezTo>
                      <a:pt x="144869" y="1083806"/>
                      <a:pt x="155216" y="1103250"/>
                      <a:pt x="161892" y="1123862"/>
                    </a:cubicBezTo>
                    <a:cubicBezTo>
                      <a:pt x="176079" y="1168007"/>
                      <a:pt x="210710" y="1196547"/>
                      <a:pt x="239334" y="1229843"/>
                    </a:cubicBezTo>
                    <a:cubicBezTo>
                      <a:pt x="243506" y="1234684"/>
                      <a:pt x="248764" y="1236019"/>
                      <a:pt x="254939" y="1235435"/>
                    </a:cubicBezTo>
                    <a:cubicBezTo>
                      <a:pt x="260780" y="1234934"/>
                      <a:pt x="263284" y="1232347"/>
                      <a:pt x="260613" y="1226672"/>
                    </a:cubicBezTo>
                    <a:cubicBezTo>
                      <a:pt x="259278" y="1223835"/>
                      <a:pt x="257192" y="1221248"/>
                      <a:pt x="255439" y="1218578"/>
                    </a:cubicBezTo>
                    <a:cubicBezTo>
                      <a:pt x="229487" y="1177437"/>
                      <a:pt x="203367" y="1136296"/>
                      <a:pt x="177581" y="1095072"/>
                    </a:cubicBezTo>
                    <a:cubicBezTo>
                      <a:pt x="172991" y="1087729"/>
                      <a:pt x="166565" y="1081053"/>
                      <a:pt x="166399" y="1070955"/>
                    </a:cubicBezTo>
                    <a:cubicBezTo>
                      <a:pt x="180001" y="1067116"/>
                      <a:pt x="189097" y="1070121"/>
                      <a:pt x="198026" y="1081804"/>
                    </a:cubicBezTo>
                    <a:cubicBezTo>
                      <a:pt x="239250" y="1136547"/>
                      <a:pt x="281476" y="1190539"/>
                      <a:pt x="323618" y="1244531"/>
                    </a:cubicBezTo>
                    <a:cubicBezTo>
                      <a:pt x="332130" y="1255462"/>
                      <a:pt x="338889" y="1266561"/>
                      <a:pt x="336386" y="1281165"/>
                    </a:cubicBezTo>
                    <a:cubicBezTo>
                      <a:pt x="334132" y="1294517"/>
                      <a:pt x="340475" y="1302695"/>
                      <a:pt x="352074" y="1308787"/>
                    </a:cubicBezTo>
                    <a:cubicBezTo>
                      <a:pt x="389460" y="1328564"/>
                      <a:pt x="426511" y="1348676"/>
                      <a:pt x="463730" y="1368954"/>
                    </a:cubicBezTo>
                    <a:cubicBezTo>
                      <a:pt x="470656" y="1372793"/>
                      <a:pt x="477750" y="1374378"/>
                      <a:pt x="485677" y="1374545"/>
                    </a:cubicBezTo>
                    <a:cubicBezTo>
                      <a:pt x="535997" y="1374962"/>
                      <a:pt x="527319" y="1369204"/>
                      <a:pt x="560949" y="1401583"/>
                    </a:cubicBezTo>
                    <a:cubicBezTo>
                      <a:pt x="564370" y="1404754"/>
                      <a:pt x="567458" y="1405171"/>
                      <a:pt x="570462" y="1401166"/>
                    </a:cubicBezTo>
                    <a:cubicBezTo>
                      <a:pt x="572548" y="1401166"/>
                      <a:pt x="574634" y="1401333"/>
                      <a:pt x="576804" y="1401333"/>
                    </a:cubicBezTo>
                    <a:cubicBezTo>
                      <a:pt x="576387" y="1404170"/>
                      <a:pt x="575969" y="1407091"/>
                      <a:pt x="575552" y="1409928"/>
                    </a:cubicBezTo>
                    <a:cubicBezTo>
                      <a:pt x="576053" y="1419691"/>
                      <a:pt x="580726" y="1416771"/>
                      <a:pt x="585566" y="1413099"/>
                    </a:cubicBezTo>
                    <a:cubicBezTo>
                      <a:pt x="593327" y="1413099"/>
                      <a:pt x="601088" y="1412932"/>
                      <a:pt x="608932" y="1412849"/>
                    </a:cubicBezTo>
                    <a:cubicBezTo>
                      <a:pt x="610434" y="1414100"/>
                      <a:pt x="612020" y="1415269"/>
                      <a:pt x="613522" y="1416437"/>
                    </a:cubicBezTo>
                    <a:cubicBezTo>
                      <a:pt x="621283" y="1429038"/>
                      <a:pt x="633633" y="1433544"/>
                      <a:pt x="647319" y="1435797"/>
                    </a:cubicBezTo>
                    <a:cubicBezTo>
                      <a:pt x="648654" y="1438635"/>
                      <a:pt x="651241" y="1439469"/>
                      <a:pt x="654162" y="1439720"/>
                    </a:cubicBezTo>
                    <a:cubicBezTo>
                      <a:pt x="662090" y="1448482"/>
                      <a:pt x="663425" y="1448565"/>
                      <a:pt x="666429" y="1440888"/>
                    </a:cubicBezTo>
                    <a:cubicBezTo>
                      <a:pt x="668015" y="1436882"/>
                      <a:pt x="664343" y="1430039"/>
                      <a:pt x="672187" y="1429121"/>
                    </a:cubicBezTo>
                    <a:cubicBezTo>
                      <a:pt x="676944" y="1434379"/>
                      <a:pt x="673105" y="1439052"/>
                      <a:pt x="671519" y="1443558"/>
                    </a:cubicBezTo>
                    <a:cubicBezTo>
                      <a:pt x="668182" y="1453071"/>
                      <a:pt x="672020" y="1460081"/>
                      <a:pt x="679447" y="1465088"/>
                    </a:cubicBezTo>
                    <a:cubicBezTo>
                      <a:pt x="690046" y="1472265"/>
                      <a:pt x="701979" y="1472932"/>
                      <a:pt x="714246" y="1470179"/>
                    </a:cubicBezTo>
                    <a:cubicBezTo>
                      <a:pt x="717751" y="1469428"/>
                      <a:pt x="720087" y="1467258"/>
                      <a:pt x="720004" y="1463586"/>
                    </a:cubicBezTo>
                    <a:cubicBezTo>
                      <a:pt x="719670" y="1444810"/>
                      <a:pt x="722257" y="1425950"/>
                      <a:pt x="718418" y="1406673"/>
                    </a:cubicBezTo>
                    <a:cubicBezTo>
                      <a:pt x="704065" y="1409344"/>
                      <a:pt x="693467" y="1420276"/>
                      <a:pt x="678613" y="1415853"/>
                    </a:cubicBezTo>
                    <a:cubicBezTo>
                      <a:pt x="690796" y="1410095"/>
                      <a:pt x="702980" y="1404337"/>
                      <a:pt x="716582" y="1397911"/>
                    </a:cubicBezTo>
                    <a:cubicBezTo>
                      <a:pt x="707320" y="1386312"/>
                      <a:pt x="701144" y="1376298"/>
                      <a:pt x="683453" y="1380470"/>
                    </a:cubicBezTo>
                    <a:cubicBezTo>
                      <a:pt x="669517" y="1383808"/>
                      <a:pt x="654496" y="1384476"/>
                      <a:pt x="639809" y="1385894"/>
                    </a:cubicBezTo>
                    <a:cubicBezTo>
                      <a:pt x="637806" y="1389232"/>
                      <a:pt x="635720" y="1392654"/>
                      <a:pt x="633633" y="1396159"/>
                    </a:cubicBezTo>
                    <a:cubicBezTo>
                      <a:pt x="635720" y="1392654"/>
                      <a:pt x="637722" y="1389232"/>
                      <a:pt x="639725" y="1385894"/>
                    </a:cubicBezTo>
                    <a:cubicBezTo>
                      <a:pt x="637222" y="1385811"/>
                      <a:pt x="634635" y="1385728"/>
                      <a:pt x="632131" y="1385644"/>
                    </a:cubicBezTo>
                    <a:cubicBezTo>
                      <a:pt x="633801" y="1378384"/>
                      <a:pt x="625956" y="1378634"/>
                      <a:pt x="623452" y="1374629"/>
                    </a:cubicBezTo>
                    <a:cubicBezTo>
                      <a:pt x="626290" y="1372125"/>
                      <a:pt x="629044" y="1369538"/>
                      <a:pt x="631881" y="1366951"/>
                    </a:cubicBezTo>
                    <a:cubicBezTo>
                      <a:pt x="636387" y="1355602"/>
                      <a:pt x="636554" y="1343669"/>
                      <a:pt x="635636" y="1331652"/>
                    </a:cubicBezTo>
                    <a:cubicBezTo>
                      <a:pt x="638891" y="1329900"/>
                      <a:pt x="639392" y="1326812"/>
                      <a:pt x="639224" y="1323474"/>
                    </a:cubicBezTo>
                    <a:cubicBezTo>
                      <a:pt x="646485" y="1311290"/>
                      <a:pt x="649823" y="1297438"/>
                      <a:pt x="655414" y="1284503"/>
                    </a:cubicBezTo>
                    <a:cubicBezTo>
                      <a:pt x="658585" y="1277159"/>
                      <a:pt x="655914" y="1274239"/>
                      <a:pt x="649489" y="1271485"/>
                    </a:cubicBezTo>
                    <a:cubicBezTo>
                      <a:pt x="634468" y="1265226"/>
                      <a:pt x="614273" y="1271735"/>
                      <a:pt x="606596" y="1286172"/>
                    </a:cubicBezTo>
                    <a:cubicBezTo>
                      <a:pt x="602089" y="1294600"/>
                      <a:pt x="597500" y="1303279"/>
                      <a:pt x="594412" y="1312292"/>
                    </a:cubicBezTo>
                    <a:cubicBezTo>
                      <a:pt x="591157" y="1321722"/>
                      <a:pt x="585984" y="1325560"/>
                      <a:pt x="575886" y="1324559"/>
                    </a:cubicBezTo>
                    <a:cubicBezTo>
                      <a:pt x="554857" y="1322473"/>
                      <a:pt x="533744" y="1321388"/>
                      <a:pt x="512798" y="1319468"/>
                    </a:cubicBezTo>
                    <a:cubicBezTo>
                      <a:pt x="503034" y="1318634"/>
                      <a:pt x="496776" y="1313710"/>
                      <a:pt x="494105" y="1303530"/>
                    </a:cubicBezTo>
                    <a:cubicBezTo>
                      <a:pt x="488097" y="1281248"/>
                      <a:pt x="481505" y="1259134"/>
                      <a:pt x="474411" y="1237270"/>
                    </a:cubicBezTo>
                    <a:cubicBezTo>
                      <a:pt x="469655" y="1222834"/>
                      <a:pt x="468069" y="1208898"/>
                      <a:pt x="472409" y="1193960"/>
                    </a:cubicBezTo>
                    <a:cubicBezTo>
                      <a:pt x="474662" y="1186199"/>
                      <a:pt x="476581" y="1177437"/>
                      <a:pt x="469655" y="1170344"/>
                    </a:cubicBezTo>
                    <a:cubicBezTo>
                      <a:pt x="472409" y="1167757"/>
                      <a:pt x="475079" y="1165170"/>
                      <a:pt x="477833" y="1162500"/>
                    </a:cubicBezTo>
                    <a:cubicBezTo>
                      <a:pt x="479836" y="1151818"/>
                      <a:pt x="482172" y="1141220"/>
                      <a:pt x="483841" y="1130455"/>
                    </a:cubicBezTo>
                    <a:cubicBezTo>
                      <a:pt x="485093" y="1122360"/>
                      <a:pt x="490016" y="1118605"/>
                      <a:pt x="497527" y="1116602"/>
                    </a:cubicBezTo>
                    <a:cubicBezTo>
                      <a:pt x="541588" y="1104586"/>
                      <a:pt x="546512" y="1103667"/>
                      <a:pt x="589405" y="1113348"/>
                    </a:cubicBezTo>
                    <a:cubicBezTo>
                      <a:pt x="601506" y="1116018"/>
                      <a:pt x="610268" y="1114099"/>
                      <a:pt x="619698" y="1107506"/>
                    </a:cubicBezTo>
                    <a:cubicBezTo>
                      <a:pt x="626457" y="1102833"/>
                      <a:pt x="633300" y="1097409"/>
                      <a:pt x="641978" y="1096574"/>
                    </a:cubicBezTo>
                    <a:cubicBezTo>
                      <a:pt x="661088" y="1094739"/>
                      <a:pt x="680031" y="1091901"/>
                      <a:pt x="699392" y="1092986"/>
                    </a:cubicBezTo>
                    <a:cubicBezTo>
                      <a:pt x="718502" y="1094071"/>
                      <a:pt x="718502" y="1093403"/>
                      <a:pt x="725345" y="1110844"/>
                    </a:cubicBezTo>
                    <a:cubicBezTo>
                      <a:pt x="727014" y="1115017"/>
                      <a:pt x="728349" y="1119272"/>
                      <a:pt x="729934" y="1123529"/>
                    </a:cubicBezTo>
                    <a:cubicBezTo>
                      <a:pt x="736109" y="1140302"/>
                      <a:pt x="741951" y="1157326"/>
                      <a:pt x="748544" y="1174016"/>
                    </a:cubicBezTo>
                    <a:cubicBezTo>
                      <a:pt x="752382" y="1183696"/>
                      <a:pt x="761979" y="1187618"/>
                      <a:pt x="772410" y="1184113"/>
                    </a:cubicBezTo>
                    <a:cubicBezTo>
                      <a:pt x="782257" y="1180775"/>
                      <a:pt x="778085" y="1172263"/>
                      <a:pt x="777167" y="1166171"/>
                    </a:cubicBezTo>
                    <a:cubicBezTo>
                      <a:pt x="771743" y="1130121"/>
                      <a:pt x="766068" y="1094154"/>
                      <a:pt x="759559" y="1058271"/>
                    </a:cubicBezTo>
                    <a:cubicBezTo>
                      <a:pt x="757640" y="1047422"/>
                      <a:pt x="761812" y="1041915"/>
                      <a:pt x="770157" y="1036324"/>
                    </a:cubicBezTo>
                    <a:cubicBezTo>
                      <a:pt x="792522" y="1021386"/>
                      <a:pt x="814219" y="1005364"/>
                      <a:pt x="836499" y="990343"/>
                    </a:cubicBezTo>
                    <a:cubicBezTo>
                      <a:pt x="844844" y="984752"/>
                      <a:pt x="848851" y="978576"/>
                      <a:pt x="848099" y="968229"/>
                    </a:cubicBezTo>
                    <a:cubicBezTo>
                      <a:pt x="847181" y="954793"/>
                      <a:pt x="848684" y="941191"/>
                      <a:pt x="847682" y="927839"/>
                    </a:cubicBezTo>
                    <a:cubicBezTo>
                      <a:pt x="846681" y="915322"/>
                      <a:pt x="851855" y="907143"/>
                      <a:pt x="861368" y="900217"/>
                    </a:cubicBezTo>
                    <a:cubicBezTo>
                      <a:pt x="874386" y="890954"/>
                      <a:pt x="886736" y="880607"/>
                      <a:pt x="900255" y="872011"/>
                    </a:cubicBezTo>
                    <a:cubicBezTo>
                      <a:pt x="924623" y="856239"/>
                      <a:pt x="944066" y="837129"/>
                      <a:pt x="951410" y="807838"/>
                    </a:cubicBezTo>
                    <a:cubicBezTo>
                      <a:pt x="954081" y="797240"/>
                      <a:pt x="961674" y="790731"/>
                      <a:pt x="971438" y="785891"/>
                    </a:cubicBezTo>
                    <a:cubicBezTo>
                      <a:pt x="986876" y="778214"/>
                      <a:pt x="1001897" y="769702"/>
                      <a:pt x="1017084" y="761524"/>
                    </a:cubicBezTo>
                    <a:cubicBezTo>
                      <a:pt x="1019922" y="761357"/>
                      <a:pt x="1022759" y="761190"/>
                      <a:pt x="1025596" y="761023"/>
                    </a:cubicBezTo>
                    <a:cubicBezTo>
                      <a:pt x="1033358" y="760606"/>
                      <a:pt x="1039282" y="754264"/>
                      <a:pt x="1047210" y="754013"/>
                    </a:cubicBezTo>
                    <a:cubicBezTo>
                      <a:pt x="1054053" y="753763"/>
                      <a:pt x="1056473" y="756350"/>
                      <a:pt x="1055555" y="763109"/>
                    </a:cubicBezTo>
                    <a:cubicBezTo>
                      <a:pt x="1054720" y="769702"/>
                      <a:pt x="1048629" y="775877"/>
                      <a:pt x="1053552" y="783054"/>
                    </a:cubicBezTo>
                    <a:cubicBezTo>
                      <a:pt x="1074331" y="776044"/>
                      <a:pt x="1104123" y="758770"/>
                      <a:pt x="1111634" y="749257"/>
                    </a:cubicBezTo>
                    <a:cubicBezTo>
                      <a:pt x="1104874" y="743248"/>
                      <a:pt x="1096612" y="742581"/>
                      <a:pt x="1088351" y="742998"/>
                    </a:cubicBezTo>
                    <a:cubicBezTo>
                      <a:pt x="1077502" y="743582"/>
                      <a:pt x="1071410" y="738909"/>
                      <a:pt x="1065569" y="729479"/>
                    </a:cubicBezTo>
                    <a:cubicBezTo>
                      <a:pt x="1054887" y="712122"/>
                      <a:pt x="1046626" y="696099"/>
                      <a:pt x="1062649" y="677573"/>
                    </a:cubicBezTo>
                    <a:cubicBezTo>
                      <a:pt x="1068156" y="671231"/>
                      <a:pt x="1064902" y="666641"/>
                      <a:pt x="1058809" y="661801"/>
                    </a:cubicBezTo>
                    <a:cubicBezTo>
                      <a:pt x="1052217" y="656544"/>
                      <a:pt x="1046542" y="656210"/>
                      <a:pt x="1039533" y="660132"/>
                    </a:cubicBezTo>
                    <a:cubicBezTo>
                      <a:pt x="1028267" y="666308"/>
                      <a:pt x="1016835" y="672149"/>
                      <a:pt x="1005485" y="678157"/>
                    </a:cubicBezTo>
                    <a:cubicBezTo>
                      <a:pt x="991048" y="685751"/>
                      <a:pt x="976779" y="693763"/>
                      <a:pt x="961841" y="699771"/>
                    </a:cubicBezTo>
                    <a:cubicBezTo>
                      <a:pt x="959421" y="695014"/>
                      <a:pt x="960839" y="692928"/>
                      <a:pt x="962759" y="691259"/>
                    </a:cubicBezTo>
                    <a:cubicBezTo>
                      <a:pt x="982454" y="673901"/>
                      <a:pt x="1002064" y="656377"/>
                      <a:pt x="1022009" y="639270"/>
                    </a:cubicBezTo>
                    <a:cubicBezTo>
                      <a:pt x="1028267" y="633929"/>
                      <a:pt x="1034443" y="628338"/>
                      <a:pt x="1043288" y="626919"/>
                    </a:cubicBezTo>
                    <a:cubicBezTo>
                      <a:pt x="1090604" y="619075"/>
                      <a:pt x="1137920" y="610897"/>
                      <a:pt x="1185236" y="602886"/>
                    </a:cubicBezTo>
                    <a:cubicBezTo>
                      <a:pt x="1210438" y="598630"/>
                      <a:pt x="1209771" y="598713"/>
                      <a:pt x="1210438" y="572510"/>
                    </a:cubicBezTo>
                    <a:cubicBezTo>
                      <a:pt x="1210772" y="558741"/>
                      <a:pt x="1207517" y="547893"/>
                      <a:pt x="1197253" y="538296"/>
                    </a:cubicBezTo>
                    <a:cubicBezTo>
                      <a:pt x="1189325" y="530952"/>
                      <a:pt x="1182315" y="522440"/>
                      <a:pt x="1175806" y="513761"/>
                    </a:cubicBezTo>
                    <a:cubicBezTo>
                      <a:pt x="1163957" y="497990"/>
                      <a:pt x="1149436" y="485973"/>
                      <a:pt x="1130577" y="479631"/>
                    </a:cubicBezTo>
                    <a:cubicBezTo>
                      <a:pt x="1122732" y="476960"/>
                      <a:pt x="1118476" y="471035"/>
                      <a:pt x="1114471" y="464026"/>
                    </a:cubicBezTo>
                    <a:cubicBezTo>
                      <a:pt x="1099950" y="439074"/>
                      <a:pt x="1084929" y="414373"/>
                      <a:pt x="1069992" y="389755"/>
                    </a:cubicBezTo>
                    <a:cubicBezTo>
                      <a:pt x="1062315" y="377154"/>
                      <a:pt x="1061731" y="376737"/>
                      <a:pt x="1048879" y="383497"/>
                    </a:cubicBezTo>
                    <a:cubicBezTo>
                      <a:pt x="1031855" y="392426"/>
                      <a:pt x="1015165" y="402022"/>
                      <a:pt x="998475" y="411619"/>
                    </a:cubicBezTo>
                    <a:cubicBezTo>
                      <a:pt x="983288" y="420298"/>
                      <a:pt x="982703" y="420131"/>
                      <a:pt x="977947" y="404109"/>
                    </a:cubicBezTo>
                    <a:cubicBezTo>
                      <a:pt x="974109" y="391174"/>
                      <a:pt x="970186" y="378323"/>
                      <a:pt x="966598" y="365388"/>
                    </a:cubicBezTo>
                    <a:cubicBezTo>
                      <a:pt x="964094" y="356542"/>
                      <a:pt x="960005" y="349115"/>
                      <a:pt x="952161" y="343608"/>
                    </a:cubicBezTo>
                    <a:cubicBezTo>
                      <a:pt x="939644" y="334679"/>
                      <a:pt x="927460" y="325165"/>
                      <a:pt x="915610" y="315402"/>
                    </a:cubicBezTo>
                    <a:cubicBezTo>
                      <a:pt x="905679" y="307140"/>
                      <a:pt x="894247" y="303802"/>
                      <a:pt x="881896" y="303135"/>
                    </a:cubicBezTo>
                    <a:cubicBezTo>
                      <a:pt x="871716" y="302550"/>
                      <a:pt x="861534" y="302968"/>
                      <a:pt x="851353" y="300548"/>
                    </a:cubicBezTo>
                    <a:cubicBezTo>
                      <a:pt x="842675" y="298461"/>
                      <a:pt x="837835" y="301883"/>
                      <a:pt x="835415" y="311897"/>
                    </a:cubicBezTo>
                    <a:cubicBezTo>
                      <a:pt x="831743" y="327001"/>
                      <a:pt x="832577" y="342439"/>
                      <a:pt x="829239" y="357544"/>
                    </a:cubicBezTo>
                    <a:cubicBezTo>
                      <a:pt x="821896" y="390757"/>
                      <a:pt x="820561" y="423636"/>
                      <a:pt x="840255" y="454012"/>
                    </a:cubicBezTo>
                    <a:cubicBezTo>
                      <a:pt x="844511" y="460437"/>
                      <a:pt x="843092" y="467113"/>
                      <a:pt x="841173" y="474290"/>
                    </a:cubicBezTo>
                    <a:cubicBezTo>
                      <a:pt x="832494" y="507002"/>
                      <a:pt x="824984" y="540215"/>
                      <a:pt x="815804" y="572844"/>
                    </a:cubicBezTo>
                    <a:cubicBezTo>
                      <a:pt x="804455" y="613400"/>
                      <a:pt x="814469" y="606307"/>
                      <a:pt x="770741" y="607726"/>
                    </a:cubicBezTo>
                    <a:cubicBezTo>
                      <a:pt x="759476" y="608060"/>
                      <a:pt x="754886" y="603387"/>
                      <a:pt x="751548" y="593706"/>
                    </a:cubicBezTo>
                    <a:cubicBezTo>
                      <a:pt x="743787" y="570591"/>
                      <a:pt x="734441" y="547976"/>
                      <a:pt x="727431" y="524693"/>
                    </a:cubicBezTo>
                    <a:cubicBezTo>
                      <a:pt x="723592" y="512009"/>
                      <a:pt x="716332" y="506001"/>
                      <a:pt x="704149" y="502412"/>
                    </a:cubicBezTo>
                    <a:cubicBezTo>
                      <a:pt x="659336" y="489060"/>
                      <a:pt x="614857" y="474624"/>
                      <a:pt x="569961" y="461439"/>
                    </a:cubicBezTo>
                    <a:cubicBezTo>
                      <a:pt x="558529" y="458101"/>
                      <a:pt x="551185" y="452593"/>
                      <a:pt x="546178" y="441661"/>
                    </a:cubicBezTo>
                    <a:cubicBezTo>
                      <a:pt x="536999" y="421216"/>
                      <a:pt x="527068" y="401104"/>
                      <a:pt x="516470" y="381244"/>
                    </a:cubicBezTo>
                    <a:cubicBezTo>
                      <a:pt x="511296" y="371480"/>
                      <a:pt x="511964" y="363385"/>
                      <a:pt x="517722" y="354373"/>
                    </a:cubicBezTo>
                    <a:cubicBezTo>
                      <a:pt x="534078" y="329004"/>
                      <a:pt x="549933" y="303385"/>
                      <a:pt x="565956" y="277849"/>
                    </a:cubicBezTo>
                    <a:cubicBezTo>
                      <a:pt x="570378" y="270756"/>
                      <a:pt x="575469" y="264164"/>
                      <a:pt x="581895" y="258656"/>
                    </a:cubicBezTo>
                    <a:cubicBezTo>
                      <a:pt x="608181" y="236208"/>
                      <a:pt x="634635" y="213843"/>
                      <a:pt x="660588" y="190978"/>
                    </a:cubicBezTo>
                    <a:cubicBezTo>
                      <a:pt x="667097" y="185220"/>
                      <a:pt x="673272" y="183551"/>
                      <a:pt x="681534" y="185053"/>
                    </a:cubicBezTo>
                    <a:cubicBezTo>
                      <a:pt x="695970" y="187640"/>
                      <a:pt x="710657" y="188975"/>
                      <a:pt x="725178" y="191145"/>
                    </a:cubicBezTo>
                    <a:cubicBezTo>
                      <a:pt x="733523" y="192397"/>
                      <a:pt x="738113" y="190311"/>
                      <a:pt x="739948" y="181048"/>
                    </a:cubicBezTo>
                    <a:cubicBezTo>
                      <a:pt x="745289" y="154010"/>
                      <a:pt x="751381" y="127139"/>
                      <a:pt x="757390" y="100268"/>
                    </a:cubicBezTo>
                    <a:cubicBezTo>
                      <a:pt x="759142" y="92424"/>
                      <a:pt x="754302" y="89754"/>
                      <a:pt x="748377" y="88168"/>
                    </a:cubicBezTo>
                    <a:cubicBezTo>
                      <a:pt x="738530" y="85498"/>
                      <a:pt x="728432" y="83578"/>
                      <a:pt x="718585" y="80741"/>
                    </a:cubicBezTo>
                    <a:cubicBezTo>
                      <a:pt x="709740" y="78154"/>
                      <a:pt x="704065" y="80407"/>
                      <a:pt x="699642" y="88669"/>
                    </a:cubicBezTo>
                    <a:cubicBezTo>
                      <a:pt x="690796" y="105025"/>
                      <a:pt x="681366" y="121047"/>
                      <a:pt x="671854" y="137070"/>
                    </a:cubicBezTo>
                    <a:cubicBezTo>
                      <a:pt x="665511" y="147918"/>
                      <a:pt x="662340" y="147918"/>
                      <a:pt x="656499" y="137403"/>
                    </a:cubicBezTo>
                    <a:cubicBezTo>
                      <a:pt x="653077" y="131228"/>
                      <a:pt x="650323" y="124719"/>
                      <a:pt x="647069" y="118460"/>
                    </a:cubicBezTo>
                    <a:cubicBezTo>
                      <a:pt x="621867" y="68975"/>
                      <a:pt x="637055" y="82827"/>
                      <a:pt x="584064" y="72229"/>
                    </a:cubicBezTo>
                    <a:cubicBezTo>
                      <a:pt x="562534" y="67973"/>
                      <a:pt x="563202" y="68891"/>
                      <a:pt x="562034" y="47027"/>
                    </a:cubicBezTo>
                    <a:cubicBezTo>
                      <a:pt x="561199" y="32257"/>
                      <a:pt x="570045" y="12730"/>
                      <a:pt x="556693" y="3967"/>
                    </a:cubicBezTo>
                    <a:cubicBezTo>
                      <a:pt x="545010" y="-3793"/>
                      <a:pt x="526734" y="2298"/>
                      <a:pt x="511379" y="1881"/>
                    </a:cubicBezTo>
                    <a:cubicBezTo>
                      <a:pt x="510128" y="1881"/>
                      <a:pt x="508793" y="2048"/>
                      <a:pt x="507541" y="2215"/>
                    </a:cubicBezTo>
                    <a:cubicBezTo>
                      <a:pt x="502951" y="2883"/>
                      <a:pt x="500281" y="5970"/>
                      <a:pt x="501366" y="10226"/>
                    </a:cubicBezTo>
                    <a:cubicBezTo>
                      <a:pt x="504370" y="21575"/>
                      <a:pt x="502868" y="33008"/>
                      <a:pt x="502701" y="44440"/>
                    </a:cubicBezTo>
                    <a:cubicBezTo>
                      <a:pt x="502450" y="58543"/>
                      <a:pt x="508208" y="68891"/>
                      <a:pt x="521811" y="74315"/>
                    </a:cubicBezTo>
                    <a:cubicBezTo>
                      <a:pt x="525399" y="75734"/>
                      <a:pt x="528570" y="78154"/>
                      <a:pt x="531992" y="79656"/>
                    </a:cubicBezTo>
                    <a:cubicBezTo>
                      <a:pt x="541088" y="83578"/>
                      <a:pt x="544342" y="88585"/>
                      <a:pt x="540003" y="99017"/>
                    </a:cubicBezTo>
                    <a:cubicBezTo>
                      <a:pt x="530907" y="120880"/>
                      <a:pt x="523396" y="143412"/>
                      <a:pt x="514968" y="165609"/>
                    </a:cubicBezTo>
                    <a:cubicBezTo>
                      <a:pt x="513716" y="168947"/>
                      <a:pt x="513049" y="173287"/>
                      <a:pt x="507291" y="174205"/>
                    </a:cubicBezTo>
                    <a:cubicBezTo>
                      <a:pt x="499029" y="161520"/>
                      <a:pt x="496025" y="146416"/>
                      <a:pt x="490100" y="132480"/>
                    </a:cubicBezTo>
                    <a:cubicBezTo>
                      <a:pt x="483257" y="116291"/>
                      <a:pt x="482256" y="115039"/>
                      <a:pt x="465983" y="120547"/>
                    </a:cubicBezTo>
                    <a:cubicBezTo>
                      <a:pt x="449126" y="126221"/>
                      <a:pt x="432102" y="126972"/>
                      <a:pt x="414662" y="125637"/>
                    </a:cubicBezTo>
                    <a:cubicBezTo>
                      <a:pt x="399474" y="124469"/>
                      <a:pt x="384286" y="123217"/>
                      <a:pt x="369181" y="121965"/>
                    </a:cubicBezTo>
                    <a:cubicBezTo>
                      <a:pt x="193686" y="326918"/>
                      <a:pt x="65091" y="573261"/>
                      <a:pt x="84" y="844389"/>
                    </a:cubicBezTo>
                    <a:cubicBezTo>
                      <a:pt x="84" y="849480"/>
                      <a:pt x="0" y="854487"/>
                      <a:pt x="0" y="859577"/>
                    </a:cubicBezTo>
                    <a:cubicBezTo>
                      <a:pt x="0" y="868757"/>
                      <a:pt x="1335" y="877102"/>
                      <a:pt x="5758" y="88536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20"/>
              <p:cNvSpPr/>
              <p:nvPr/>
            </p:nvSpPr>
            <p:spPr>
              <a:xfrm>
                <a:off x="3083602" y="1662802"/>
                <a:ext cx="51887" cy="25950"/>
              </a:xfrm>
              <a:custGeom>
                <a:rect b="b" l="l" r="r" t="t"/>
                <a:pathLst>
                  <a:path extrusionOk="0" h="34600" w="69183">
                    <a:moveTo>
                      <a:pt x="3592" y="5925"/>
                    </a:moveTo>
                    <a:cubicBezTo>
                      <a:pt x="21950" y="20612"/>
                      <a:pt x="38473" y="39055"/>
                      <a:pt x="65845" y="33630"/>
                    </a:cubicBezTo>
                    <a:cubicBezTo>
                      <a:pt x="66930" y="33380"/>
                      <a:pt x="68015" y="33463"/>
                      <a:pt x="69183" y="33463"/>
                    </a:cubicBezTo>
                    <a:cubicBezTo>
                      <a:pt x="46402" y="21780"/>
                      <a:pt x="23286" y="10682"/>
                      <a:pt x="3" y="0"/>
                    </a:cubicBezTo>
                    <a:cubicBezTo>
                      <a:pt x="-81" y="2086"/>
                      <a:pt x="1589" y="4256"/>
                      <a:pt x="3675" y="59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20"/>
              <p:cNvSpPr/>
              <p:nvPr/>
            </p:nvSpPr>
            <p:spPr>
              <a:xfrm>
                <a:off x="1812832" y="2842528"/>
                <a:ext cx="125801" cy="45255"/>
              </a:xfrm>
              <a:custGeom>
                <a:rect b="b" l="l" r="r" t="t"/>
                <a:pathLst>
                  <a:path extrusionOk="0" h="60340" w="167734">
                    <a:moveTo>
                      <a:pt x="120501" y="21004"/>
                    </a:moveTo>
                    <a:cubicBezTo>
                      <a:pt x="99138" y="14329"/>
                      <a:pt x="77859" y="7486"/>
                      <a:pt x="56412" y="1144"/>
                    </a:cubicBezTo>
                    <a:cubicBezTo>
                      <a:pt x="41141" y="-3363"/>
                      <a:pt x="11516" y="6067"/>
                      <a:pt x="0" y="18585"/>
                    </a:cubicBezTo>
                    <a:cubicBezTo>
                      <a:pt x="2503" y="20421"/>
                      <a:pt x="4840" y="19085"/>
                      <a:pt x="7177" y="18251"/>
                    </a:cubicBezTo>
                    <a:cubicBezTo>
                      <a:pt x="37385" y="9238"/>
                      <a:pt x="64423" y="14746"/>
                      <a:pt x="90626" y="32437"/>
                    </a:cubicBezTo>
                    <a:cubicBezTo>
                      <a:pt x="101225" y="39614"/>
                      <a:pt x="109402" y="44621"/>
                      <a:pt x="102226" y="59558"/>
                    </a:cubicBezTo>
                    <a:cubicBezTo>
                      <a:pt x="123840" y="60476"/>
                      <a:pt x="143283" y="60893"/>
                      <a:pt x="167734" y="59058"/>
                    </a:cubicBezTo>
                    <a:cubicBezTo>
                      <a:pt x="154883" y="46957"/>
                      <a:pt x="145119" y="38028"/>
                      <a:pt x="135605" y="28849"/>
                    </a:cubicBezTo>
                    <a:cubicBezTo>
                      <a:pt x="131267" y="24593"/>
                      <a:pt x="126009" y="22674"/>
                      <a:pt x="120501" y="21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20"/>
              <p:cNvSpPr/>
              <p:nvPr/>
            </p:nvSpPr>
            <p:spPr>
              <a:xfrm>
                <a:off x="2157519" y="2392195"/>
                <a:ext cx="65485" cy="38635"/>
              </a:xfrm>
              <a:custGeom>
                <a:rect b="b" l="l" r="r" t="t"/>
                <a:pathLst>
                  <a:path extrusionOk="0" h="51514" w="87314">
                    <a:moveTo>
                      <a:pt x="69990" y="11682"/>
                    </a:moveTo>
                    <a:cubicBezTo>
                      <a:pt x="57306" y="7676"/>
                      <a:pt x="44204" y="4839"/>
                      <a:pt x="31520" y="750"/>
                    </a:cubicBezTo>
                    <a:cubicBezTo>
                      <a:pt x="25178" y="-1253"/>
                      <a:pt x="21923" y="833"/>
                      <a:pt x="19252" y="6091"/>
                    </a:cubicBezTo>
                    <a:cubicBezTo>
                      <a:pt x="13327" y="17356"/>
                      <a:pt x="7152" y="28539"/>
                      <a:pt x="1561" y="39888"/>
                    </a:cubicBezTo>
                    <a:cubicBezTo>
                      <a:pt x="-1776" y="46564"/>
                      <a:pt x="143" y="51237"/>
                      <a:pt x="8237" y="51404"/>
                    </a:cubicBezTo>
                    <a:cubicBezTo>
                      <a:pt x="19670" y="51654"/>
                      <a:pt x="31102" y="51404"/>
                      <a:pt x="42702" y="51404"/>
                    </a:cubicBezTo>
                    <a:cubicBezTo>
                      <a:pt x="54302" y="51404"/>
                      <a:pt x="65567" y="51404"/>
                      <a:pt x="77000" y="51404"/>
                    </a:cubicBezTo>
                    <a:cubicBezTo>
                      <a:pt x="80922" y="51404"/>
                      <a:pt x="84927" y="50653"/>
                      <a:pt x="86513" y="46480"/>
                    </a:cubicBezTo>
                    <a:cubicBezTo>
                      <a:pt x="90268" y="36717"/>
                      <a:pt x="80171" y="14769"/>
                      <a:pt x="70074" y="1159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20"/>
              <p:cNvSpPr/>
              <p:nvPr/>
            </p:nvSpPr>
            <p:spPr>
              <a:xfrm>
                <a:off x="1779378" y="2071612"/>
                <a:ext cx="63058" cy="46199"/>
              </a:xfrm>
              <a:custGeom>
                <a:rect b="b" l="l" r="r" t="t"/>
                <a:pathLst>
                  <a:path extrusionOk="0" h="61599" w="84077">
                    <a:moveTo>
                      <a:pt x="21240" y="5270"/>
                    </a:moveTo>
                    <a:cubicBezTo>
                      <a:pt x="15982" y="15451"/>
                      <a:pt x="9891" y="25298"/>
                      <a:pt x="4716" y="35479"/>
                    </a:cubicBezTo>
                    <a:cubicBezTo>
                      <a:pt x="2296" y="40235"/>
                      <a:pt x="-3462" y="45826"/>
                      <a:pt x="2881" y="50750"/>
                    </a:cubicBezTo>
                    <a:cubicBezTo>
                      <a:pt x="8889" y="55506"/>
                      <a:pt x="13479" y="64352"/>
                      <a:pt x="23910" y="60764"/>
                    </a:cubicBezTo>
                    <a:cubicBezTo>
                      <a:pt x="43688" y="54004"/>
                      <a:pt x="63632" y="47495"/>
                      <a:pt x="83410" y="40903"/>
                    </a:cubicBezTo>
                    <a:cubicBezTo>
                      <a:pt x="83660" y="39234"/>
                      <a:pt x="83743" y="37648"/>
                      <a:pt x="84077" y="35979"/>
                    </a:cubicBezTo>
                    <a:cubicBezTo>
                      <a:pt x="67221" y="24714"/>
                      <a:pt x="50447" y="13448"/>
                      <a:pt x="33674" y="2182"/>
                    </a:cubicBezTo>
                    <a:cubicBezTo>
                      <a:pt x="28416" y="-1323"/>
                      <a:pt x="24494" y="-822"/>
                      <a:pt x="21323" y="527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20"/>
              <p:cNvSpPr/>
              <p:nvPr/>
            </p:nvSpPr>
            <p:spPr>
              <a:xfrm>
                <a:off x="1671385" y="1848623"/>
                <a:ext cx="49944" cy="41561"/>
              </a:xfrm>
              <a:custGeom>
                <a:rect b="b" l="l" r="r" t="t"/>
                <a:pathLst>
                  <a:path extrusionOk="0" h="55415" w="66592">
                    <a:moveTo>
                      <a:pt x="8261" y="55244"/>
                    </a:moveTo>
                    <a:cubicBezTo>
                      <a:pt x="13685" y="53992"/>
                      <a:pt x="20945" y="52073"/>
                      <a:pt x="17941" y="44145"/>
                    </a:cubicBezTo>
                    <a:cubicBezTo>
                      <a:pt x="14103" y="33797"/>
                      <a:pt x="20779" y="31961"/>
                      <a:pt x="27788" y="29708"/>
                    </a:cubicBezTo>
                    <a:cubicBezTo>
                      <a:pt x="33797" y="27705"/>
                      <a:pt x="40056" y="26120"/>
                      <a:pt x="46064" y="23867"/>
                    </a:cubicBezTo>
                    <a:cubicBezTo>
                      <a:pt x="56078" y="20111"/>
                      <a:pt x="63088" y="13352"/>
                      <a:pt x="66593" y="250"/>
                    </a:cubicBezTo>
                    <a:cubicBezTo>
                      <a:pt x="59750" y="250"/>
                      <a:pt x="53742" y="84"/>
                      <a:pt x="47984" y="0"/>
                    </a:cubicBezTo>
                    <a:cubicBezTo>
                      <a:pt x="31711" y="13602"/>
                      <a:pt x="15688" y="27455"/>
                      <a:pt x="0" y="41641"/>
                    </a:cubicBezTo>
                    <a:cubicBezTo>
                      <a:pt x="334" y="43394"/>
                      <a:pt x="584" y="45063"/>
                      <a:pt x="834" y="46815"/>
                    </a:cubicBezTo>
                    <a:cubicBezTo>
                      <a:pt x="1419" y="51238"/>
                      <a:pt x="1752" y="56662"/>
                      <a:pt x="8345" y="551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20"/>
              <p:cNvSpPr/>
              <p:nvPr/>
            </p:nvSpPr>
            <p:spPr>
              <a:xfrm>
                <a:off x="2944512" y="2242234"/>
                <a:ext cx="22192" cy="47065"/>
              </a:xfrm>
              <a:custGeom>
                <a:rect b="b" l="l" r="r" t="t"/>
                <a:pathLst>
                  <a:path extrusionOk="0" h="62754" w="29590">
                    <a:moveTo>
                      <a:pt x="15136" y="62754"/>
                    </a:moveTo>
                    <a:cubicBezTo>
                      <a:pt x="19559" y="62754"/>
                      <a:pt x="22980" y="60668"/>
                      <a:pt x="23481" y="56496"/>
                    </a:cubicBezTo>
                    <a:cubicBezTo>
                      <a:pt x="25734" y="37970"/>
                      <a:pt x="31576" y="19694"/>
                      <a:pt x="28905" y="0"/>
                    </a:cubicBezTo>
                    <a:cubicBezTo>
                      <a:pt x="699" y="15188"/>
                      <a:pt x="-5727" y="30709"/>
                      <a:pt x="4704" y="55744"/>
                    </a:cubicBezTo>
                    <a:cubicBezTo>
                      <a:pt x="6708" y="60334"/>
                      <a:pt x="10045" y="62671"/>
                      <a:pt x="15053" y="6275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20"/>
              <p:cNvSpPr/>
              <p:nvPr/>
            </p:nvSpPr>
            <p:spPr>
              <a:xfrm>
                <a:off x="1978376" y="2893968"/>
                <a:ext cx="27350" cy="25088"/>
              </a:xfrm>
              <a:custGeom>
                <a:rect b="b" l="l" r="r" t="t"/>
                <a:pathLst>
                  <a:path extrusionOk="0" h="33451" w="36467">
                    <a:moveTo>
                      <a:pt x="31710" y="5408"/>
                    </a:moveTo>
                    <a:cubicBezTo>
                      <a:pt x="11850" y="-3271"/>
                      <a:pt x="9430" y="-2520"/>
                      <a:pt x="0" y="15172"/>
                    </a:cubicBezTo>
                    <a:cubicBezTo>
                      <a:pt x="0" y="15172"/>
                      <a:pt x="0" y="15172"/>
                      <a:pt x="0" y="15172"/>
                    </a:cubicBezTo>
                    <a:cubicBezTo>
                      <a:pt x="84" y="19010"/>
                      <a:pt x="84" y="22765"/>
                      <a:pt x="251" y="26604"/>
                    </a:cubicBezTo>
                    <a:cubicBezTo>
                      <a:pt x="251" y="29275"/>
                      <a:pt x="1168" y="31611"/>
                      <a:pt x="3838" y="32779"/>
                    </a:cubicBezTo>
                    <a:cubicBezTo>
                      <a:pt x="7177" y="34198"/>
                      <a:pt x="10765" y="33363"/>
                      <a:pt x="12100" y="30359"/>
                    </a:cubicBezTo>
                    <a:cubicBezTo>
                      <a:pt x="17107" y="19761"/>
                      <a:pt x="27788" y="16590"/>
                      <a:pt x="36467" y="12418"/>
                    </a:cubicBezTo>
                    <a:cubicBezTo>
                      <a:pt x="36217" y="7661"/>
                      <a:pt x="33880" y="6493"/>
                      <a:pt x="31628" y="54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20"/>
              <p:cNvSpPr/>
              <p:nvPr/>
            </p:nvSpPr>
            <p:spPr>
              <a:xfrm>
                <a:off x="1978313" y="2905347"/>
                <a:ext cx="62" cy="124"/>
              </a:xfrm>
              <a:custGeom>
                <a:rect b="b" l="l" r="r" t="t"/>
                <a:pathLst>
                  <a:path extrusionOk="0" h="166" w="83">
                    <a:moveTo>
                      <a:pt x="0" y="167"/>
                    </a:moveTo>
                    <a:cubicBezTo>
                      <a:pt x="0" y="167"/>
                      <a:pt x="0" y="83"/>
                      <a:pt x="84" y="0"/>
                    </a:cubicBezTo>
                    <a:cubicBezTo>
                      <a:pt x="84" y="0"/>
                      <a:pt x="84" y="83"/>
                      <a:pt x="0" y="167"/>
                    </a:cubicBezTo>
                    <a:cubicBezTo>
                      <a:pt x="0" y="167"/>
                      <a:pt x="0" y="167"/>
                      <a:pt x="0" y="16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20"/>
              <p:cNvSpPr/>
              <p:nvPr/>
            </p:nvSpPr>
            <p:spPr>
              <a:xfrm>
                <a:off x="1956408" y="2889568"/>
                <a:ext cx="21842" cy="25463"/>
              </a:xfrm>
              <a:custGeom>
                <a:rect b="b" l="l" r="r" t="t"/>
                <a:pathLst>
                  <a:path extrusionOk="0" h="33950" w="29123">
                    <a:moveTo>
                      <a:pt x="23116" y="9"/>
                    </a:moveTo>
                    <a:cubicBezTo>
                      <a:pt x="18860" y="-158"/>
                      <a:pt x="15021" y="2095"/>
                      <a:pt x="14854" y="6184"/>
                    </a:cubicBezTo>
                    <a:cubicBezTo>
                      <a:pt x="14520" y="16699"/>
                      <a:pt x="8763" y="23709"/>
                      <a:pt x="0" y="29884"/>
                    </a:cubicBezTo>
                    <a:cubicBezTo>
                      <a:pt x="19027" y="36309"/>
                      <a:pt x="19110" y="36309"/>
                      <a:pt x="29124" y="21121"/>
                    </a:cubicBezTo>
                    <a:cubicBezTo>
                      <a:pt x="29040" y="16782"/>
                      <a:pt x="28790" y="12359"/>
                      <a:pt x="28873" y="8020"/>
                    </a:cubicBezTo>
                    <a:cubicBezTo>
                      <a:pt x="28873" y="3764"/>
                      <a:pt x="27955" y="259"/>
                      <a:pt x="23116" y="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20"/>
              <p:cNvSpPr/>
              <p:nvPr/>
            </p:nvSpPr>
            <p:spPr>
              <a:xfrm>
                <a:off x="2728789" y="2291485"/>
                <a:ext cx="18103" cy="18719"/>
              </a:xfrm>
              <a:custGeom>
                <a:rect b="b" l="l" r="r" t="t"/>
                <a:pathLst>
                  <a:path extrusionOk="0" h="24958" w="24137">
                    <a:moveTo>
                      <a:pt x="9858" y="24875"/>
                    </a:moveTo>
                    <a:cubicBezTo>
                      <a:pt x="12862" y="24124"/>
                      <a:pt x="16283" y="24041"/>
                      <a:pt x="18954" y="22622"/>
                    </a:cubicBezTo>
                    <a:cubicBezTo>
                      <a:pt x="25546" y="18867"/>
                      <a:pt x="25880" y="10522"/>
                      <a:pt x="19789" y="3512"/>
                    </a:cubicBezTo>
                    <a:cubicBezTo>
                      <a:pt x="14698" y="-2413"/>
                      <a:pt x="9357" y="174"/>
                      <a:pt x="4851" y="3846"/>
                    </a:cubicBezTo>
                    <a:cubicBezTo>
                      <a:pt x="-2993" y="10272"/>
                      <a:pt x="-1324" y="16280"/>
                      <a:pt x="9858" y="2495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2041246" y="2905722"/>
                <a:ext cx="12951" cy="7388"/>
              </a:xfrm>
              <a:custGeom>
                <a:rect b="b" l="l" r="r" t="t"/>
                <a:pathLst>
                  <a:path extrusionOk="0" h="9850" w="17268">
                    <a:moveTo>
                      <a:pt x="9220" y="0"/>
                    </a:moveTo>
                    <a:cubicBezTo>
                      <a:pt x="5882" y="667"/>
                      <a:pt x="541" y="-1502"/>
                      <a:pt x="40" y="3922"/>
                    </a:cubicBezTo>
                    <a:cubicBezTo>
                      <a:pt x="-461" y="8679"/>
                      <a:pt x="3879" y="9931"/>
                      <a:pt x="7884" y="9847"/>
                    </a:cubicBezTo>
                    <a:cubicBezTo>
                      <a:pt x="11723" y="9847"/>
                      <a:pt x="16480" y="9263"/>
                      <a:pt x="17147" y="5007"/>
                    </a:cubicBezTo>
                    <a:cubicBezTo>
                      <a:pt x="18148" y="-1085"/>
                      <a:pt x="12724" y="584"/>
                      <a:pt x="9220" y="8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1892926" y="2912077"/>
                <a:ext cx="14976" cy="7916"/>
              </a:xfrm>
              <a:custGeom>
                <a:rect b="b" l="l" r="r" t="t"/>
                <a:pathLst>
                  <a:path extrusionOk="0" h="10555" w="19968">
                    <a:moveTo>
                      <a:pt x="9370" y="1959"/>
                    </a:moveTo>
                    <a:cubicBezTo>
                      <a:pt x="6199" y="1291"/>
                      <a:pt x="1693" y="-2631"/>
                      <a:pt x="191" y="2960"/>
                    </a:cubicBezTo>
                    <a:cubicBezTo>
                      <a:pt x="-977" y="7300"/>
                      <a:pt x="3446" y="9386"/>
                      <a:pt x="7200" y="9970"/>
                    </a:cubicBezTo>
                    <a:cubicBezTo>
                      <a:pt x="11456" y="10638"/>
                      <a:pt x="15963" y="11722"/>
                      <a:pt x="19969" y="6716"/>
                    </a:cubicBezTo>
                    <a:cubicBezTo>
                      <a:pt x="17048" y="1709"/>
                      <a:pt x="12792" y="2710"/>
                      <a:pt x="9370" y="195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3409097" y="3364993"/>
                <a:ext cx="86507" cy="181122"/>
              </a:xfrm>
              <a:custGeom>
                <a:rect b="b" l="l" r="r" t="t"/>
                <a:pathLst>
                  <a:path extrusionOk="0" h="241496" w="115343">
                    <a:moveTo>
                      <a:pt x="84399" y="7086"/>
                    </a:moveTo>
                    <a:cubicBezTo>
                      <a:pt x="66457" y="24360"/>
                      <a:pt x="49601" y="43053"/>
                      <a:pt x="30741" y="59325"/>
                    </a:cubicBezTo>
                    <a:cubicBezTo>
                      <a:pt x="15136" y="72844"/>
                      <a:pt x="8627" y="87782"/>
                      <a:pt x="12049" y="107977"/>
                    </a:cubicBezTo>
                    <a:cubicBezTo>
                      <a:pt x="13634" y="117323"/>
                      <a:pt x="15220" y="127754"/>
                      <a:pt x="9712" y="136182"/>
                    </a:cubicBezTo>
                    <a:cubicBezTo>
                      <a:pt x="-4141" y="157796"/>
                      <a:pt x="-1554" y="179326"/>
                      <a:pt x="7375" y="201607"/>
                    </a:cubicBezTo>
                    <a:cubicBezTo>
                      <a:pt x="10463" y="209284"/>
                      <a:pt x="11798" y="217629"/>
                      <a:pt x="14135" y="225557"/>
                    </a:cubicBezTo>
                    <a:cubicBezTo>
                      <a:pt x="18808" y="241329"/>
                      <a:pt x="19225" y="241496"/>
                      <a:pt x="35414" y="241496"/>
                    </a:cubicBezTo>
                    <a:cubicBezTo>
                      <a:pt x="51604" y="241496"/>
                      <a:pt x="52438" y="240995"/>
                      <a:pt x="57612" y="226225"/>
                    </a:cubicBezTo>
                    <a:cubicBezTo>
                      <a:pt x="58446" y="223805"/>
                      <a:pt x="59113" y="221385"/>
                      <a:pt x="59865" y="218881"/>
                    </a:cubicBezTo>
                    <a:cubicBezTo>
                      <a:pt x="77222" y="161384"/>
                      <a:pt x="94330" y="103804"/>
                      <a:pt x="112438" y="46474"/>
                    </a:cubicBezTo>
                    <a:cubicBezTo>
                      <a:pt x="117195" y="31537"/>
                      <a:pt x="116944" y="19854"/>
                      <a:pt x="105345" y="8087"/>
                    </a:cubicBezTo>
                    <a:cubicBezTo>
                      <a:pt x="95248" y="-1927"/>
                      <a:pt x="94579" y="-3012"/>
                      <a:pt x="84399" y="69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2745963" y="2220733"/>
                <a:ext cx="93788" cy="169907"/>
              </a:xfrm>
              <a:custGeom>
                <a:rect b="b" l="l" r="r" t="t"/>
                <a:pathLst>
                  <a:path extrusionOk="0" h="226543" w="125051">
                    <a:moveTo>
                      <a:pt x="17251" y="87084"/>
                    </a:moveTo>
                    <a:cubicBezTo>
                      <a:pt x="20339" y="95512"/>
                      <a:pt x="18419" y="105193"/>
                      <a:pt x="31855" y="104108"/>
                    </a:cubicBezTo>
                    <a:cubicBezTo>
                      <a:pt x="35860" y="103774"/>
                      <a:pt x="38782" y="106778"/>
                      <a:pt x="41034" y="110116"/>
                    </a:cubicBezTo>
                    <a:cubicBezTo>
                      <a:pt x="53218" y="128308"/>
                      <a:pt x="50882" y="140408"/>
                      <a:pt x="32523" y="152592"/>
                    </a:cubicBezTo>
                    <a:cubicBezTo>
                      <a:pt x="30353" y="154011"/>
                      <a:pt x="28016" y="155095"/>
                      <a:pt x="26014" y="156681"/>
                    </a:cubicBezTo>
                    <a:cubicBezTo>
                      <a:pt x="14080" y="166194"/>
                      <a:pt x="15332" y="179963"/>
                      <a:pt x="28684" y="187140"/>
                    </a:cubicBezTo>
                    <a:cubicBezTo>
                      <a:pt x="31271" y="188559"/>
                      <a:pt x="35109" y="188308"/>
                      <a:pt x="36194" y="193399"/>
                    </a:cubicBezTo>
                    <a:cubicBezTo>
                      <a:pt x="26430" y="205249"/>
                      <a:pt x="8573" y="209087"/>
                      <a:pt x="311" y="223608"/>
                    </a:cubicBezTo>
                    <a:cubicBezTo>
                      <a:pt x="3649" y="226445"/>
                      <a:pt x="6153" y="226862"/>
                      <a:pt x="8656" y="226362"/>
                    </a:cubicBezTo>
                    <a:cubicBezTo>
                      <a:pt x="38531" y="219852"/>
                      <a:pt x="68573" y="213427"/>
                      <a:pt x="98364" y="206584"/>
                    </a:cubicBezTo>
                    <a:cubicBezTo>
                      <a:pt x="103288" y="205416"/>
                      <a:pt x="107794" y="202578"/>
                      <a:pt x="112300" y="200242"/>
                    </a:cubicBezTo>
                    <a:cubicBezTo>
                      <a:pt x="116974" y="197905"/>
                      <a:pt x="117058" y="194734"/>
                      <a:pt x="113302" y="191313"/>
                    </a:cubicBezTo>
                    <a:cubicBezTo>
                      <a:pt x="111132" y="189310"/>
                      <a:pt x="107294" y="188475"/>
                      <a:pt x="107961" y="183969"/>
                    </a:cubicBezTo>
                    <a:cubicBezTo>
                      <a:pt x="111216" y="178461"/>
                      <a:pt x="118810" y="177877"/>
                      <a:pt x="122148" y="171869"/>
                    </a:cubicBezTo>
                    <a:cubicBezTo>
                      <a:pt x="126570" y="163941"/>
                      <a:pt x="126486" y="157849"/>
                      <a:pt x="118059" y="154595"/>
                    </a:cubicBezTo>
                    <a:cubicBezTo>
                      <a:pt x="103121" y="148920"/>
                      <a:pt x="97279" y="136570"/>
                      <a:pt x="90854" y="123969"/>
                    </a:cubicBezTo>
                    <a:cubicBezTo>
                      <a:pt x="84762" y="112035"/>
                      <a:pt x="78086" y="100352"/>
                      <a:pt x="71828" y="88419"/>
                    </a:cubicBezTo>
                    <a:cubicBezTo>
                      <a:pt x="69074" y="83245"/>
                      <a:pt x="66320" y="78238"/>
                      <a:pt x="60812" y="75485"/>
                    </a:cubicBezTo>
                    <a:cubicBezTo>
                      <a:pt x="46709" y="68642"/>
                      <a:pt x="40033" y="58961"/>
                      <a:pt x="47877" y="43273"/>
                    </a:cubicBezTo>
                    <a:cubicBezTo>
                      <a:pt x="48962" y="41103"/>
                      <a:pt x="48545" y="38266"/>
                      <a:pt x="48545" y="35679"/>
                    </a:cubicBezTo>
                    <a:cubicBezTo>
                      <a:pt x="48712" y="31089"/>
                      <a:pt x="46291" y="28669"/>
                      <a:pt x="41869" y="27918"/>
                    </a:cubicBezTo>
                    <a:cubicBezTo>
                      <a:pt x="37029" y="27084"/>
                      <a:pt x="30437" y="29587"/>
                      <a:pt x="27766" y="24413"/>
                    </a:cubicBezTo>
                    <a:cubicBezTo>
                      <a:pt x="25012" y="19072"/>
                      <a:pt x="29518" y="13481"/>
                      <a:pt x="30686" y="7890"/>
                    </a:cubicBezTo>
                    <a:cubicBezTo>
                      <a:pt x="31104" y="6054"/>
                      <a:pt x="31104" y="4218"/>
                      <a:pt x="31271" y="2383"/>
                    </a:cubicBezTo>
                    <a:cubicBezTo>
                      <a:pt x="14748" y="-1706"/>
                      <a:pt x="6569" y="-789"/>
                      <a:pt x="4066" y="7139"/>
                    </a:cubicBezTo>
                    <a:cubicBezTo>
                      <a:pt x="1229" y="16569"/>
                      <a:pt x="-3110" y="26166"/>
                      <a:pt x="3398" y="36513"/>
                    </a:cubicBezTo>
                    <a:cubicBezTo>
                      <a:pt x="12995" y="51701"/>
                      <a:pt x="11326" y="70394"/>
                      <a:pt x="17251" y="8708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0"/>
              <p:cNvSpPr/>
              <p:nvPr/>
            </p:nvSpPr>
            <p:spPr>
              <a:xfrm>
                <a:off x="2696807" y="2293932"/>
                <a:ext cx="45157" cy="67763"/>
              </a:xfrm>
              <a:custGeom>
                <a:rect b="b" l="l" r="r" t="t"/>
                <a:pathLst>
                  <a:path extrusionOk="0" h="90350" w="60209">
                    <a:moveTo>
                      <a:pt x="16033" y="88957"/>
                    </a:moveTo>
                    <a:cubicBezTo>
                      <a:pt x="20206" y="87455"/>
                      <a:pt x="24462" y="86037"/>
                      <a:pt x="28634" y="84701"/>
                    </a:cubicBezTo>
                    <a:cubicBezTo>
                      <a:pt x="59261" y="74437"/>
                      <a:pt x="58926" y="74437"/>
                      <a:pt x="60178" y="41558"/>
                    </a:cubicBezTo>
                    <a:cubicBezTo>
                      <a:pt x="60429" y="33463"/>
                      <a:pt x="59261" y="26871"/>
                      <a:pt x="52751" y="21780"/>
                    </a:cubicBezTo>
                    <a:cubicBezTo>
                      <a:pt x="48245" y="22949"/>
                      <a:pt x="43572" y="23115"/>
                      <a:pt x="39733" y="20612"/>
                    </a:cubicBezTo>
                    <a:cubicBezTo>
                      <a:pt x="32139" y="15438"/>
                      <a:pt x="41068" y="6509"/>
                      <a:pt x="36228" y="0"/>
                    </a:cubicBezTo>
                    <a:cubicBezTo>
                      <a:pt x="25129" y="13018"/>
                      <a:pt x="25212" y="13435"/>
                      <a:pt x="15533" y="15104"/>
                    </a:cubicBezTo>
                    <a:cubicBezTo>
                      <a:pt x="9441" y="16106"/>
                      <a:pt x="4100" y="16940"/>
                      <a:pt x="2932" y="24200"/>
                    </a:cubicBezTo>
                    <a:cubicBezTo>
                      <a:pt x="1847" y="31127"/>
                      <a:pt x="5936" y="34715"/>
                      <a:pt x="11444" y="37552"/>
                    </a:cubicBezTo>
                    <a:cubicBezTo>
                      <a:pt x="19873" y="41892"/>
                      <a:pt x="19622" y="47650"/>
                      <a:pt x="14281" y="54576"/>
                    </a:cubicBezTo>
                    <a:cubicBezTo>
                      <a:pt x="10025" y="60167"/>
                      <a:pt x="6270" y="66092"/>
                      <a:pt x="2098" y="71683"/>
                    </a:cubicBezTo>
                    <a:cubicBezTo>
                      <a:pt x="-1575" y="76690"/>
                      <a:pt x="177" y="81280"/>
                      <a:pt x="2765" y="85953"/>
                    </a:cubicBezTo>
                    <a:cubicBezTo>
                      <a:pt x="6103" y="91795"/>
                      <a:pt x="11026" y="90710"/>
                      <a:pt x="16117" y="8895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20"/>
              <p:cNvSpPr/>
              <p:nvPr/>
            </p:nvSpPr>
            <p:spPr>
              <a:xfrm>
                <a:off x="2600806" y="1934597"/>
                <a:ext cx="1244360" cy="1751125"/>
              </a:xfrm>
              <a:custGeom>
                <a:rect b="b" l="l" r="r" t="t"/>
                <a:pathLst>
                  <a:path extrusionOk="0" h="2334833" w="1659147">
                    <a:moveTo>
                      <a:pt x="1137836" y="126121"/>
                    </a:moveTo>
                    <a:cubicBezTo>
                      <a:pt x="1125486" y="114938"/>
                      <a:pt x="1112552" y="104424"/>
                      <a:pt x="1099784" y="93659"/>
                    </a:cubicBezTo>
                    <a:cubicBezTo>
                      <a:pt x="1096446" y="90821"/>
                      <a:pt x="1093107" y="86732"/>
                      <a:pt x="1088184" y="89403"/>
                    </a:cubicBezTo>
                    <a:cubicBezTo>
                      <a:pt x="1084262" y="91656"/>
                      <a:pt x="1085764" y="96246"/>
                      <a:pt x="1085764" y="99917"/>
                    </a:cubicBezTo>
                    <a:cubicBezTo>
                      <a:pt x="1085598" y="119194"/>
                      <a:pt x="1086683" y="138388"/>
                      <a:pt x="1083177" y="157581"/>
                    </a:cubicBezTo>
                    <a:cubicBezTo>
                      <a:pt x="1080590" y="171517"/>
                      <a:pt x="1080006" y="172101"/>
                      <a:pt x="1068073" y="165175"/>
                    </a:cubicBezTo>
                    <a:cubicBezTo>
                      <a:pt x="1065319" y="163590"/>
                      <a:pt x="1062649" y="161837"/>
                      <a:pt x="1059895" y="160168"/>
                    </a:cubicBezTo>
                    <a:cubicBezTo>
                      <a:pt x="1048045" y="153075"/>
                      <a:pt x="1048462" y="153409"/>
                      <a:pt x="1038365" y="164090"/>
                    </a:cubicBezTo>
                    <a:cubicBezTo>
                      <a:pt x="1020256" y="183200"/>
                      <a:pt x="1001396" y="201559"/>
                      <a:pt x="983454" y="220753"/>
                    </a:cubicBezTo>
                    <a:cubicBezTo>
                      <a:pt x="976779" y="227762"/>
                      <a:pt x="970854" y="227846"/>
                      <a:pt x="963010" y="223590"/>
                    </a:cubicBezTo>
                    <a:cubicBezTo>
                      <a:pt x="953997" y="218666"/>
                      <a:pt x="944901" y="213409"/>
                      <a:pt x="935305" y="210238"/>
                    </a:cubicBezTo>
                    <a:cubicBezTo>
                      <a:pt x="924623" y="206733"/>
                      <a:pt x="918114" y="199807"/>
                      <a:pt x="912606" y="190794"/>
                    </a:cubicBezTo>
                    <a:cubicBezTo>
                      <a:pt x="901925" y="173270"/>
                      <a:pt x="890658" y="156079"/>
                      <a:pt x="879727" y="138721"/>
                    </a:cubicBezTo>
                    <a:cubicBezTo>
                      <a:pt x="877808" y="135717"/>
                      <a:pt x="874136" y="132963"/>
                      <a:pt x="877557" y="127873"/>
                    </a:cubicBezTo>
                    <a:cubicBezTo>
                      <a:pt x="880812" y="126788"/>
                      <a:pt x="884317" y="127539"/>
                      <a:pt x="888156" y="128541"/>
                    </a:cubicBezTo>
                    <a:cubicBezTo>
                      <a:pt x="915277" y="136302"/>
                      <a:pt x="942398" y="143812"/>
                      <a:pt x="969519" y="151489"/>
                    </a:cubicBezTo>
                    <a:cubicBezTo>
                      <a:pt x="977613" y="153742"/>
                      <a:pt x="985708" y="156747"/>
                      <a:pt x="993553" y="151322"/>
                    </a:cubicBezTo>
                    <a:cubicBezTo>
                      <a:pt x="1008156" y="141308"/>
                      <a:pt x="1022927" y="131378"/>
                      <a:pt x="1035194" y="119862"/>
                    </a:cubicBezTo>
                    <a:cubicBezTo>
                      <a:pt x="1034443" y="115439"/>
                      <a:pt x="1032190" y="114020"/>
                      <a:pt x="1029936" y="113019"/>
                    </a:cubicBezTo>
                    <a:cubicBezTo>
                      <a:pt x="999061" y="98833"/>
                      <a:pt x="967433" y="85898"/>
                      <a:pt x="937391" y="70209"/>
                    </a:cubicBezTo>
                    <a:cubicBezTo>
                      <a:pt x="905096" y="53352"/>
                      <a:pt x="871633" y="46092"/>
                      <a:pt x="835582" y="49681"/>
                    </a:cubicBezTo>
                    <a:cubicBezTo>
                      <a:pt x="834330" y="49848"/>
                      <a:pt x="832995" y="49681"/>
                      <a:pt x="831743" y="49681"/>
                    </a:cubicBezTo>
                    <a:cubicBezTo>
                      <a:pt x="830075" y="46843"/>
                      <a:pt x="827320" y="46259"/>
                      <a:pt x="824400" y="46176"/>
                    </a:cubicBezTo>
                    <a:cubicBezTo>
                      <a:pt x="824400" y="39750"/>
                      <a:pt x="824400" y="33325"/>
                      <a:pt x="824233" y="26899"/>
                    </a:cubicBezTo>
                    <a:cubicBezTo>
                      <a:pt x="823982" y="-2058"/>
                      <a:pt x="827822" y="445"/>
                      <a:pt x="797028" y="779"/>
                    </a:cubicBezTo>
                    <a:cubicBezTo>
                      <a:pt x="782424" y="946"/>
                      <a:pt x="767321" y="-2308"/>
                      <a:pt x="753217" y="3366"/>
                    </a:cubicBezTo>
                    <a:cubicBezTo>
                      <a:pt x="703147" y="23144"/>
                      <a:pt x="653328" y="43255"/>
                      <a:pt x="603342" y="63199"/>
                    </a:cubicBezTo>
                    <a:cubicBezTo>
                      <a:pt x="597250" y="65620"/>
                      <a:pt x="592660" y="69375"/>
                      <a:pt x="588654" y="74883"/>
                    </a:cubicBezTo>
                    <a:cubicBezTo>
                      <a:pt x="557110" y="119194"/>
                      <a:pt x="524648" y="163005"/>
                      <a:pt x="493438" y="207651"/>
                    </a:cubicBezTo>
                    <a:cubicBezTo>
                      <a:pt x="480003" y="226844"/>
                      <a:pt x="465399" y="243701"/>
                      <a:pt x="444453" y="254967"/>
                    </a:cubicBezTo>
                    <a:cubicBezTo>
                      <a:pt x="434856" y="260141"/>
                      <a:pt x="426511" y="267484"/>
                      <a:pt x="417081" y="272658"/>
                    </a:cubicBezTo>
                    <a:cubicBezTo>
                      <a:pt x="405565" y="279000"/>
                      <a:pt x="401143" y="288430"/>
                      <a:pt x="401060" y="301031"/>
                    </a:cubicBezTo>
                    <a:cubicBezTo>
                      <a:pt x="401060" y="310628"/>
                      <a:pt x="401060" y="320475"/>
                      <a:pt x="398973" y="329654"/>
                    </a:cubicBezTo>
                    <a:cubicBezTo>
                      <a:pt x="396470" y="340002"/>
                      <a:pt x="398890" y="348514"/>
                      <a:pt x="404147" y="357026"/>
                    </a:cubicBezTo>
                    <a:cubicBezTo>
                      <a:pt x="408487" y="364119"/>
                      <a:pt x="412659" y="371379"/>
                      <a:pt x="417248" y="378306"/>
                    </a:cubicBezTo>
                    <a:cubicBezTo>
                      <a:pt x="425177" y="390489"/>
                      <a:pt x="427513" y="391324"/>
                      <a:pt x="440782" y="385316"/>
                    </a:cubicBezTo>
                    <a:cubicBezTo>
                      <a:pt x="460643" y="376386"/>
                      <a:pt x="480337" y="366873"/>
                      <a:pt x="500031" y="357610"/>
                    </a:cubicBezTo>
                    <a:cubicBezTo>
                      <a:pt x="502451" y="357860"/>
                      <a:pt x="504871" y="358027"/>
                      <a:pt x="507375" y="358278"/>
                    </a:cubicBezTo>
                    <a:cubicBezTo>
                      <a:pt x="514802" y="387652"/>
                      <a:pt x="529989" y="414022"/>
                      <a:pt x="540004" y="442395"/>
                    </a:cubicBezTo>
                    <a:cubicBezTo>
                      <a:pt x="542590" y="449655"/>
                      <a:pt x="547430" y="449738"/>
                      <a:pt x="553772" y="446818"/>
                    </a:cubicBezTo>
                    <a:cubicBezTo>
                      <a:pt x="563036" y="442562"/>
                      <a:pt x="572632" y="438640"/>
                      <a:pt x="582312" y="435302"/>
                    </a:cubicBezTo>
                    <a:cubicBezTo>
                      <a:pt x="591491" y="432131"/>
                      <a:pt x="597250" y="426289"/>
                      <a:pt x="600754" y="417193"/>
                    </a:cubicBezTo>
                    <a:cubicBezTo>
                      <a:pt x="606929" y="401087"/>
                      <a:pt x="612688" y="384481"/>
                      <a:pt x="621033" y="369543"/>
                    </a:cubicBezTo>
                    <a:cubicBezTo>
                      <a:pt x="630546" y="352353"/>
                      <a:pt x="628126" y="338333"/>
                      <a:pt x="616276" y="323813"/>
                    </a:cubicBezTo>
                    <a:cubicBezTo>
                      <a:pt x="612437" y="319056"/>
                      <a:pt x="607347" y="313716"/>
                      <a:pt x="608098" y="306789"/>
                    </a:cubicBezTo>
                    <a:cubicBezTo>
                      <a:pt x="610685" y="283590"/>
                      <a:pt x="611019" y="260642"/>
                      <a:pt x="632800" y="243284"/>
                    </a:cubicBezTo>
                    <a:cubicBezTo>
                      <a:pt x="663176" y="219000"/>
                      <a:pt x="690964" y="191378"/>
                      <a:pt x="719837" y="165175"/>
                    </a:cubicBezTo>
                    <a:cubicBezTo>
                      <a:pt x="721507" y="165175"/>
                      <a:pt x="723008" y="165175"/>
                      <a:pt x="724678" y="165175"/>
                    </a:cubicBezTo>
                    <a:cubicBezTo>
                      <a:pt x="729351" y="169431"/>
                      <a:pt x="734441" y="173353"/>
                      <a:pt x="738864" y="177943"/>
                    </a:cubicBezTo>
                    <a:cubicBezTo>
                      <a:pt x="748544" y="188291"/>
                      <a:pt x="748544" y="188458"/>
                      <a:pt x="738530" y="199640"/>
                    </a:cubicBezTo>
                    <a:cubicBezTo>
                      <a:pt x="724511" y="215328"/>
                      <a:pt x="710407" y="231100"/>
                      <a:pt x="696054" y="246455"/>
                    </a:cubicBezTo>
                    <a:cubicBezTo>
                      <a:pt x="691298" y="251462"/>
                      <a:pt x="688878" y="256553"/>
                      <a:pt x="689045" y="263479"/>
                    </a:cubicBezTo>
                    <a:cubicBezTo>
                      <a:pt x="689378" y="280085"/>
                      <a:pt x="688878" y="296775"/>
                      <a:pt x="689294" y="313382"/>
                    </a:cubicBezTo>
                    <a:cubicBezTo>
                      <a:pt x="689712" y="328486"/>
                      <a:pt x="711159" y="346094"/>
                      <a:pt x="726263" y="343424"/>
                    </a:cubicBezTo>
                    <a:cubicBezTo>
                      <a:pt x="753885" y="338584"/>
                      <a:pt x="781507" y="333159"/>
                      <a:pt x="809129" y="327985"/>
                    </a:cubicBezTo>
                    <a:cubicBezTo>
                      <a:pt x="810798" y="330489"/>
                      <a:pt x="813385" y="330990"/>
                      <a:pt x="816138" y="331073"/>
                    </a:cubicBezTo>
                    <a:cubicBezTo>
                      <a:pt x="815804" y="341588"/>
                      <a:pt x="819810" y="354189"/>
                      <a:pt x="804038" y="357777"/>
                    </a:cubicBezTo>
                    <a:cubicBezTo>
                      <a:pt x="800116" y="358194"/>
                      <a:pt x="796194" y="358611"/>
                      <a:pt x="792355" y="358945"/>
                    </a:cubicBezTo>
                    <a:cubicBezTo>
                      <a:pt x="781674" y="360030"/>
                      <a:pt x="771075" y="361032"/>
                      <a:pt x="760310" y="362200"/>
                    </a:cubicBezTo>
                    <a:cubicBezTo>
                      <a:pt x="750714" y="363285"/>
                      <a:pt x="738113" y="360281"/>
                      <a:pt x="733272" y="370962"/>
                    </a:cubicBezTo>
                    <a:cubicBezTo>
                      <a:pt x="728099" y="382228"/>
                      <a:pt x="737361" y="391073"/>
                      <a:pt x="743787" y="399752"/>
                    </a:cubicBezTo>
                    <a:cubicBezTo>
                      <a:pt x="743787" y="402756"/>
                      <a:pt x="743787" y="405761"/>
                      <a:pt x="743787" y="408765"/>
                    </a:cubicBezTo>
                    <a:cubicBezTo>
                      <a:pt x="741952" y="413521"/>
                      <a:pt x="740116" y="418111"/>
                      <a:pt x="738530" y="422951"/>
                    </a:cubicBezTo>
                    <a:cubicBezTo>
                      <a:pt x="735860" y="431129"/>
                      <a:pt x="731103" y="432214"/>
                      <a:pt x="724260" y="427708"/>
                    </a:cubicBezTo>
                    <a:cubicBezTo>
                      <a:pt x="719003" y="424286"/>
                      <a:pt x="713745" y="420615"/>
                      <a:pt x="708154" y="417944"/>
                    </a:cubicBezTo>
                    <a:cubicBezTo>
                      <a:pt x="700644" y="414439"/>
                      <a:pt x="693634" y="419279"/>
                      <a:pt x="690880" y="429794"/>
                    </a:cubicBezTo>
                    <a:cubicBezTo>
                      <a:pt x="688210" y="439474"/>
                      <a:pt x="696638" y="437054"/>
                      <a:pt x="701228" y="438640"/>
                    </a:cubicBezTo>
                    <a:cubicBezTo>
                      <a:pt x="701228" y="440392"/>
                      <a:pt x="701145" y="442228"/>
                      <a:pt x="701061" y="443981"/>
                    </a:cubicBezTo>
                    <a:cubicBezTo>
                      <a:pt x="679531" y="443063"/>
                      <a:pt x="677612" y="444565"/>
                      <a:pt x="673940" y="465928"/>
                    </a:cubicBezTo>
                    <a:cubicBezTo>
                      <a:pt x="672688" y="467513"/>
                      <a:pt x="671437" y="469182"/>
                      <a:pt x="670185" y="470768"/>
                    </a:cubicBezTo>
                    <a:cubicBezTo>
                      <a:pt x="658084" y="474773"/>
                      <a:pt x="654580" y="478863"/>
                      <a:pt x="655080" y="488626"/>
                    </a:cubicBezTo>
                    <a:cubicBezTo>
                      <a:pt x="654997" y="490545"/>
                      <a:pt x="654997" y="492465"/>
                      <a:pt x="654913" y="494384"/>
                    </a:cubicBezTo>
                    <a:cubicBezTo>
                      <a:pt x="647320" y="493883"/>
                      <a:pt x="639726" y="492966"/>
                      <a:pt x="632131" y="492966"/>
                    </a:cubicBezTo>
                    <a:cubicBezTo>
                      <a:pt x="606429" y="492740"/>
                      <a:pt x="583314" y="500476"/>
                      <a:pt x="562785" y="516165"/>
                    </a:cubicBezTo>
                    <a:cubicBezTo>
                      <a:pt x="560281" y="516081"/>
                      <a:pt x="557695" y="515997"/>
                      <a:pt x="555108" y="515914"/>
                    </a:cubicBezTo>
                    <a:cubicBezTo>
                      <a:pt x="553188" y="513327"/>
                      <a:pt x="550935" y="510907"/>
                      <a:pt x="549683" y="508070"/>
                    </a:cubicBezTo>
                    <a:cubicBezTo>
                      <a:pt x="543591" y="495135"/>
                      <a:pt x="533244" y="491547"/>
                      <a:pt x="519725" y="492632"/>
                    </a:cubicBezTo>
                    <a:cubicBezTo>
                      <a:pt x="510212" y="493466"/>
                      <a:pt x="500531" y="492798"/>
                      <a:pt x="490935" y="492798"/>
                    </a:cubicBezTo>
                    <a:cubicBezTo>
                      <a:pt x="485511" y="492798"/>
                      <a:pt x="480588" y="492047"/>
                      <a:pt x="478584" y="486039"/>
                    </a:cubicBezTo>
                    <a:cubicBezTo>
                      <a:pt x="477249" y="482117"/>
                      <a:pt x="474662" y="478612"/>
                      <a:pt x="470406" y="479614"/>
                    </a:cubicBezTo>
                    <a:cubicBezTo>
                      <a:pt x="464314" y="481116"/>
                      <a:pt x="466818" y="486790"/>
                      <a:pt x="466484" y="490963"/>
                    </a:cubicBezTo>
                    <a:cubicBezTo>
                      <a:pt x="466317" y="492882"/>
                      <a:pt x="466651" y="494801"/>
                      <a:pt x="466902" y="496721"/>
                    </a:cubicBezTo>
                    <a:cubicBezTo>
                      <a:pt x="467987" y="505399"/>
                      <a:pt x="466400" y="511825"/>
                      <a:pt x="455886" y="513077"/>
                    </a:cubicBezTo>
                    <a:cubicBezTo>
                      <a:pt x="449794" y="513828"/>
                      <a:pt x="445789" y="518334"/>
                      <a:pt x="442868" y="523591"/>
                    </a:cubicBezTo>
                    <a:lnTo>
                      <a:pt x="437778" y="523591"/>
                    </a:lnTo>
                    <a:cubicBezTo>
                      <a:pt x="438111" y="518918"/>
                      <a:pt x="435941" y="516165"/>
                      <a:pt x="431352" y="516331"/>
                    </a:cubicBezTo>
                    <a:cubicBezTo>
                      <a:pt x="422756" y="516665"/>
                      <a:pt x="411658" y="512159"/>
                      <a:pt x="405899" y="519002"/>
                    </a:cubicBezTo>
                    <a:cubicBezTo>
                      <a:pt x="394550" y="532604"/>
                      <a:pt x="381449" y="545873"/>
                      <a:pt x="378444" y="564816"/>
                    </a:cubicBezTo>
                    <a:cubicBezTo>
                      <a:pt x="378195" y="566568"/>
                      <a:pt x="377777" y="568321"/>
                      <a:pt x="377443" y="570073"/>
                    </a:cubicBezTo>
                    <a:cubicBezTo>
                      <a:pt x="367095" y="567403"/>
                      <a:pt x="359168" y="573328"/>
                      <a:pt x="350990" y="577917"/>
                    </a:cubicBezTo>
                    <a:cubicBezTo>
                      <a:pt x="344230" y="580337"/>
                      <a:pt x="340141" y="585011"/>
                      <a:pt x="338723" y="592020"/>
                    </a:cubicBezTo>
                    <a:cubicBezTo>
                      <a:pt x="335635" y="603620"/>
                      <a:pt x="327958" y="609878"/>
                      <a:pt x="316358" y="612799"/>
                    </a:cubicBezTo>
                    <a:cubicBezTo>
                      <a:pt x="306428" y="615303"/>
                      <a:pt x="296998" y="619392"/>
                      <a:pt x="287234" y="622730"/>
                    </a:cubicBezTo>
                    <a:cubicBezTo>
                      <a:pt x="282227" y="624399"/>
                      <a:pt x="277470" y="626151"/>
                      <a:pt x="276636" y="632326"/>
                    </a:cubicBezTo>
                    <a:cubicBezTo>
                      <a:pt x="274383" y="648933"/>
                      <a:pt x="263701" y="652355"/>
                      <a:pt x="249097" y="650519"/>
                    </a:cubicBezTo>
                    <a:cubicBezTo>
                      <a:pt x="244090" y="649851"/>
                      <a:pt x="238917" y="650352"/>
                      <a:pt x="233743" y="650519"/>
                    </a:cubicBezTo>
                    <a:cubicBezTo>
                      <a:pt x="229988" y="650602"/>
                      <a:pt x="225565" y="650268"/>
                      <a:pt x="224396" y="655108"/>
                    </a:cubicBezTo>
                    <a:cubicBezTo>
                      <a:pt x="223395" y="659114"/>
                      <a:pt x="225231" y="662702"/>
                      <a:pt x="228152" y="665539"/>
                    </a:cubicBezTo>
                    <a:cubicBezTo>
                      <a:pt x="233410" y="670547"/>
                      <a:pt x="240085" y="673551"/>
                      <a:pt x="246761" y="675303"/>
                    </a:cubicBezTo>
                    <a:cubicBezTo>
                      <a:pt x="266288" y="680477"/>
                      <a:pt x="275635" y="693829"/>
                      <a:pt x="281726" y="712104"/>
                    </a:cubicBezTo>
                    <a:cubicBezTo>
                      <a:pt x="285399" y="723036"/>
                      <a:pt x="286400" y="732967"/>
                      <a:pt x="282895" y="743815"/>
                    </a:cubicBezTo>
                    <a:cubicBezTo>
                      <a:pt x="280641" y="751075"/>
                      <a:pt x="276970" y="758085"/>
                      <a:pt x="277637" y="766013"/>
                    </a:cubicBezTo>
                    <a:cubicBezTo>
                      <a:pt x="277470" y="768516"/>
                      <a:pt x="277387" y="771020"/>
                      <a:pt x="277221" y="773440"/>
                    </a:cubicBezTo>
                    <a:cubicBezTo>
                      <a:pt x="274884" y="773023"/>
                      <a:pt x="272380" y="772605"/>
                      <a:pt x="270043" y="772188"/>
                    </a:cubicBezTo>
                    <a:cubicBezTo>
                      <a:pt x="267039" y="765512"/>
                      <a:pt x="263117" y="764845"/>
                      <a:pt x="258110" y="770269"/>
                    </a:cubicBezTo>
                    <a:cubicBezTo>
                      <a:pt x="247763" y="770352"/>
                      <a:pt x="237499" y="769601"/>
                      <a:pt x="227484" y="767181"/>
                    </a:cubicBezTo>
                    <a:cubicBezTo>
                      <a:pt x="224062" y="761757"/>
                      <a:pt x="220224" y="761423"/>
                      <a:pt x="215884" y="765929"/>
                    </a:cubicBezTo>
                    <a:cubicBezTo>
                      <a:pt x="200613" y="764678"/>
                      <a:pt x="185342" y="762842"/>
                      <a:pt x="169987" y="762424"/>
                    </a:cubicBezTo>
                    <a:cubicBezTo>
                      <a:pt x="143283" y="761757"/>
                      <a:pt x="136440" y="770603"/>
                      <a:pt x="142949" y="795554"/>
                    </a:cubicBezTo>
                    <a:cubicBezTo>
                      <a:pt x="143784" y="798809"/>
                      <a:pt x="144869" y="801062"/>
                      <a:pt x="147289" y="801813"/>
                    </a:cubicBezTo>
                    <a:cubicBezTo>
                      <a:pt x="145370" y="804066"/>
                      <a:pt x="144034" y="806903"/>
                      <a:pt x="143116" y="810241"/>
                    </a:cubicBezTo>
                    <a:cubicBezTo>
                      <a:pt x="135022" y="839198"/>
                      <a:pt x="132852" y="868072"/>
                      <a:pt x="141531" y="897279"/>
                    </a:cubicBezTo>
                    <a:cubicBezTo>
                      <a:pt x="144535" y="907544"/>
                      <a:pt x="152964" y="908545"/>
                      <a:pt x="163479" y="908795"/>
                    </a:cubicBezTo>
                    <a:cubicBezTo>
                      <a:pt x="168485" y="908879"/>
                      <a:pt x="171657" y="908044"/>
                      <a:pt x="173826" y="906208"/>
                    </a:cubicBezTo>
                    <a:cubicBezTo>
                      <a:pt x="176496" y="915221"/>
                      <a:pt x="183089" y="921813"/>
                      <a:pt x="193270" y="927739"/>
                    </a:cubicBezTo>
                    <a:cubicBezTo>
                      <a:pt x="202867" y="933246"/>
                      <a:pt x="210543" y="929491"/>
                      <a:pt x="219055" y="927989"/>
                    </a:cubicBezTo>
                    <a:cubicBezTo>
                      <a:pt x="244090" y="923649"/>
                      <a:pt x="269209" y="920645"/>
                      <a:pt x="287485" y="898364"/>
                    </a:cubicBezTo>
                    <a:cubicBezTo>
                      <a:pt x="294411" y="890103"/>
                      <a:pt x="299585" y="883093"/>
                      <a:pt x="296581" y="873329"/>
                    </a:cubicBezTo>
                    <a:cubicBezTo>
                      <a:pt x="291574" y="857307"/>
                      <a:pt x="298583" y="846876"/>
                      <a:pt x="308847" y="836027"/>
                    </a:cubicBezTo>
                    <a:cubicBezTo>
                      <a:pt x="316776" y="827682"/>
                      <a:pt x="326206" y="823009"/>
                      <a:pt x="336386" y="819504"/>
                    </a:cubicBezTo>
                    <a:cubicBezTo>
                      <a:pt x="347234" y="815916"/>
                      <a:pt x="352158" y="809073"/>
                      <a:pt x="350322" y="797724"/>
                    </a:cubicBezTo>
                    <a:cubicBezTo>
                      <a:pt x="350405" y="794887"/>
                      <a:pt x="350489" y="792216"/>
                      <a:pt x="350572" y="789379"/>
                    </a:cubicBezTo>
                    <a:cubicBezTo>
                      <a:pt x="356998" y="785874"/>
                      <a:pt x="354328" y="777362"/>
                      <a:pt x="361672" y="772689"/>
                    </a:cubicBezTo>
                    <a:cubicBezTo>
                      <a:pt x="375107" y="764427"/>
                      <a:pt x="386038" y="765596"/>
                      <a:pt x="399057" y="772689"/>
                    </a:cubicBezTo>
                    <a:cubicBezTo>
                      <a:pt x="413910" y="780783"/>
                      <a:pt x="417499" y="778781"/>
                      <a:pt x="426845" y="762508"/>
                    </a:cubicBezTo>
                    <a:cubicBezTo>
                      <a:pt x="428431" y="761256"/>
                      <a:pt x="430017" y="760088"/>
                      <a:pt x="431519" y="758836"/>
                    </a:cubicBezTo>
                    <a:cubicBezTo>
                      <a:pt x="433855" y="757918"/>
                      <a:pt x="437277" y="757751"/>
                      <a:pt x="438445" y="756082"/>
                    </a:cubicBezTo>
                    <a:cubicBezTo>
                      <a:pt x="447290" y="743481"/>
                      <a:pt x="458055" y="747070"/>
                      <a:pt x="469155" y="751743"/>
                    </a:cubicBezTo>
                    <a:cubicBezTo>
                      <a:pt x="474662" y="753996"/>
                      <a:pt x="479001" y="757584"/>
                      <a:pt x="483174" y="761673"/>
                    </a:cubicBezTo>
                    <a:cubicBezTo>
                      <a:pt x="508626" y="786875"/>
                      <a:pt x="533995" y="812327"/>
                      <a:pt x="560031" y="837196"/>
                    </a:cubicBezTo>
                    <a:cubicBezTo>
                      <a:pt x="571463" y="848127"/>
                      <a:pt x="580059" y="859894"/>
                      <a:pt x="583397" y="875666"/>
                    </a:cubicBezTo>
                    <a:cubicBezTo>
                      <a:pt x="584231" y="879671"/>
                      <a:pt x="583731" y="886264"/>
                      <a:pt x="591575" y="887599"/>
                    </a:cubicBezTo>
                    <a:cubicBezTo>
                      <a:pt x="593411" y="879504"/>
                      <a:pt x="599669" y="872828"/>
                      <a:pt x="598919" y="864150"/>
                    </a:cubicBezTo>
                    <a:cubicBezTo>
                      <a:pt x="598251" y="855888"/>
                      <a:pt x="588738" y="849713"/>
                      <a:pt x="591241" y="839866"/>
                    </a:cubicBezTo>
                    <a:cubicBezTo>
                      <a:pt x="599836" y="840200"/>
                      <a:pt x="605344" y="845207"/>
                      <a:pt x="611687" y="847877"/>
                    </a:cubicBezTo>
                    <a:cubicBezTo>
                      <a:pt x="615692" y="849629"/>
                      <a:pt x="619197" y="850380"/>
                      <a:pt x="621700" y="846208"/>
                    </a:cubicBezTo>
                    <a:cubicBezTo>
                      <a:pt x="624288" y="841869"/>
                      <a:pt x="621367" y="838698"/>
                      <a:pt x="618196" y="836528"/>
                    </a:cubicBezTo>
                    <a:cubicBezTo>
                      <a:pt x="610852" y="831438"/>
                      <a:pt x="603091" y="826931"/>
                      <a:pt x="595580" y="822008"/>
                    </a:cubicBezTo>
                    <a:cubicBezTo>
                      <a:pt x="583898" y="814330"/>
                      <a:pt x="570629" y="808823"/>
                      <a:pt x="561366" y="797724"/>
                    </a:cubicBezTo>
                    <a:cubicBezTo>
                      <a:pt x="549016" y="783037"/>
                      <a:pt x="536582" y="768516"/>
                      <a:pt x="524148" y="753913"/>
                    </a:cubicBezTo>
                    <a:cubicBezTo>
                      <a:pt x="510379" y="737807"/>
                      <a:pt x="514718" y="725540"/>
                      <a:pt x="535997" y="720282"/>
                    </a:cubicBezTo>
                    <a:cubicBezTo>
                      <a:pt x="538919" y="719865"/>
                      <a:pt x="541839" y="719531"/>
                      <a:pt x="544676" y="719114"/>
                    </a:cubicBezTo>
                    <a:cubicBezTo>
                      <a:pt x="546846" y="719531"/>
                      <a:pt x="548932" y="719865"/>
                      <a:pt x="551019" y="720282"/>
                    </a:cubicBezTo>
                    <a:cubicBezTo>
                      <a:pt x="552020" y="722369"/>
                      <a:pt x="553105" y="724538"/>
                      <a:pt x="554106" y="726625"/>
                    </a:cubicBezTo>
                    <a:cubicBezTo>
                      <a:pt x="556025" y="740811"/>
                      <a:pt x="569962" y="745651"/>
                      <a:pt x="576888" y="756082"/>
                    </a:cubicBezTo>
                    <a:cubicBezTo>
                      <a:pt x="584315" y="767265"/>
                      <a:pt x="595331" y="773023"/>
                      <a:pt x="608683" y="774024"/>
                    </a:cubicBezTo>
                    <a:cubicBezTo>
                      <a:pt x="611436" y="774024"/>
                      <a:pt x="614273" y="774024"/>
                      <a:pt x="616944" y="773857"/>
                    </a:cubicBezTo>
                    <a:cubicBezTo>
                      <a:pt x="619530" y="777278"/>
                      <a:pt x="621533" y="781451"/>
                      <a:pt x="626958" y="780867"/>
                    </a:cubicBezTo>
                    <a:cubicBezTo>
                      <a:pt x="628711" y="781201"/>
                      <a:pt x="630379" y="781535"/>
                      <a:pt x="632131" y="781785"/>
                    </a:cubicBezTo>
                    <a:cubicBezTo>
                      <a:pt x="631297" y="790130"/>
                      <a:pt x="632215" y="797223"/>
                      <a:pt x="643231" y="796472"/>
                    </a:cubicBezTo>
                    <a:cubicBezTo>
                      <a:pt x="644565" y="797974"/>
                      <a:pt x="645901" y="799560"/>
                      <a:pt x="647153" y="800978"/>
                    </a:cubicBezTo>
                    <a:cubicBezTo>
                      <a:pt x="645734" y="812661"/>
                      <a:pt x="647987" y="823844"/>
                      <a:pt x="651576" y="834942"/>
                    </a:cubicBezTo>
                    <a:cubicBezTo>
                      <a:pt x="652744" y="838531"/>
                      <a:pt x="655498" y="839615"/>
                      <a:pt x="658919" y="839782"/>
                    </a:cubicBezTo>
                    <a:cubicBezTo>
                      <a:pt x="659086" y="842536"/>
                      <a:pt x="659336" y="845207"/>
                      <a:pt x="659587" y="848044"/>
                    </a:cubicBezTo>
                    <a:cubicBezTo>
                      <a:pt x="658001" y="853969"/>
                      <a:pt x="659503" y="859310"/>
                      <a:pt x="662424" y="864567"/>
                    </a:cubicBezTo>
                    <a:cubicBezTo>
                      <a:pt x="672188" y="881758"/>
                      <a:pt x="681785" y="899199"/>
                      <a:pt x="691548" y="916306"/>
                    </a:cubicBezTo>
                    <a:cubicBezTo>
                      <a:pt x="692967" y="918809"/>
                      <a:pt x="694135" y="922481"/>
                      <a:pt x="699725" y="921062"/>
                    </a:cubicBezTo>
                    <a:cubicBezTo>
                      <a:pt x="699976" y="906793"/>
                      <a:pt x="707988" y="898948"/>
                      <a:pt x="725345" y="899532"/>
                    </a:cubicBezTo>
                    <a:cubicBezTo>
                      <a:pt x="717918" y="886932"/>
                      <a:pt x="712243" y="876250"/>
                      <a:pt x="705484" y="866403"/>
                    </a:cubicBezTo>
                    <a:cubicBezTo>
                      <a:pt x="700394" y="858976"/>
                      <a:pt x="701979" y="854803"/>
                      <a:pt x="709657" y="851966"/>
                    </a:cubicBezTo>
                    <a:cubicBezTo>
                      <a:pt x="728850" y="844790"/>
                      <a:pt x="747292" y="833774"/>
                      <a:pt x="769240" y="838531"/>
                    </a:cubicBezTo>
                    <a:cubicBezTo>
                      <a:pt x="772578" y="838614"/>
                      <a:pt x="775915" y="838781"/>
                      <a:pt x="779253" y="838864"/>
                    </a:cubicBezTo>
                    <a:cubicBezTo>
                      <a:pt x="787682" y="837112"/>
                      <a:pt x="793440" y="830519"/>
                      <a:pt x="800867" y="826848"/>
                    </a:cubicBezTo>
                    <a:cubicBezTo>
                      <a:pt x="804205" y="825262"/>
                      <a:pt x="805373" y="821757"/>
                      <a:pt x="803203" y="818837"/>
                    </a:cubicBezTo>
                    <a:cubicBezTo>
                      <a:pt x="798029" y="811910"/>
                      <a:pt x="794024" y="802480"/>
                      <a:pt x="782424" y="806236"/>
                    </a:cubicBezTo>
                    <a:cubicBezTo>
                      <a:pt x="782257" y="804316"/>
                      <a:pt x="782091" y="802397"/>
                      <a:pt x="782008" y="800478"/>
                    </a:cubicBezTo>
                    <a:cubicBezTo>
                      <a:pt x="789768" y="791632"/>
                      <a:pt x="796194" y="782119"/>
                      <a:pt x="798781" y="770352"/>
                    </a:cubicBezTo>
                    <a:cubicBezTo>
                      <a:pt x="802285" y="767181"/>
                      <a:pt x="801368" y="763009"/>
                      <a:pt x="801535" y="759003"/>
                    </a:cubicBezTo>
                    <a:cubicBezTo>
                      <a:pt x="812383" y="753078"/>
                      <a:pt x="814052" y="741896"/>
                      <a:pt x="817557" y="731632"/>
                    </a:cubicBezTo>
                    <a:cubicBezTo>
                      <a:pt x="821979" y="729378"/>
                      <a:pt x="824650" y="725790"/>
                      <a:pt x="824900" y="720700"/>
                    </a:cubicBezTo>
                    <a:cubicBezTo>
                      <a:pt x="829240" y="712856"/>
                      <a:pt x="833830" y="705262"/>
                      <a:pt x="837668" y="697250"/>
                    </a:cubicBezTo>
                    <a:cubicBezTo>
                      <a:pt x="841006" y="690491"/>
                      <a:pt x="845930" y="687654"/>
                      <a:pt x="853106" y="689573"/>
                    </a:cubicBezTo>
                    <a:cubicBezTo>
                      <a:pt x="864122" y="692494"/>
                      <a:pt x="875220" y="695581"/>
                      <a:pt x="886069" y="698836"/>
                    </a:cubicBezTo>
                    <a:cubicBezTo>
                      <a:pt x="891660" y="700505"/>
                      <a:pt x="896250" y="703926"/>
                      <a:pt x="891494" y="709851"/>
                    </a:cubicBezTo>
                    <a:cubicBezTo>
                      <a:pt x="882313" y="721201"/>
                      <a:pt x="890825" y="727209"/>
                      <a:pt x="897836" y="733718"/>
                    </a:cubicBezTo>
                    <a:cubicBezTo>
                      <a:pt x="904428" y="739893"/>
                      <a:pt x="914275" y="739810"/>
                      <a:pt x="921870" y="733467"/>
                    </a:cubicBezTo>
                    <a:cubicBezTo>
                      <a:pt x="929296" y="727209"/>
                      <a:pt x="922787" y="722285"/>
                      <a:pt x="919783" y="717111"/>
                    </a:cubicBezTo>
                    <a:cubicBezTo>
                      <a:pt x="918864" y="715442"/>
                      <a:pt x="917614" y="713857"/>
                      <a:pt x="916695" y="712271"/>
                    </a:cubicBezTo>
                    <a:cubicBezTo>
                      <a:pt x="911438" y="702675"/>
                      <a:pt x="911855" y="700588"/>
                      <a:pt x="921952" y="696917"/>
                    </a:cubicBezTo>
                    <a:cubicBezTo>
                      <a:pt x="936890" y="691492"/>
                      <a:pt x="952078" y="686652"/>
                      <a:pt x="967182" y="681645"/>
                    </a:cubicBezTo>
                    <a:cubicBezTo>
                      <a:pt x="971271" y="684065"/>
                      <a:pt x="973023" y="690241"/>
                      <a:pt x="979282" y="689323"/>
                    </a:cubicBezTo>
                    <a:cubicBezTo>
                      <a:pt x="983705" y="702174"/>
                      <a:pt x="975193" y="711437"/>
                      <a:pt x="969853" y="721367"/>
                    </a:cubicBezTo>
                    <a:cubicBezTo>
                      <a:pt x="965847" y="728878"/>
                      <a:pt x="965847" y="734636"/>
                      <a:pt x="973190" y="739476"/>
                    </a:cubicBezTo>
                    <a:cubicBezTo>
                      <a:pt x="988212" y="749323"/>
                      <a:pt x="1001147" y="762007"/>
                      <a:pt x="1017168" y="770269"/>
                    </a:cubicBezTo>
                    <a:cubicBezTo>
                      <a:pt x="1017252" y="775359"/>
                      <a:pt x="1016501" y="780783"/>
                      <a:pt x="1023678" y="782035"/>
                    </a:cubicBezTo>
                    <a:cubicBezTo>
                      <a:pt x="1030354" y="787459"/>
                      <a:pt x="1032857" y="796472"/>
                      <a:pt x="1040201" y="801396"/>
                    </a:cubicBezTo>
                    <a:cubicBezTo>
                      <a:pt x="1040117" y="803315"/>
                      <a:pt x="1040034" y="805234"/>
                      <a:pt x="1039950" y="807154"/>
                    </a:cubicBezTo>
                    <a:cubicBezTo>
                      <a:pt x="1036862" y="808155"/>
                      <a:pt x="1033942" y="809657"/>
                      <a:pt x="1032523" y="812828"/>
                    </a:cubicBezTo>
                    <a:cubicBezTo>
                      <a:pt x="1026515" y="826013"/>
                      <a:pt x="1015667" y="828350"/>
                      <a:pt x="1002314" y="828016"/>
                    </a:cubicBezTo>
                    <a:cubicBezTo>
                      <a:pt x="979616" y="827599"/>
                      <a:pt x="957669" y="824928"/>
                      <a:pt x="936806" y="815332"/>
                    </a:cubicBezTo>
                    <a:cubicBezTo>
                      <a:pt x="923455" y="809156"/>
                      <a:pt x="910937" y="807070"/>
                      <a:pt x="896584" y="814664"/>
                    </a:cubicBezTo>
                    <a:cubicBezTo>
                      <a:pt x="878392" y="824261"/>
                      <a:pt x="858698" y="830686"/>
                      <a:pt x="837335" y="827849"/>
                    </a:cubicBezTo>
                    <a:cubicBezTo>
                      <a:pt x="827989" y="826597"/>
                      <a:pt x="821646" y="832355"/>
                      <a:pt x="814886" y="837196"/>
                    </a:cubicBezTo>
                    <a:cubicBezTo>
                      <a:pt x="797779" y="849605"/>
                      <a:pt x="789268" y="866319"/>
                      <a:pt x="789517" y="887349"/>
                    </a:cubicBezTo>
                    <a:cubicBezTo>
                      <a:pt x="789685" y="907794"/>
                      <a:pt x="811132" y="928740"/>
                      <a:pt x="831660" y="927905"/>
                    </a:cubicBezTo>
                    <a:cubicBezTo>
                      <a:pt x="843093" y="927405"/>
                      <a:pt x="854358" y="925986"/>
                      <a:pt x="865791" y="925151"/>
                    </a:cubicBezTo>
                    <a:cubicBezTo>
                      <a:pt x="886820" y="923483"/>
                      <a:pt x="907933" y="921563"/>
                      <a:pt x="929046" y="920395"/>
                    </a:cubicBezTo>
                    <a:cubicBezTo>
                      <a:pt x="934887" y="920061"/>
                      <a:pt x="942565" y="918058"/>
                      <a:pt x="944317" y="927571"/>
                    </a:cubicBezTo>
                    <a:cubicBezTo>
                      <a:pt x="944984" y="931994"/>
                      <a:pt x="950075" y="932328"/>
                      <a:pt x="951661" y="935833"/>
                    </a:cubicBezTo>
                    <a:cubicBezTo>
                      <a:pt x="941730" y="945012"/>
                      <a:pt x="939977" y="951855"/>
                      <a:pt x="944066" y="966543"/>
                    </a:cubicBezTo>
                    <a:cubicBezTo>
                      <a:pt x="942814" y="969213"/>
                      <a:pt x="941480" y="971967"/>
                      <a:pt x="940145" y="974637"/>
                    </a:cubicBezTo>
                    <a:cubicBezTo>
                      <a:pt x="934720" y="981063"/>
                      <a:pt x="932550" y="988573"/>
                      <a:pt x="932968" y="996835"/>
                    </a:cubicBezTo>
                    <a:cubicBezTo>
                      <a:pt x="933135" y="1000340"/>
                      <a:pt x="936723" y="1003928"/>
                      <a:pt x="932550" y="1007183"/>
                    </a:cubicBezTo>
                    <a:cubicBezTo>
                      <a:pt x="921368" y="1016779"/>
                      <a:pt x="919533" y="1030548"/>
                      <a:pt x="916445" y="1043734"/>
                    </a:cubicBezTo>
                    <a:cubicBezTo>
                      <a:pt x="913607" y="1044151"/>
                      <a:pt x="910770" y="1044568"/>
                      <a:pt x="907933" y="1044985"/>
                    </a:cubicBezTo>
                    <a:cubicBezTo>
                      <a:pt x="901090" y="1043817"/>
                      <a:pt x="894164" y="1042148"/>
                      <a:pt x="887238" y="1041731"/>
                    </a:cubicBezTo>
                    <a:cubicBezTo>
                      <a:pt x="874637" y="1040896"/>
                      <a:pt x="862536" y="1035555"/>
                      <a:pt x="849435" y="1037976"/>
                    </a:cubicBezTo>
                    <a:cubicBezTo>
                      <a:pt x="820895" y="1043316"/>
                      <a:pt x="792105" y="1048907"/>
                      <a:pt x="763065" y="1040479"/>
                    </a:cubicBezTo>
                    <a:cubicBezTo>
                      <a:pt x="759476" y="1039478"/>
                      <a:pt x="755470" y="1040229"/>
                      <a:pt x="751632" y="1040062"/>
                    </a:cubicBezTo>
                    <a:cubicBezTo>
                      <a:pt x="748461" y="1039895"/>
                      <a:pt x="745123" y="1039728"/>
                      <a:pt x="741952" y="1039478"/>
                    </a:cubicBezTo>
                    <a:cubicBezTo>
                      <a:pt x="731520" y="1026376"/>
                      <a:pt x="715581" y="1021870"/>
                      <a:pt x="701562" y="1015027"/>
                    </a:cubicBezTo>
                    <a:cubicBezTo>
                      <a:pt x="691298" y="1009936"/>
                      <a:pt x="678863" y="1014443"/>
                      <a:pt x="668015" y="1018031"/>
                    </a:cubicBezTo>
                    <a:cubicBezTo>
                      <a:pt x="660421" y="1020535"/>
                      <a:pt x="661006" y="1029463"/>
                      <a:pt x="657835" y="1035472"/>
                    </a:cubicBezTo>
                    <a:cubicBezTo>
                      <a:pt x="654663" y="1041647"/>
                      <a:pt x="652410" y="1048323"/>
                      <a:pt x="649823" y="1054916"/>
                    </a:cubicBezTo>
                    <a:cubicBezTo>
                      <a:pt x="647236" y="1061508"/>
                      <a:pt x="643397" y="1063177"/>
                      <a:pt x="636387" y="1060340"/>
                    </a:cubicBezTo>
                    <a:cubicBezTo>
                      <a:pt x="622201" y="1054665"/>
                      <a:pt x="607848" y="1049408"/>
                      <a:pt x="593245" y="1044818"/>
                    </a:cubicBezTo>
                    <a:cubicBezTo>
                      <a:pt x="582979" y="1041564"/>
                      <a:pt x="574551" y="1036807"/>
                      <a:pt x="569377" y="1027127"/>
                    </a:cubicBezTo>
                    <a:cubicBezTo>
                      <a:pt x="563703" y="1016612"/>
                      <a:pt x="554190" y="1011689"/>
                      <a:pt x="542924" y="1010520"/>
                    </a:cubicBezTo>
                    <a:cubicBezTo>
                      <a:pt x="530323" y="1009269"/>
                      <a:pt x="517555" y="1007016"/>
                      <a:pt x="504871" y="1009603"/>
                    </a:cubicBezTo>
                    <a:cubicBezTo>
                      <a:pt x="503536" y="1008184"/>
                      <a:pt x="502117" y="1006765"/>
                      <a:pt x="500782" y="1005347"/>
                    </a:cubicBezTo>
                    <a:cubicBezTo>
                      <a:pt x="500198" y="1002259"/>
                      <a:pt x="500698" y="998253"/>
                      <a:pt x="498863" y="996251"/>
                    </a:cubicBezTo>
                    <a:cubicBezTo>
                      <a:pt x="482340" y="977808"/>
                      <a:pt x="478918" y="957947"/>
                      <a:pt x="490601" y="935750"/>
                    </a:cubicBezTo>
                    <a:cubicBezTo>
                      <a:pt x="494106" y="929073"/>
                      <a:pt x="490601" y="923983"/>
                      <a:pt x="484092" y="922982"/>
                    </a:cubicBezTo>
                    <a:cubicBezTo>
                      <a:pt x="475747" y="921730"/>
                      <a:pt x="467485" y="916640"/>
                      <a:pt x="458640" y="920562"/>
                    </a:cubicBezTo>
                    <a:cubicBezTo>
                      <a:pt x="456053" y="920562"/>
                      <a:pt x="453549" y="920478"/>
                      <a:pt x="450879" y="920395"/>
                    </a:cubicBezTo>
                    <a:cubicBezTo>
                      <a:pt x="428431" y="918142"/>
                      <a:pt x="406568" y="923816"/>
                      <a:pt x="384370" y="924818"/>
                    </a:cubicBezTo>
                    <a:cubicBezTo>
                      <a:pt x="341811" y="926654"/>
                      <a:pt x="301253" y="935499"/>
                      <a:pt x="264869" y="958698"/>
                    </a:cubicBezTo>
                    <a:cubicBezTo>
                      <a:pt x="257943" y="960451"/>
                      <a:pt x="251852" y="954025"/>
                      <a:pt x="244842" y="956946"/>
                    </a:cubicBezTo>
                    <a:cubicBezTo>
                      <a:pt x="234077" y="955444"/>
                      <a:pt x="223311" y="953858"/>
                      <a:pt x="212630" y="952440"/>
                    </a:cubicBezTo>
                    <a:cubicBezTo>
                      <a:pt x="206288" y="951605"/>
                      <a:pt x="199696" y="950270"/>
                      <a:pt x="194605" y="955694"/>
                    </a:cubicBezTo>
                    <a:cubicBezTo>
                      <a:pt x="171406" y="980562"/>
                      <a:pt x="140029" y="999422"/>
                      <a:pt x="133603" y="1036724"/>
                    </a:cubicBezTo>
                    <a:cubicBezTo>
                      <a:pt x="127428" y="1072440"/>
                      <a:pt x="106398" y="1095723"/>
                      <a:pt x="74688" y="1111077"/>
                    </a:cubicBezTo>
                    <a:cubicBezTo>
                      <a:pt x="63923" y="1116335"/>
                      <a:pt x="57748" y="1125765"/>
                      <a:pt x="52240" y="1136279"/>
                    </a:cubicBezTo>
                    <a:cubicBezTo>
                      <a:pt x="37636" y="1164736"/>
                      <a:pt x="22114" y="1192691"/>
                      <a:pt x="7093" y="1220814"/>
                    </a:cubicBezTo>
                    <a:cubicBezTo>
                      <a:pt x="4674" y="1220814"/>
                      <a:pt x="2337" y="1220981"/>
                      <a:pt x="0" y="1221064"/>
                    </a:cubicBezTo>
                    <a:lnTo>
                      <a:pt x="0" y="1429104"/>
                    </a:lnTo>
                    <a:cubicBezTo>
                      <a:pt x="6092" y="1428353"/>
                      <a:pt x="7344" y="1433861"/>
                      <a:pt x="10348" y="1437032"/>
                    </a:cubicBezTo>
                    <a:cubicBezTo>
                      <a:pt x="17942" y="1443124"/>
                      <a:pt x="22198" y="1453472"/>
                      <a:pt x="33547" y="1455057"/>
                    </a:cubicBezTo>
                    <a:cubicBezTo>
                      <a:pt x="35299" y="1455391"/>
                      <a:pt x="37052" y="1455725"/>
                      <a:pt x="38888" y="1456059"/>
                    </a:cubicBezTo>
                    <a:cubicBezTo>
                      <a:pt x="38387" y="1471914"/>
                      <a:pt x="51739" y="1476253"/>
                      <a:pt x="61669" y="1483430"/>
                    </a:cubicBezTo>
                    <a:cubicBezTo>
                      <a:pt x="61920" y="1487352"/>
                      <a:pt x="63589" y="1490189"/>
                      <a:pt x="67761" y="1490857"/>
                    </a:cubicBezTo>
                    <a:cubicBezTo>
                      <a:pt x="75773" y="1501372"/>
                      <a:pt x="82782" y="1512888"/>
                      <a:pt x="96385" y="1517311"/>
                    </a:cubicBezTo>
                    <a:cubicBezTo>
                      <a:pt x="97804" y="1518729"/>
                      <a:pt x="99222" y="1520148"/>
                      <a:pt x="100641" y="1521566"/>
                    </a:cubicBezTo>
                    <a:cubicBezTo>
                      <a:pt x="101057" y="1523402"/>
                      <a:pt x="100891" y="1525822"/>
                      <a:pt x="101976" y="1526991"/>
                    </a:cubicBezTo>
                    <a:cubicBezTo>
                      <a:pt x="115245" y="1540676"/>
                      <a:pt x="128513" y="1554279"/>
                      <a:pt x="142115" y="1567547"/>
                    </a:cubicBezTo>
                    <a:cubicBezTo>
                      <a:pt x="148541" y="1573806"/>
                      <a:pt x="155801" y="1573055"/>
                      <a:pt x="162894" y="1568048"/>
                    </a:cubicBezTo>
                    <a:cubicBezTo>
                      <a:pt x="166399" y="1567964"/>
                      <a:pt x="169987" y="1567881"/>
                      <a:pt x="173492" y="1567798"/>
                    </a:cubicBezTo>
                    <a:cubicBezTo>
                      <a:pt x="181420" y="1565377"/>
                      <a:pt x="189348" y="1563041"/>
                      <a:pt x="197192" y="1560537"/>
                    </a:cubicBezTo>
                    <a:cubicBezTo>
                      <a:pt x="205704" y="1557951"/>
                      <a:pt x="214049" y="1554195"/>
                      <a:pt x="223144" y="1558368"/>
                    </a:cubicBezTo>
                    <a:cubicBezTo>
                      <a:pt x="224814" y="1562624"/>
                      <a:pt x="227067" y="1565211"/>
                      <a:pt x="231156" y="1560454"/>
                    </a:cubicBezTo>
                    <a:cubicBezTo>
                      <a:pt x="236247" y="1560120"/>
                      <a:pt x="241337" y="1559786"/>
                      <a:pt x="246427" y="1559536"/>
                    </a:cubicBezTo>
                    <a:cubicBezTo>
                      <a:pt x="248597" y="1563375"/>
                      <a:pt x="251935" y="1563542"/>
                      <a:pt x="255774" y="1562707"/>
                    </a:cubicBezTo>
                    <a:cubicBezTo>
                      <a:pt x="275468" y="1562207"/>
                      <a:pt x="294828" y="1560371"/>
                      <a:pt x="309598" y="1544932"/>
                    </a:cubicBezTo>
                    <a:cubicBezTo>
                      <a:pt x="313103" y="1543514"/>
                      <a:pt x="316609" y="1542095"/>
                      <a:pt x="320029" y="1540676"/>
                    </a:cubicBezTo>
                    <a:cubicBezTo>
                      <a:pt x="327791" y="1541761"/>
                      <a:pt x="385788" y="1541678"/>
                      <a:pt x="391129" y="1549021"/>
                    </a:cubicBezTo>
                    <a:cubicBezTo>
                      <a:pt x="404815" y="1568215"/>
                      <a:pt x="423758" y="1574056"/>
                      <a:pt x="445956" y="1573305"/>
                    </a:cubicBezTo>
                    <a:cubicBezTo>
                      <a:pt x="448459" y="1573222"/>
                      <a:pt x="450962" y="1574056"/>
                      <a:pt x="453466" y="1574390"/>
                    </a:cubicBezTo>
                    <a:cubicBezTo>
                      <a:pt x="456554" y="1574724"/>
                      <a:pt x="459642" y="1575058"/>
                      <a:pt x="462646" y="1575308"/>
                    </a:cubicBezTo>
                    <a:cubicBezTo>
                      <a:pt x="468153" y="1580983"/>
                      <a:pt x="475414" y="1584487"/>
                      <a:pt x="474745" y="1595169"/>
                    </a:cubicBezTo>
                    <a:cubicBezTo>
                      <a:pt x="474329" y="1601428"/>
                      <a:pt x="473327" y="1610691"/>
                      <a:pt x="472325" y="1619286"/>
                    </a:cubicBezTo>
                    <a:cubicBezTo>
                      <a:pt x="471324" y="1620872"/>
                      <a:pt x="470740" y="1622791"/>
                      <a:pt x="470824" y="1625545"/>
                    </a:cubicBezTo>
                    <a:cubicBezTo>
                      <a:pt x="470824" y="1626713"/>
                      <a:pt x="470907" y="1627631"/>
                      <a:pt x="471158" y="1628382"/>
                    </a:cubicBezTo>
                    <a:cubicBezTo>
                      <a:pt x="470239" y="1635308"/>
                      <a:pt x="469321" y="1640900"/>
                      <a:pt x="469071" y="1642485"/>
                    </a:cubicBezTo>
                    <a:cubicBezTo>
                      <a:pt x="465900" y="1655420"/>
                      <a:pt x="462061" y="1669523"/>
                      <a:pt x="468654" y="1681540"/>
                    </a:cubicBezTo>
                    <a:cubicBezTo>
                      <a:pt x="475914" y="1694808"/>
                      <a:pt x="486679" y="1706074"/>
                      <a:pt x="496026" y="1718174"/>
                    </a:cubicBezTo>
                    <a:cubicBezTo>
                      <a:pt x="498946" y="1721929"/>
                      <a:pt x="502201" y="1722346"/>
                      <a:pt x="505288" y="1718174"/>
                    </a:cubicBezTo>
                    <a:cubicBezTo>
                      <a:pt x="506957" y="1718174"/>
                      <a:pt x="508626" y="1718174"/>
                      <a:pt x="510295" y="1718174"/>
                    </a:cubicBezTo>
                    <a:cubicBezTo>
                      <a:pt x="509961" y="1724933"/>
                      <a:pt x="508626" y="1731776"/>
                      <a:pt x="509377" y="1738369"/>
                    </a:cubicBezTo>
                    <a:cubicBezTo>
                      <a:pt x="510044" y="1744711"/>
                      <a:pt x="510713" y="1752472"/>
                      <a:pt x="520226" y="1752722"/>
                    </a:cubicBezTo>
                    <a:cubicBezTo>
                      <a:pt x="520559" y="1754474"/>
                      <a:pt x="520977" y="1756227"/>
                      <a:pt x="521311" y="1757979"/>
                    </a:cubicBezTo>
                    <a:cubicBezTo>
                      <a:pt x="520059" y="1761484"/>
                      <a:pt x="519141" y="1764989"/>
                      <a:pt x="520059" y="1768828"/>
                    </a:cubicBezTo>
                    <a:cubicBezTo>
                      <a:pt x="522645" y="1771248"/>
                      <a:pt x="525316" y="1773751"/>
                      <a:pt x="527986" y="1776171"/>
                    </a:cubicBezTo>
                    <a:cubicBezTo>
                      <a:pt x="523480" y="1777006"/>
                      <a:pt x="521311" y="1779092"/>
                      <a:pt x="523063" y="1784099"/>
                    </a:cubicBezTo>
                    <a:cubicBezTo>
                      <a:pt x="527486" y="1796784"/>
                      <a:pt x="531659" y="1809635"/>
                      <a:pt x="535748" y="1822403"/>
                    </a:cubicBezTo>
                    <a:cubicBezTo>
                      <a:pt x="537834" y="1829162"/>
                      <a:pt x="540671" y="1835671"/>
                      <a:pt x="540504" y="1843015"/>
                    </a:cubicBezTo>
                    <a:cubicBezTo>
                      <a:pt x="539670" y="1873641"/>
                      <a:pt x="541338" y="1904601"/>
                      <a:pt x="529071" y="1933975"/>
                    </a:cubicBezTo>
                    <a:cubicBezTo>
                      <a:pt x="526067" y="1940985"/>
                      <a:pt x="524815" y="1948745"/>
                      <a:pt x="522729" y="1956089"/>
                    </a:cubicBezTo>
                    <a:cubicBezTo>
                      <a:pt x="514050" y="1986465"/>
                      <a:pt x="508543" y="1981625"/>
                      <a:pt x="515552" y="1996312"/>
                    </a:cubicBezTo>
                    <a:cubicBezTo>
                      <a:pt x="540671" y="2070832"/>
                      <a:pt x="565122" y="2143183"/>
                      <a:pt x="589489" y="2215701"/>
                    </a:cubicBezTo>
                    <a:cubicBezTo>
                      <a:pt x="589823" y="2220875"/>
                      <a:pt x="592409" y="2224547"/>
                      <a:pt x="597167" y="2226633"/>
                    </a:cubicBezTo>
                    <a:cubicBezTo>
                      <a:pt x="599586" y="2238399"/>
                      <a:pt x="607514" y="2247162"/>
                      <a:pt x="614190" y="2256424"/>
                    </a:cubicBezTo>
                    <a:cubicBezTo>
                      <a:pt x="622618" y="2268358"/>
                      <a:pt x="626958" y="2281126"/>
                      <a:pt x="628210" y="2295646"/>
                    </a:cubicBezTo>
                    <a:cubicBezTo>
                      <a:pt x="628877" y="2304575"/>
                      <a:pt x="631214" y="2313337"/>
                      <a:pt x="631882" y="2322266"/>
                    </a:cubicBezTo>
                    <a:cubicBezTo>
                      <a:pt x="632633" y="2331863"/>
                      <a:pt x="636471" y="2336369"/>
                      <a:pt x="646568" y="2334367"/>
                    </a:cubicBezTo>
                    <a:cubicBezTo>
                      <a:pt x="650908" y="2333532"/>
                      <a:pt x="655498" y="2333699"/>
                      <a:pt x="659921" y="2333031"/>
                    </a:cubicBezTo>
                    <a:cubicBezTo>
                      <a:pt x="694135" y="2328609"/>
                      <a:pt x="728349" y="2323435"/>
                      <a:pt x="762730" y="2319763"/>
                    </a:cubicBezTo>
                    <a:cubicBezTo>
                      <a:pt x="774581" y="2318511"/>
                      <a:pt x="783175" y="2314506"/>
                      <a:pt x="790269" y="2305159"/>
                    </a:cubicBezTo>
                    <a:cubicBezTo>
                      <a:pt x="818892" y="2267357"/>
                      <a:pt x="847849" y="2229804"/>
                      <a:pt x="876723" y="2192085"/>
                    </a:cubicBezTo>
                    <a:cubicBezTo>
                      <a:pt x="884817" y="2189999"/>
                      <a:pt x="881897" y="2183072"/>
                      <a:pt x="882898" y="2177898"/>
                    </a:cubicBezTo>
                    <a:cubicBezTo>
                      <a:pt x="886153" y="2173476"/>
                      <a:pt x="885652" y="2168135"/>
                      <a:pt x="886486" y="2163211"/>
                    </a:cubicBezTo>
                    <a:cubicBezTo>
                      <a:pt x="888490" y="2152196"/>
                      <a:pt x="893162" y="2143851"/>
                      <a:pt x="902926" y="2136507"/>
                    </a:cubicBezTo>
                    <a:cubicBezTo>
                      <a:pt x="935972" y="2111639"/>
                      <a:pt x="931549" y="2122905"/>
                      <a:pt x="923622" y="2080095"/>
                    </a:cubicBezTo>
                    <a:cubicBezTo>
                      <a:pt x="922119" y="2072418"/>
                      <a:pt x="920867" y="2065658"/>
                      <a:pt x="924205" y="2057898"/>
                    </a:cubicBezTo>
                    <a:cubicBezTo>
                      <a:pt x="939977" y="2020178"/>
                      <a:pt x="965347" y="1990662"/>
                      <a:pt x="1000144" y="1969357"/>
                    </a:cubicBezTo>
                    <a:cubicBezTo>
                      <a:pt x="1001814" y="1968356"/>
                      <a:pt x="1003399" y="1967188"/>
                      <a:pt x="1005236" y="1966604"/>
                    </a:cubicBezTo>
                    <a:cubicBezTo>
                      <a:pt x="1016251" y="1962515"/>
                      <a:pt x="1018420" y="1954086"/>
                      <a:pt x="1017670" y="1943488"/>
                    </a:cubicBezTo>
                    <a:cubicBezTo>
                      <a:pt x="1016084" y="1917368"/>
                      <a:pt x="1014832" y="1891165"/>
                      <a:pt x="1013163" y="1864962"/>
                    </a:cubicBezTo>
                    <a:cubicBezTo>
                      <a:pt x="1012912" y="1861958"/>
                      <a:pt x="1011077" y="1859120"/>
                      <a:pt x="1009992" y="1856033"/>
                    </a:cubicBezTo>
                    <a:cubicBezTo>
                      <a:pt x="1009658" y="1853362"/>
                      <a:pt x="1009325" y="1850609"/>
                      <a:pt x="1008907" y="1847855"/>
                    </a:cubicBezTo>
                    <a:cubicBezTo>
                      <a:pt x="1010326" y="1842180"/>
                      <a:pt x="1010075" y="1836422"/>
                      <a:pt x="1008907" y="1830748"/>
                    </a:cubicBezTo>
                    <a:cubicBezTo>
                      <a:pt x="1003900" y="1805129"/>
                      <a:pt x="998726" y="1779509"/>
                      <a:pt x="993553" y="1753891"/>
                    </a:cubicBezTo>
                    <a:cubicBezTo>
                      <a:pt x="993803" y="1751053"/>
                      <a:pt x="994220" y="1748299"/>
                      <a:pt x="994470" y="1745629"/>
                    </a:cubicBezTo>
                    <a:cubicBezTo>
                      <a:pt x="995138" y="1744878"/>
                      <a:pt x="995639" y="1744294"/>
                      <a:pt x="996306" y="1743626"/>
                    </a:cubicBezTo>
                    <a:cubicBezTo>
                      <a:pt x="1009492" y="1728856"/>
                      <a:pt x="1016084" y="1710079"/>
                      <a:pt x="1026431" y="1693556"/>
                    </a:cubicBezTo>
                    <a:cubicBezTo>
                      <a:pt x="1031438" y="1685545"/>
                      <a:pt x="1034276" y="1677534"/>
                      <a:pt x="1033858" y="1668271"/>
                    </a:cubicBezTo>
                    <a:cubicBezTo>
                      <a:pt x="1036195" y="1668104"/>
                      <a:pt x="1038532" y="1667937"/>
                      <a:pt x="1040868" y="1667854"/>
                    </a:cubicBezTo>
                    <a:cubicBezTo>
                      <a:pt x="1047544" y="1668438"/>
                      <a:pt x="1051299" y="1663348"/>
                      <a:pt x="1055639" y="1659926"/>
                    </a:cubicBezTo>
                    <a:cubicBezTo>
                      <a:pt x="1083177" y="1637979"/>
                      <a:pt x="1110466" y="1615698"/>
                      <a:pt x="1137920" y="1593667"/>
                    </a:cubicBezTo>
                    <a:cubicBezTo>
                      <a:pt x="1142677" y="1589828"/>
                      <a:pt x="1145180" y="1584821"/>
                      <a:pt x="1147767" y="1579648"/>
                    </a:cubicBezTo>
                    <a:cubicBezTo>
                      <a:pt x="1167127" y="1539925"/>
                      <a:pt x="1186321" y="1500120"/>
                      <a:pt x="1205599" y="1460314"/>
                    </a:cubicBezTo>
                    <a:cubicBezTo>
                      <a:pt x="1208101" y="1455140"/>
                      <a:pt x="1210271" y="1449967"/>
                      <a:pt x="1209937" y="1443791"/>
                    </a:cubicBezTo>
                    <a:cubicBezTo>
                      <a:pt x="1209270" y="1431775"/>
                      <a:pt x="1206266" y="1428854"/>
                      <a:pt x="1194666" y="1431524"/>
                    </a:cubicBezTo>
                    <a:cubicBezTo>
                      <a:pt x="1170967" y="1436948"/>
                      <a:pt x="1147350" y="1442707"/>
                      <a:pt x="1123734" y="1448465"/>
                    </a:cubicBezTo>
                    <a:cubicBezTo>
                      <a:pt x="1105959" y="1452887"/>
                      <a:pt x="1088351" y="1459730"/>
                      <a:pt x="1070911" y="1449299"/>
                    </a:cubicBezTo>
                    <a:cubicBezTo>
                      <a:pt x="1066738" y="1454723"/>
                      <a:pt x="1060729" y="1453972"/>
                      <a:pt x="1059644" y="1448798"/>
                    </a:cubicBezTo>
                    <a:cubicBezTo>
                      <a:pt x="1060813" y="1445878"/>
                      <a:pt x="1061981" y="1442957"/>
                      <a:pt x="1063149" y="1440036"/>
                    </a:cubicBezTo>
                    <a:cubicBezTo>
                      <a:pt x="1067322" y="1425182"/>
                      <a:pt x="1066320" y="1423430"/>
                      <a:pt x="1052969" y="1420342"/>
                    </a:cubicBezTo>
                    <a:cubicBezTo>
                      <a:pt x="1052218" y="1416670"/>
                      <a:pt x="1052384" y="1412581"/>
                      <a:pt x="1048880" y="1409994"/>
                    </a:cubicBezTo>
                    <a:cubicBezTo>
                      <a:pt x="1047210" y="1404153"/>
                      <a:pt x="1043455" y="1399730"/>
                      <a:pt x="1039199" y="1395891"/>
                    </a:cubicBezTo>
                    <a:cubicBezTo>
                      <a:pt x="1016918" y="1376364"/>
                      <a:pt x="1002982" y="1351329"/>
                      <a:pt x="990298" y="1325293"/>
                    </a:cubicBezTo>
                    <a:cubicBezTo>
                      <a:pt x="988462" y="1320870"/>
                      <a:pt x="986876" y="1316364"/>
                      <a:pt x="982620" y="1313526"/>
                    </a:cubicBezTo>
                    <a:cubicBezTo>
                      <a:pt x="976863" y="1285487"/>
                      <a:pt x="965263" y="1259284"/>
                      <a:pt x="957418" y="1231913"/>
                    </a:cubicBezTo>
                    <a:cubicBezTo>
                      <a:pt x="954165" y="1220564"/>
                      <a:pt x="947822" y="1212886"/>
                      <a:pt x="936473" y="1209465"/>
                    </a:cubicBezTo>
                    <a:cubicBezTo>
                      <a:pt x="935138" y="1208129"/>
                      <a:pt x="933635" y="1206794"/>
                      <a:pt x="932217" y="1205542"/>
                    </a:cubicBezTo>
                    <a:cubicBezTo>
                      <a:pt x="935721" y="1197281"/>
                      <a:pt x="931132" y="1190605"/>
                      <a:pt x="927711" y="1183762"/>
                    </a:cubicBezTo>
                    <a:cubicBezTo>
                      <a:pt x="915611" y="1159729"/>
                      <a:pt x="903426" y="1135695"/>
                      <a:pt x="891243" y="1111661"/>
                    </a:cubicBezTo>
                    <a:cubicBezTo>
                      <a:pt x="885485" y="1100312"/>
                      <a:pt x="882064" y="1088546"/>
                      <a:pt x="884067" y="1074193"/>
                    </a:cubicBezTo>
                    <a:cubicBezTo>
                      <a:pt x="893913" y="1077364"/>
                      <a:pt x="898169" y="1085041"/>
                      <a:pt x="904095" y="1090298"/>
                    </a:cubicBezTo>
                    <a:cubicBezTo>
                      <a:pt x="908267" y="1094054"/>
                      <a:pt x="911604" y="1094888"/>
                      <a:pt x="915193" y="1090048"/>
                    </a:cubicBezTo>
                    <a:cubicBezTo>
                      <a:pt x="915860" y="1088796"/>
                      <a:pt x="916529" y="1087545"/>
                      <a:pt x="917196" y="1086293"/>
                    </a:cubicBezTo>
                    <a:cubicBezTo>
                      <a:pt x="921201" y="1086460"/>
                      <a:pt x="924205" y="1087962"/>
                      <a:pt x="924957" y="1092218"/>
                    </a:cubicBezTo>
                    <a:cubicBezTo>
                      <a:pt x="925624" y="1095556"/>
                      <a:pt x="927961" y="1097225"/>
                      <a:pt x="930965" y="1098143"/>
                    </a:cubicBezTo>
                    <a:cubicBezTo>
                      <a:pt x="960756" y="1154888"/>
                      <a:pt x="990381" y="1211551"/>
                      <a:pt x="1020173" y="1268213"/>
                    </a:cubicBezTo>
                    <a:cubicBezTo>
                      <a:pt x="1030020" y="1286906"/>
                      <a:pt x="1039867" y="1305599"/>
                      <a:pt x="1049881" y="1324208"/>
                    </a:cubicBezTo>
                    <a:cubicBezTo>
                      <a:pt x="1052718" y="1329465"/>
                      <a:pt x="1054137" y="1337143"/>
                      <a:pt x="1063149" y="1335056"/>
                    </a:cubicBezTo>
                    <a:cubicBezTo>
                      <a:pt x="1063316" y="1336976"/>
                      <a:pt x="1063483" y="1338812"/>
                      <a:pt x="1063567" y="1340731"/>
                    </a:cubicBezTo>
                    <a:cubicBezTo>
                      <a:pt x="1061063" y="1344736"/>
                      <a:pt x="1060729" y="1348659"/>
                      <a:pt x="1062566" y="1353415"/>
                    </a:cubicBezTo>
                    <a:cubicBezTo>
                      <a:pt x="1066988" y="1365349"/>
                      <a:pt x="1070660" y="1377616"/>
                      <a:pt x="1074833" y="1389716"/>
                    </a:cubicBezTo>
                    <a:cubicBezTo>
                      <a:pt x="1080674" y="1406907"/>
                      <a:pt x="1080841" y="1407073"/>
                      <a:pt x="1097364" y="1401316"/>
                    </a:cubicBezTo>
                    <a:cubicBezTo>
                      <a:pt x="1134165" y="1388381"/>
                      <a:pt x="1170800" y="1374862"/>
                      <a:pt x="1207767" y="1362344"/>
                    </a:cubicBezTo>
                    <a:cubicBezTo>
                      <a:pt x="1223372" y="1357087"/>
                      <a:pt x="1234221" y="1347657"/>
                      <a:pt x="1241065" y="1333054"/>
                    </a:cubicBezTo>
                    <a:cubicBezTo>
                      <a:pt x="1243902" y="1332887"/>
                      <a:pt x="1246572" y="1332386"/>
                      <a:pt x="1248158" y="1329716"/>
                    </a:cubicBezTo>
                    <a:cubicBezTo>
                      <a:pt x="1266182" y="1327129"/>
                      <a:pt x="1282706" y="1322122"/>
                      <a:pt x="1294639" y="1306600"/>
                    </a:cubicBezTo>
                    <a:cubicBezTo>
                      <a:pt x="1311496" y="1284987"/>
                      <a:pt x="1329605" y="1264291"/>
                      <a:pt x="1346128" y="1242511"/>
                    </a:cubicBezTo>
                    <a:cubicBezTo>
                      <a:pt x="1351885" y="1235000"/>
                      <a:pt x="1363735" y="1228491"/>
                      <a:pt x="1362149" y="1219896"/>
                    </a:cubicBezTo>
                    <a:cubicBezTo>
                      <a:pt x="1360230" y="1209965"/>
                      <a:pt x="1346128" y="1209548"/>
                      <a:pt x="1337532" y="1204958"/>
                    </a:cubicBezTo>
                    <a:cubicBezTo>
                      <a:pt x="1325849" y="1198867"/>
                      <a:pt x="1312497" y="1195612"/>
                      <a:pt x="1306071" y="1182427"/>
                    </a:cubicBezTo>
                    <a:cubicBezTo>
                      <a:pt x="1304236" y="1181092"/>
                      <a:pt x="1302484" y="1179840"/>
                      <a:pt x="1300730" y="1178672"/>
                    </a:cubicBezTo>
                    <a:cubicBezTo>
                      <a:pt x="1304986" y="1171829"/>
                      <a:pt x="1308908" y="1164151"/>
                      <a:pt x="1300397" y="1158644"/>
                    </a:cubicBezTo>
                    <a:cubicBezTo>
                      <a:pt x="1292052" y="1153136"/>
                      <a:pt x="1288464" y="1161982"/>
                      <a:pt x="1283957" y="1166738"/>
                    </a:cubicBezTo>
                    <a:cubicBezTo>
                      <a:pt x="1283540" y="1167239"/>
                      <a:pt x="1283290" y="1167907"/>
                      <a:pt x="1282956" y="1168324"/>
                    </a:cubicBezTo>
                    <a:cubicBezTo>
                      <a:pt x="1273860" y="1181926"/>
                      <a:pt x="1262427" y="1189937"/>
                      <a:pt x="1244819" y="1187100"/>
                    </a:cubicBezTo>
                    <a:cubicBezTo>
                      <a:pt x="1236140" y="1185765"/>
                      <a:pt x="1227128" y="1186850"/>
                      <a:pt x="1218199" y="1186850"/>
                    </a:cubicBezTo>
                    <a:cubicBezTo>
                      <a:pt x="1216530" y="1185014"/>
                      <a:pt x="1214861" y="1183094"/>
                      <a:pt x="1213275" y="1181175"/>
                    </a:cubicBezTo>
                    <a:cubicBezTo>
                      <a:pt x="1221453" y="1174082"/>
                      <a:pt x="1218116" y="1165987"/>
                      <a:pt x="1214694" y="1158310"/>
                    </a:cubicBezTo>
                    <a:cubicBezTo>
                      <a:pt x="1213526" y="1155640"/>
                      <a:pt x="1210522" y="1157559"/>
                      <a:pt x="1208603" y="1159228"/>
                    </a:cubicBezTo>
                    <a:cubicBezTo>
                      <a:pt x="1206349" y="1159311"/>
                      <a:pt x="1204180" y="1159395"/>
                      <a:pt x="1201926" y="1159478"/>
                    </a:cubicBezTo>
                    <a:cubicBezTo>
                      <a:pt x="1193999" y="1138366"/>
                      <a:pt x="1179145" y="1121175"/>
                      <a:pt x="1168046" y="1101898"/>
                    </a:cubicBezTo>
                    <a:cubicBezTo>
                      <a:pt x="1166293" y="1098977"/>
                      <a:pt x="1162871" y="1098309"/>
                      <a:pt x="1159701" y="1097726"/>
                    </a:cubicBezTo>
                    <a:cubicBezTo>
                      <a:pt x="1158449" y="1094054"/>
                      <a:pt x="1157281" y="1090298"/>
                      <a:pt x="1155862" y="1086543"/>
                    </a:cubicBezTo>
                    <a:cubicBezTo>
                      <a:pt x="1155778" y="1082704"/>
                      <a:pt x="1155028" y="1079033"/>
                      <a:pt x="1152440" y="1076112"/>
                    </a:cubicBezTo>
                    <a:cubicBezTo>
                      <a:pt x="1162204" y="1075194"/>
                      <a:pt x="1171300" y="1071773"/>
                      <a:pt x="1179561" y="1066432"/>
                    </a:cubicBezTo>
                    <a:cubicBezTo>
                      <a:pt x="1199256" y="1082538"/>
                      <a:pt x="1220535" y="1097225"/>
                      <a:pt x="1238477" y="1115166"/>
                    </a:cubicBezTo>
                    <a:cubicBezTo>
                      <a:pt x="1253248" y="1130021"/>
                      <a:pt x="1267768" y="1132441"/>
                      <a:pt x="1286210" y="1125598"/>
                    </a:cubicBezTo>
                    <a:cubicBezTo>
                      <a:pt x="1303318" y="1119172"/>
                      <a:pt x="1316837" y="1123511"/>
                      <a:pt x="1326350" y="1139868"/>
                    </a:cubicBezTo>
                    <a:cubicBezTo>
                      <a:pt x="1329854" y="1145876"/>
                      <a:pt x="1334862" y="1150966"/>
                      <a:pt x="1339451" y="1156307"/>
                    </a:cubicBezTo>
                    <a:cubicBezTo>
                      <a:pt x="1341454" y="1158644"/>
                      <a:pt x="1344292" y="1162232"/>
                      <a:pt x="1346628" y="1162065"/>
                    </a:cubicBezTo>
                    <a:cubicBezTo>
                      <a:pt x="1363568" y="1161565"/>
                      <a:pt x="1380843" y="1166738"/>
                      <a:pt x="1397282" y="1158894"/>
                    </a:cubicBezTo>
                    <a:cubicBezTo>
                      <a:pt x="1400370" y="1159061"/>
                      <a:pt x="1403374" y="1159228"/>
                      <a:pt x="1406461" y="1159311"/>
                    </a:cubicBezTo>
                    <a:cubicBezTo>
                      <a:pt x="1420564" y="1159311"/>
                      <a:pt x="1434835" y="1161064"/>
                      <a:pt x="1448687" y="1159061"/>
                    </a:cubicBezTo>
                    <a:cubicBezTo>
                      <a:pt x="1476559" y="1155139"/>
                      <a:pt x="1499090" y="1161314"/>
                      <a:pt x="1513861" y="1186850"/>
                    </a:cubicBezTo>
                    <a:cubicBezTo>
                      <a:pt x="1514445" y="1193943"/>
                      <a:pt x="1519453" y="1194277"/>
                      <a:pt x="1524876" y="1194110"/>
                    </a:cubicBezTo>
                    <a:cubicBezTo>
                      <a:pt x="1527129" y="1211050"/>
                      <a:pt x="1540065" y="1221732"/>
                      <a:pt x="1548993" y="1234750"/>
                    </a:cubicBezTo>
                    <a:cubicBezTo>
                      <a:pt x="1559424" y="1249938"/>
                      <a:pt x="1560009" y="1249687"/>
                      <a:pt x="1577366" y="1241843"/>
                    </a:cubicBezTo>
                    <a:cubicBezTo>
                      <a:pt x="1584626" y="1238589"/>
                      <a:pt x="1589550" y="1238589"/>
                      <a:pt x="1591303" y="1247935"/>
                    </a:cubicBezTo>
                    <a:cubicBezTo>
                      <a:pt x="1593556" y="1260536"/>
                      <a:pt x="1596142" y="1272970"/>
                      <a:pt x="1598896" y="1285487"/>
                    </a:cubicBezTo>
                    <a:cubicBezTo>
                      <a:pt x="1603319" y="1305432"/>
                      <a:pt x="1603152" y="1326712"/>
                      <a:pt x="1611413" y="1345321"/>
                    </a:cubicBezTo>
                    <a:cubicBezTo>
                      <a:pt x="1622930" y="1371190"/>
                      <a:pt x="1634863" y="1396892"/>
                      <a:pt x="1647047" y="1422428"/>
                    </a:cubicBezTo>
                    <a:cubicBezTo>
                      <a:pt x="1654975" y="1355084"/>
                      <a:pt x="1659147" y="1286656"/>
                      <a:pt x="1659147" y="1217225"/>
                    </a:cubicBezTo>
                    <a:cubicBezTo>
                      <a:pt x="1659147" y="791882"/>
                      <a:pt x="1506100" y="402256"/>
                      <a:pt x="1252163" y="100335"/>
                    </a:cubicBezTo>
                    <a:cubicBezTo>
                      <a:pt x="1224041" y="110599"/>
                      <a:pt x="1195835" y="120863"/>
                      <a:pt x="1167796" y="131378"/>
                    </a:cubicBezTo>
                    <a:cubicBezTo>
                      <a:pt x="1155778" y="135884"/>
                      <a:pt x="1147266" y="134048"/>
                      <a:pt x="1138254" y="12595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2994845" y="2608314"/>
                <a:ext cx="29738" cy="18553"/>
              </a:xfrm>
              <a:custGeom>
                <a:rect b="b" l="l" r="r" t="t"/>
                <a:pathLst>
                  <a:path extrusionOk="0" h="24737" w="39650">
                    <a:moveTo>
                      <a:pt x="5105" y="12675"/>
                    </a:moveTo>
                    <a:cubicBezTo>
                      <a:pt x="12366" y="16597"/>
                      <a:pt x="19876" y="20186"/>
                      <a:pt x="27469" y="23857"/>
                    </a:cubicBezTo>
                    <a:cubicBezTo>
                      <a:pt x="29890" y="25026"/>
                      <a:pt x="32894" y="25359"/>
                      <a:pt x="34396" y="22772"/>
                    </a:cubicBezTo>
                    <a:cubicBezTo>
                      <a:pt x="37568" y="17265"/>
                      <a:pt x="40821" y="11173"/>
                      <a:pt x="39236" y="4747"/>
                    </a:cubicBezTo>
                    <a:cubicBezTo>
                      <a:pt x="37400" y="-1845"/>
                      <a:pt x="30808" y="575"/>
                      <a:pt x="26051" y="74"/>
                    </a:cubicBezTo>
                    <a:cubicBezTo>
                      <a:pt x="24215" y="-93"/>
                      <a:pt x="22212" y="74"/>
                      <a:pt x="20293" y="74"/>
                    </a:cubicBezTo>
                    <a:cubicBezTo>
                      <a:pt x="16455" y="74"/>
                      <a:pt x="12533" y="-9"/>
                      <a:pt x="8777" y="74"/>
                    </a:cubicBezTo>
                    <a:cubicBezTo>
                      <a:pt x="5606" y="74"/>
                      <a:pt x="1934" y="-343"/>
                      <a:pt x="515" y="3329"/>
                    </a:cubicBezTo>
                    <a:cubicBezTo>
                      <a:pt x="-1237" y="7835"/>
                      <a:pt x="1767" y="10672"/>
                      <a:pt x="5189" y="1259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2939153" y="2554104"/>
                <a:ext cx="10071" cy="32110"/>
              </a:xfrm>
              <a:custGeom>
                <a:rect b="b" l="l" r="r" t="t"/>
                <a:pathLst>
                  <a:path extrusionOk="0" h="42813" w="13428">
                    <a:moveTo>
                      <a:pt x="11349" y="3759"/>
                    </a:moveTo>
                    <a:cubicBezTo>
                      <a:pt x="10931" y="1172"/>
                      <a:pt x="8011" y="-80"/>
                      <a:pt x="5257" y="4"/>
                    </a:cubicBezTo>
                    <a:cubicBezTo>
                      <a:pt x="2503" y="87"/>
                      <a:pt x="0" y="1506"/>
                      <a:pt x="0" y="4343"/>
                    </a:cubicBezTo>
                    <a:cubicBezTo>
                      <a:pt x="0" y="16861"/>
                      <a:pt x="0" y="29378"/>
                      <a:pt x="8678" y="42813"/>
                    </a:cubicBezTo>
                    <a:cubicBezTo>
                      <a:pt x="15605" y="28210"/>
                      <a:pt x="13519" y="15859"/>
                      <a:pt x="11349" y="3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3254092" y="2651445"/>
                <a:ext cx="17775" cy="5127"/>
              </a:xfrm>
              <a:custGeom>
                <a:rect b="b" l="l" r="r" t="t"/>
                <a:pathLst>
                  <a:path extrusionOk="0" h="6836" w="23700">
                    <a:moveTo>
                      <a:pt x="23700" y="2818"/>
                    </a:moveTo>
                    <a:cubicBezTo>
                      <a:pt x="16357" y="732"/>
                      <a:pt x="8679" y="-3190"/>
                      <a:pt x="0" y="4821"/>
                    </a:cubicBezTo>
                    <a:cubicBezTo>
                      <a:pt x="9430" y="7742"/>
                      <a:pt x="16606" y="7825"/>
                      <a:pt x="23700" y="2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2941519" y="2525442"/>
                <a:ext cx="4349" cy="14457"/>
              </a:xfrm>
              <a:custGeom>
                <a:rect b="b" l="l" r="r" t="t"/>
                <a:pathLst>
                  <a:path extrusionOk="0" h="19276" w="5799">
                    <a:moveTo>
                      <a:pt x="5107" y="19277"/>
                    </a:moveTo>
                    <a:cubicBezTo>
                      <a:pt x="6526" y="12100"/>
                      <a:pt x="5774" y="5675"/>
                      <a:pt x="2770" y="0"/>
                    </a:cubicBezTo>
                    <a:cubicBezTo>
                      <a:pt x="767" y="6426"/>
                      <a:pt x="-3322" y="13268"/>
                      <a:pt x="5107" y="192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56" name="Google Shape;356;p20"/>
            <p:cNvCxnSpPr/>
            <p:nvPr/>
          </p:nvCxnSpPr>
          <p:spPr>
            <a:xfrm>
              <a:off x="1798300" y="2274247"/>
              <a:ext cx="363000" cy="1131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57" name="Google Shape;357;p20"/>
            <p:cNvCxnSpPr/>
            <p:nvPr/>
          </p:nvCxnSpPr>
          <p:spPr>
            <a:xfrm flipH="1">
              <a:off x="2324800" y="3195172"/>
              <a:ext cx="678600" cy="27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58" name="Google Shape;358;p20"/>
            <p:cNvCxnSpPr/>
            <p:nvPr/>
          </p:nvCxnSpPr>
          <p:spPr>
            <a:xfrm>
              <a:off x="2761325" y="2353172"/>
              <a:ext cx="310500" cy="863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59" name="Google Shape;359;p20"/>
            <p:cNvCxnSpPr/>
            <p:nvPr/>
          </p:nvCxnSpPr>
          <p:spPr>
            <a:xfrm flipH="1">
              <a:off x="2192875" y="2568947"/>
              <a:ext cx="1036800" cy="857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60" name="Google Shape;360;p20"/>
            <p:cNvCxnSpPr/>
            <p:nvPr/>
          </p:nvCxnSpPr>
          <p:spPr>
            <a:xfrm>
              <a:off x="1772000" y="2837322"/>
              <a:ext cx="1178700" cy="300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361" name="Google Shape;361;p20"/>
            <p:cNvGrpSpPr/>
            <p:nvPr/>
          </p:nvGrpSpPr>
          <p:grpSpPr>
            <a:xfrm>
              <a:off x="1555950" y="1963364"/>
              <a:ext cx="463709" cy="437485"/>
              <a:chOff x="7970175" y="4583242"/>
              <a:chExt cx="463709" cy="437485"/>
            </a:xfrm>
          </p:grpSpPr>
          <p:sp>
            <p:nvSpPr>
              <p:cNvPr id="362" name="Google Shape;362;p20"/>
              <p:cNvSpPr/>
              <p:nvPr/>
            </p:nvSpPr>
            <p:spPr>
              <a:xfrm>
                <a:off x="7970363" y="4583242"/>
                <a:ext cx="463521" cy="437485"/>
              </a:xfrm>
              <a:custGeom>
                <a:rect b="b" l="l" r="r" t="t"/>
                <a:pathLst>
                  <a:path extrusionOk="0" h="583313" w="618028">
                    <a:moveTo>
                      <a:pt x="291657" y="583313"/>
                    </a:moveTo>
                    <a:lnTo>
                      <a:pt x="326372" y="583313"/>
                    </a:lnTo>
                    <a:cubicBezTo>
                      <a:pt x="487513" y="583313"/>
                      <a:pt x="618029" y="452715"/>
                      <a:pt x="618029" y="291657"/>
                    </a:cubicBezTo>
                    <a:cubicBezTo>
                      <a:pt x="618029" y="130598"/>
                      <a:pt x="487430" y="0"/>
                      <a:pt x="326372" y="0"/>
                    </a:cubicBezTo>
                    <a:lnTo>
                      <a:pt x="291657" y="0"/>
                    </a:lnTo>
                    <a:cubicBezTo>
                      <a:pt x="130599" y="0"/>
                      <a:pt x="0" y="130598"/>
                      <a:pt x="0" y="291657"/>
                    </a:cubicBezTo>
                    <a:cubicBezTo>
                      <a:pt x="0" y="452715"/>
                      <a:pt x="130515" y="583313"/>
                      <a:pt x="291657" y="5833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20"/>
              <p:cNvSpPr/>
              <p:nvPr/>
            </p:nvSpPr>
            <p:spPr>
              <a:xfrm>
                <a:off x="7970175" y="4583304"/>
                <a:ext cx="437610" cy="437422"/>
              </a:xfrm>
              <a:custGeom>
                <a:rect b="b" l="l" r="r" t="t"/>
                <a:pathLst>
                  <a:path extrusionOk="0" h="583229" w="583480">
                    <a:moveTo>
                      <a:pt x="568126" y="198276"/>
                    </a:moveTo>
                    <a:cubicBezTo>
                      <a:pt x="563870" y="185592"/>
                      <a:pt x="558696" y="173241"/>
                      <a:pt x="552771" y="161391"/>
                    </a:cubicBezTo>
                    <a:cubicBezTo>
                      <a:pt x="548098" y="152129"/>
                      <a:pt x="543008" y="143116"/>
                      <a:pt x="537416" y="134437"/>
                    </a:cubicBezTo>
                    <a:cubicBezTo>
                      <a:pt x="532660" y="126927"/>
                      <a:pt x="527486" y="119750"/>
                      <a:pt x="522062" y="112740"/>
                    </a:cubicBezTo>
                    <a:cubicBezTo>
                      <a:pt x="517139" y="106481"/>
                      <a:pt x="512048" y="100390"/>
                      <a:pt x="506707" y="94548"/>
                    </a:cubicBezTo>
                    <a:cubicBezTo>
                      <a:pt x="501783" y="89208"/>
                      <a:pt x="496693" y="84033"/>
                      <a:pt x="491352" y="79110"/>
                    </a:cubicBezTo>
                    <a:cubicBezTo>
                      <a:pt x="486429" y="74437"/>
                      <a:pt x="481255" y="69931"/>
                      <a:pt x="475997" y="65591"/>
                    </a:cubicBezTo>
                    <a:cubicBezTo>
                      <a:pt x="470991" y="61502"/>
                      <a:pt x="465900" y="57664"/>
                      <a:pt x="460643" y="53992"/>
                    </a:cubicBezTo>
                    <a:cubicBezTo>
                      <a:pt x="455636" y="50403"/>
                      <a:pt x="450545" y="46982"/>
                      <a:pt x="445288" y="43728"/>
                    </a:cubicBezTo>
                    <a:cubicBezTo>
                      <a:pt x="440281" y="40640"/>
                      <a:pt x="435190" y="37635"/>
                      <a:pt x="429933" y="34798"/>
                    </a:cubicBezTo>
                    <a:cubicBezTo>
                      <a:pt x="424926" y="32128"/>
                      <a:pt x="419752" y="29541"/>
                      <a:pt x="414579" y="27121"/>
                    </a:cubicBezTo>
                    <a:cubicBezTo>
                      <a:pt x="409572" y="24784"/>
                      <a:pt x="404398" y="22615"/>
                      <a:pt x="399224" y="20528"/>
                    </a:cubicBezTo>
                    <a:cubicBezTo>
                      <a:pt x="394134" y="18526"/>
                      <a:pt x="389042" y="16690"/>
                      <a:pt x="383869" y="14937"/>
                    </a:cubicBezTo>
                    <a:cubicBezTo>
                      <a:pt x="378778" y="13268"/>
                      <a:pt x="373688" y="11683"/>
                      <a:pt x="368514" y="10264"/>
                    </a:cubicBezTo>
                    <a:cubicBezTo>
                      <a:pt x="363424" y="8846"/>
                      <a:pt x="358334" y="7594"/>
                      <a:pt x="353160" y="6509"/>
                    </a:cubicBezTo>
                    <a:cubicBezTo>
                      <a:pt x="348069" y="5424"/>
                      <a:pt x="342979" y="4423"/>
                      <a:pt x="337805" y="3672"/>
                    </a:cubicBezTo>
                    <a:cubicBezTo>
                      <a:pt x="332714" y="2837"/>
                      <a:pt x="327624" y="2169"/>
                      <a:pt x="322450" y="1669"/>
                    </a:cubicBezTo>
                    <a:cubicBezTo>
                      <a:pt x="317359" y="1168"/>
                      <a:pt x="312269" y="751"/>
                      <a:pt x="307095" y="417"/>
                    </a:cubicBezTo>
                    <a:cubicBezTo>
                      <a:pt x="302005" y="167"/>
                      <a:pt x="296915" y="0"/>
                      <a:pt x="291741" y="0"/>
                    </a:cubicBezTo>
                    <a:cubicBezTo>
                      <a:pt x="286567" y="0"/>
                      <a:pt x="281477" y="167"/>
                      <a:pt x="276385" y="417"/>
                    </a:cubicBezTo>
                    <a:cubicBezTo>
                      <a:pt x="271212" y="667"/>
                      <a:pt x="266121" y="1085"/>
                      <a:pt x="261031" y="1669"/>
                    </a:cubicBezTo>
                    <a:cubicBezTo>
                      <a:pt x="255857" y="2169"/>
                      <a:pt x="250767" y="2921"/>
                      <a:pt x="245676" y="3672"/>
                    </a:cubicBezTo>
                    <a:cubicBezTo>
                      <a:pt x="240503" y="4506"/>
                      <a:pt x="235412" y="5424"/>
                      <a:pt x="230322" y="6509"/>
                    </a:cubicBezTo>
                    <a:cubicBezTo>
                      <a:pt x="225148" y="7594"/>
                      <a:pt x="220057" y="8846"/>
                      <a:pt x="214966" y="10264"/>
                    </a:cubicBezTo>
                    <a:cubicBezTo>
                      <a:pt x="209793" y="11683"/>
                      <a:pt x="204702" y="13268"/>
                      <a:pt x="199612" y="14937"/>
                    </a:cubicBezTo>
                    <a:cubicBezTo>
                      <a:pt x="194438" y="16690"/>
                      <a:pt x="189348" y="18526"/>
                      <a:pt x="184258" y="20528"/>
                    </a:cubicBezTo>
                    <a:cubicBezTo>
                      <a:pt x="179084" y="22615"/>
                      <a:pt x="173910" y="24784"/>
                      <a:pt x="168902" y="27121"/>
                    </a:cubicBezTo>
                    <a:cubicBezTo>
                      <a:pt x="163728" y="29541"/>
                      <a:pt x="158554" y="32044"/>
                      <a:pt x="153548" y="34798"/>
                    </a:cubicBezTo>
                    <a:cubicBezTo>
                      <a:pt x="148290" y="37635"/>
                      <a:pt x="143200" y="40640"/>
                      <a:pt x="138193" y="43728"/>
                    </a:cubicBezTo>
                    <a:cubicBezTo>
                      <a:pt x="132936" y="46982"/>
                      <a:pt x="127846" y="50403"/>
                      <a:pt x="122839" y="53992"/>
                    </a:cubicBezTo>
                    <a:cubicBezTo>
                      <a:pt x="117581" y="57747"/>
                      <a:pt x="112491" y="61586"/>
                      <a:pt x="107483" y="65591"/>
                    </a:cubicBezTo>
                    <a:cubicBezTo>
                      <a:pt x="102226" y="69931"/>
                      <a:pt x="97136" y="74437"/>
                      <a:pt x="92129" y="79110"/>
                    </a:cubicBezTo>
                    <a:cubicBezTo>
                      <a:pt x="86871" y="84117"/>
                      <a:pt x="81698" y="89208"/>
                      <a:pt x="76774" y="94548"/>
                    </a:cubicBezTo>
                    <a:cubicBezTo>
                      <a:pt x="71433" y="100390"/>
                      <a:pt x="66343" y="106481"/>
                      <a:pt x="61420" y="112740"/>
                    </a:cubicBezTo>
                    <a:cubicBezTo>
                      <a:pt x="55995" y="119750"/>
                      <a:pt x="50905" y="126927"/>
                      <a:pt x="46064" y="134437"/>
                    </a:cubicBezTo>
                    <a:cubicBezTo>
                      <a:pt x="40474" y="143116"/>
                      <a:pt x="35383" y="152129"/>
                      <a:pt x="30710" y="161391"/>
                    </a:cubicBezTo>
                    <a:cubicBezTo>
                      <a:pt x="24785" y="173241"/>
                      <a:pt x="19695" y="185592"/>
                      <a:pt x="15355" y="198276"/>
                    </a:cubicBezTo>
                    <a:cubicBezTo>
                      <a:pt x="5424" y="227567"/>
                      <a:pt x="0" y="258944"/>
                      <a:pt x="0" y="291573"/>
                    </a:cubicBezTo>
                    <a:cubicBezTo>
                      <a:pt x="0" y="324202"/>
                      <a:pt x="5424" y="355579"/>
                      <a:pt x="15355" y="384953"/>
                    </a:cubicBezTo>
                    <a:cubicBezTo>
                      <a:pt x="19611" y="397637"/>
                      <a:pt x="24785" y="409988"/>
                      <a:pt x="30710" y="421838"/>
                    </a:cubicBezTo>
                    <a:cubicBezTo>
                      <a:pt x="35383" y="431101"/>
                      <a:pt x="40474" y="440114"/>
                      <a:pt x="46064" y="448792"/>
                    </a:cubicBezTo>
                    <a:cubicBezTo>
                      <a:pt x="50822" y="456303"/>
                      <a:pt x="55995" y="463479"/>
                      <a:pt x="61420" y="470489"/>
                    </a:cubicBezTo>
                    <a:cubicBezTo>
                      <a:pt x="66343" y="476748"/>
                      <a:pt x="71433" y="482840"/>
                      <a:pt x="76774" y="488681"/>
                    </a:cubicBezTo>
                    <a:cubicBezTo>
                      <a:pt x="81698" y="494022"/>
                      <a:pt x="86788" y="499196"/>
                      <a:pt x="92129" y="504119"/>
                    </a:cubicBezTo>
                    <a:cubicBezTo>
                      <a:pt x="97052" y="508793"/>
                      <a:pt x="102226" y="513299"/>
                      <a:pt x="107483" y="517638"/>
                    </a:cubicBezTo>
                    <a:cubicBezTo>
                      <a:pt x="112491" y="521727"/>
                      <a:pt x="117581" y="525566"/>
                      <a:pt x="122839" y="529238"/>
                    </a:cubicBezTo>
                    <a:cubicBezTo>
                      <a:pt x="127846" y="532826"/>
                      <a:pt x="132936" y="536247"/>
                      <a:pt x="138193" y="539502"/>
                    </a:cubicBezTo>
                    <a:cubicBezTo>
                      <a:pt x="143200" y="542590"/>
                      <a:pt x="148290" y="545594"/>
                      <a:pt x="153548" y="548431"/>
                    </a:cubicBezTo>
                    <a:cubicBezTo>
                      <a:pt x="158554" y="551102"/>
                      <a:pt x="163728" y="553689"/>
                      <a:pt x="168902" y="556108"/>
                    </a:cubicBezTo>
                    <a:cubicBezTo>
                      <a:pt x="173910" y="558445"/>
                      <a:pt x="179084" y="560615"/>
                      <a:pt x="184258" y="562701"/>
                    </a:cubicBezTo>
                    <a:cubicBezTo>
                      <a:pt x="189348" y="564704"/>
                      <a:pt x="194438" y="566540"/>
                      <a:pt x="199612" y="568292"/>
                    </a:cubicBezTo>
                    <a:cubicBezTo>
                      <a:pt x="204702" y="569961"/>
                      <a:pt x="209793" y="571547"/>
                      <a:pt x="214966" y="572965"/>
                    </a:cubicBezTo>
                    <a:cubicBezTo>
                      <a:pt x="220057" y="574384"/>
                      <a:pt x="225148" y="575636"/>
                      <a:pt x="230322" y="576721"/>
                    </a:cubicBezTo>
                    <a:cubicBezTo>
                      <a:pt x="235412" y="577806"/>
                      <a:pt x="240503" y="578807"/>
                      <a:pt x="245676" y="579558"/>
                    </a:cubicBezTo>
                    <a:cubicBezTo>
                      <a:pt x="250767" y="580393"/>
                      <a:pt x="255857" y="581060"/>
                      <a:pt x="261031" y="581561"/>
                    </a:cubicBezTo>
                    <a:cubicBezTo>
                      <a:pt x="266121" y="582062"/>
                      <a:pt x="271212" y="582479"/>
                      <a:pt x="276385" y="582812"/>
                    </a:cubicBezTo>
                    <a:cubicBezTo>
                      <a:pt x="281477" y="583063"/>
                      <a:pt x="286567" y="583230"/>
                      <a:pt x="291741" y="583230"/>
                    </a:cubicBezTo>
                    <a:cubicBezTo>
                      <a:pt x="296915" y="583230"/>
                      <a:pt x="302005" y="583063"/>
                      <a:pt x="307095" y="582812"/>
                    </a:cubicBezTo>
                    <a:cubicBezTo>
                      <a:pt x="312269" y="582562"/>
                      <a:pt x="317359" y="582145"/>
                      <a:pt x="322450" y="581561"/>
                    </a:cubicBezTo>
                    <a:cubicBezTo>
                      <a:pt x="327624" y="581060"/>
                      <a:pt x="332714" y="580309"/>
                      <a:pt x="337805" y="579558"/>
                    </a:cubicBezTo>
                    <a:cubicBezTo>
                      <a:pt x="342979" y="578723"/>
                      <a:pt x="348069" y="577806"/>
                      <a:pt x="353160" y="576721"/>
                    </a:cubicBezTo>
                    <a:cubicBezTo>
                      <a:pt x="358334" y="575636"/>
                      <a:pt x="363424" y="574384"/>
                      <a:pt x="368514" y="572965"/>
                    </a:cubicBezTo>
                    <a:cubicBezTo>
                      <a:pt x="373688" y="571547"/>
                      <a:pt x="378778" y="569961"/>
                      <a:pt x="383869" y="568292"/>
                    </a:cubicBezTo>
                    <a:cubicBezTo>
                      <a:pt x="389042" y="566540"/>
                      <a:pt x="394134" y="564704"/>
                      <a:pt x="399224" y="562701"/>
                    </a:cubicBezTo>
                    <a:cubicBezTo>
                      <a:pt x="404398" y="560615"/>
                      <a:pt x="409572" y="558445"/>
                      <a:pt x="414579" y="556108"/>
                    </a:cubicBezTo>
                    <a:cubicBezTo>
                      <a:pt x="419752" y="553689"/>
                      <a:pt x="424926" y="551185"/>
                      <a:pt x="429933" y="548431"/>
                    </a:cubicBezTo>
                    <a:cubicBezTo>
                      <a:pt x="435190" y="545594"/>
                      <a:pt x="440281" y="542590"/>
                      <a:pt x="445288" y="539502"/>
                    </a:cubicBezTo>
                    <a:cubicBezTo>
                      <a:pt x="450545" y="536247"/>
                      <a:pt x="455636" y="532826"/>
                      <a:pt x="460643" y="529238"/>
                    </a:cubicBezTo>
                    <a:cubicBezTo>
                      <a:pt x="465900" y="525483"/>
                      <a:pt x="470991" y="521644"/>
                      <a:pt x="475997" y="517638"/>
                    </a:cubicBezTo>
                    <a:cubicBezTo>
                      <a:pt x="481255" y="513299"/>
                      <a:pt x="486345" y="508793"/>
                      <a:pt x="491352" y="504119"/>
                    </a:cubicBezTo>
                    <a:cubicBezTo>
                      <a:pt x="496609" y="499113"/>
                      <a:pt x="501783" y="494022"/>
                      <a:pt x="506707" y="488681"/>
                    </a:cubicBezTo>
                    <a:cubicBezTo>
                      <a:pt x="512048" y="482840"/>
                      <a:pt x="517139" y="476748"/>
                      <a:pt x="522062" y="470489"/>
                    </a:cubicBezTo>
                    <a:cubicBezTo>
                      <a:pt x="527486" y="463479"/>
                      <a:pt x="532577" y="456303"/>
                      <a:pt x="537416" y="448792"/>
                    </a:cubicBezTo>
                    <a:cubicBezTo>
                      <a:pt x="543008" y="440114"/>
                      <a:pt x="548098" y="431101"/>
                      <a:pt x="552771" y="421838"/>
                    </a:cubicBezTo>
                    <a:cubicBezTo>
                      <a:pt x="558696" y="409988"/>
                      <a:pt x="563787" y="397637"/>
                      <a:pt x="568126" y="384953"/>
                    </a:cubicBezTo>
                    <a:cubicBezTo>
                      <a:pt x="578056" y="355663"/>
                      <a:pt x="583481" y="324285"/>
                      <a:pt x="583481" y="291573"/>
                    </a:cubicBezTo>
                    <a:cubicBezTo>
                      <a:pt x="583481" y="258861"/>
                      <a:pt x="578056" y="227567"/>
                      <a:pt x="568126" y="1982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20"/>
              <p:cNvSpPr/>
              <p:nvPr/>
            </p:nvSpPr>
            <p:spPr>
              <a:xfrm>
                <a:off x="8006977" y="4619918"/>
                <a:ext cx="364258" cy="364195"/>
              </a:xfrm>
              <a:custGeom>
                <a:rect b="b" l="l" r="r" t="t"/>
                <a:pathLst>
                  <a:path extrusionOk="0" h="485593" w="485677">
                    <a:moveTo>
                      <a:pt x="242839" y="0"/>
                    </a:moveTo>
                    <a:cubicBezTo>
                      <a:pt x="376692" y="0"/>
                      <a:pt x="485678" y="108902"/>
                      <a:pt x="485678" y="242755"/>
                    </a:cubicBezTo>
                    <a:cubicBezTo>
                      <a:pt x="485678" y="376609"/>
                      <a:pt x="376776" y="485594"/>
                      <a:pt x="242839" y="485594"/>
                    </a:cubicBezTo>
                    <a:cubicBezTo>
                      <a:pt x="108902" y="485594"/>
                      <a:pt x="0" y="376692"/>
                      <a:pt x="0" y="242755"/>
                    </a:cubicBezTo>
                    <a:cubicBezTo>
                      <a:pt x="0" y="108818"/>
                      <a:pt x="108902" y="0"/>
                      <a:pt x="242839" y="0"/>
                    </a:cubicBezTo>
                    <a:close/>
                    <a:moveTo>
                      <a:pt x="242839" y="470990"/>
                    </a:moveTo>
                    <a:cubicBezTo>
                      <a:pt x="368681" y="470990"/>
                      <a:pt x="471074" y="368597"/>
                      <a:pt x="471074" y="242755"/>
                    </a:cubicBezTo>
                    <a:cubicBezTo>
                      <a:pt x="471074" y="116913"/>
                      <a:pt x="368681" y="14520"/>
                      <a:pt x="242839" y="14520"/>
                    </a:cubicBezTo>
                    <a:cubicBezTo>
                      <a:pt x="116997" y="14520"/>
                      <a:pt x="14604" y="116913"/>
                      <a:pt x="14604" y="242755"/>
                    </a:cubicBezTo>
                    <a:cubicBezTo>
                      <a:pt x="14604" y="368597"/>
                      <a:pt x="116997" y="470990"/>
                      <a:pt x="242839" y="47099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20"/>
              <p:cNvSpPr/>
              <p:nvPr/>
            </p:nvSpPr>
            <p:spPr>
              <a:xfrm>
                <a:off x="8125392" y="4683820"/>
                <a:ext cx="127364" cy="252476"/>
              </a:xfrm>
              <a:custGeom>
                <a:rect b="b" l="l" r="r" t="t"/>
                <a:pathLst>
                  <a:path extrusionOk="0" h="336635" w="169819">
                    <a:moveTo>
                      <a:pt x="66593" y="336636"/>
                    </a:moveTo>
                    <a:lnTo>
                      <a:pt x="66593" y="296747"/>
                    </a:lnTo>
                    <a:cubicBezTo>
                      <a:pt x="40723" y="295912"/>
                      <a:pt x="14771" y="288569"/>
                      <a:pt x="0" y="278638"/>
                    </a:cubicBezTo>
                    <a:lnTo>
                      <a:pt x="11098" y="239918"/>
                    </a:lnTo>
                    <a:cubicBezTo>
                      <a:pt x="27121" y="249431"/>
                      <a:pt x="50153" y="258026"/>
                      <a:pt x="75272" y="258026"/>
                    </a:cubicBezTo>
                    <a:cubicBezTo>
                      <a:pt x="100390" y="258026"/>
                      <a:pt x="118916" y="245258"/>
                      <a:pt x="118916" y="225481"/>
                    </a:cubicBezTo>
                    <a:cubicBezTo>
                      <a:pt x="118916" y="206955"/>
                      <a:pt x="104479" y="195022"/>
                      <a:pt x="74103" y="183923"/>
                    </a:cubicBezTo>
                    <a:cubicBezTo>
                      <a:pt x="30876" y="168234"/>
                      <a:pt x="2921" y="148540"/>
                      <a:pt x="2921" y="110237"/>
                    </a:cubicBezTo>
                    <a:cubicBezTo>
                      <a:pt x="2921" y="74854"/>
                      <a:pt x="27622" y="47733"/>
                      <a:pt x="69180" y="40306"/>
                    </a:cubicBezTo>
                    <a:lnTo>
                      <a:pt x="69180" y="0"/>
                    </a:lnTo>
                    <a:lnTo>
                      <a:pt x="102893" y="0"/>
                    </a:lnTo>
                    <a:lnTo>
                      <a:pt x="102893" y="38303"/>
                    </a:lnTo>
                    <a:cubicBezTo>
                      <a:pt x="128846" y="39138"/>
                      <a:pt x="146538" y="45313"/>
                      <a:pt x="159639" y="51905"/>
                    </a:cubicBezTo>
                    <a:lnTo>
                      <a:pt x="148457" y="89791"/>
                    </a:lnTo>
                    <a:cubicBezTo>
                      <a:pt x="138610" y="85285"/>
                      <a:pt x="120501" y="75772"/>
                      <a:pt x="92545" y="75772"/>
                    </a:cubicBezTo>
                    <a:cubicBezTo>
                      <a:pt x="64590" y="75772"/>
                      <a:pt x="53408" y="90543"/>
                      <a:pt x="53408" y="104562"/>
                    </a:cubicBezTo>
                    <a:cubicBezTo>
                      <a:pt x="53408" y="121419"/>
                      <a:pt x="68262" y="130933"/>
                      <a:pt x="103144" y="144869"/>
                    </a:cubicBezTo>
                    <a:cubicBezTo>
                      <a:pt x="149292" y="162143"/>
                      <a:pt x="169820" y="184340"/>
                      <a:pt x="169820" y="220975"/>
                    </a:cubicBezTo>
                    <a:cubicBezTo>
                      <a:pt x="169820" y="257609"/>
                      <a:pt x="145536" y="286817"/>
                      <a:pt x="100307" y="294243"/>
                    </a:cubicBezTo>
                    <a:lnTo>
                      <a:pt x="100307" y="336636"/>
                    </a:lnTo>
                    <a:lnTo>
                      <a:pt x="66509" y="3366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6" name="Google Shape;366;p20"/>
            <p:cNvGrpSpPr/>
            <p:nvPr/>
          </p:nvGrpSpPr>
          <p:grpSpPr>
            <a:xfrm>
              <a:off x="2003175" y="3311039"/>
              <a:ext cx="463709" cy="437485"/>
              <a:chOff x="7970175" y="4583242"/>
              <a:chExt cx="463709" cy="437485"/>
            </a:xfrm>
          </p:grpSpPr>
          <p:sp>
            <p:nvSpPr>
              <p:cNvPr id="367" name="Google Shape;367;p20"/>
              <p:cNvSpPr/>
              <p:nvPr/>
            </p:nvSpPr>
            <p:spPr>
              <a:xfrm>
                <a:off x="7970363" y="4583242"/>
                <a:ext cx="463521" cy="437485"/>
              </a:xfrm>
              <a:custGeom>
                <a:rect b="b" l="l" r="r" t="t"/>
                <a:pathLst>
                  <a:path extrusionOk="0" h="583313" w="618028">
                    <a:moveTo>
                      <a:pt x="291657" y="583313"/>
                    </a:moveTo>
                    <a:lnTo>
                      <a:pt x="326372" y="583313"/>
                    </a:lnTo>
                    <a:cubicBezTo>
                      <a:pt x="487513" y="583313"/>
                      <a:pt x="618029" y="452715"/>
                      <a:pt x="618029" y="291657"/>
                    </a:cubicBezTo>
                    <a:cubicBezTo>
                      <a:pt x="618029" y="130598"/>
                      <a:pt x="487430" y="0"/>
                      <a:pt x="326372" y="0"/>
                    </a:cubicBezTo>
                    <a:lnTo>
                      <a:pt x="291657" y="0"/>
                    </a:lnTo>
                    <a:cubicBezTo>
                      <a:pt x="130599" y="0"/>
                      <a:pt x="0" y="130598"/>
                      <a:pt x="0" y="291657"/>
                    </a:cubicBezTo>
                    <a:cubicBezTo>
                      <a:pt x="0" y="452715"/>
                      <a:pt x="130515" y="583313"/>
                      <a:pt x="291657" y="5833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20"/>
              <p:cNvSpPr/>
              <p:nvPr/>
            </p:nvSpPr>
            <p:spPr>
              <a:xfrm>
                <a:off x="7970175" y="4583304"/>
                <a:ext cx="437610" cy="437422"/>
              </a:xfrm>
              <a:custGeom>
                <a:rect b="b" l="l" r="r" t="t"/>
                <a:pathLst>
                  <a:path extrusionOk="0" h="583229" w="583480">
                    <a:moveTo>
                      <a:pt x="568126" y="198276"/>
                    </a:moveTo>
                    <a:cubicBezTo>
                      <a:pt x="563870" y="185592"/>
                      <a:pt x="558696" y="173241"/>
                      <a:pt x="552771" y="161391"/>
                    </a:cubicBezTo>
                    <a:cubicBezTo>
                      <a:pt x="548098" y="152129"/>
                      <a:pt x="543008" y="143116"/>
                      <a:pt x="537416" y="134437"/>
                    </a:cubicBezTo>
                    <a:cubicBezTo>
                      <a:pt x="532660" y="126927"/>
                      <a:pt x="527486" y="119750"/>
                      <a:pt x="522062" y="112740"/>
                    </a:cubicBezTo>
                    <a:cubicBezTo>
                      <a:pt x="517139" y="106481"/>
                      <a:pt x="512048" y="100390"/>
                      <a:pt x="506707" y="94548"/>
                    </a:cubicBezTo>
                    <a:cubicBezTo>
                      <a:pt x="501783" y="89208"/>
                      <a:pt x="496693" y="84033"/>
                      <a:pt x="491352" y="79110"/>
                    </a:cubicBezTo>
                    <a:cubicBezTo>
                      <a:pt x="486429" y="74437"/>
                      <a:pt x="481255" y="69931"/>
                      <a:pt x="475997" y="65591"/>
                    </a:cubicBezTo>
                    <a:cubicBezTo>
                      <a:pt x="470991" y="61502"/>
                      <a:pt x="465900" y="57664"/>
                      <a:pt x="460643" y="53992"/>
                    </a:cubicBezTo>
                    <a:cubicBezTo>
                      <a:pt x="455636" y="50403"/>
                      <a:pt x="450545" y="46982"/>
                      <a:pt x="445288" y="43728"/>
                    </a:cubicBezTo>
                    <a:cubicBezTo>
                      <a:pt x="440281" y="40640"/>
                      <a:pt x="435190" y="37635"/>
                      <a:pt x="429933" y="34798"/>
                    </a:cubicBezTo>
                    <a:cubicBezTo>
                      <a:pt x="424926" y="32128"/>
                      <a:pt x="419752" y="29541"/>
                      <a:pt x="414579" y="27121"/>
                    </a:cubicBezTo>
                    <a:cubicBezTo>
                      <a:pt x="409572" y="24784"/>
                      <a:pt x="404398" y="22615"/>
                      <a:pt x="399224" y="20528"/>
                    </a:cubicBezTo>
                    <a:cubicBezTo>
                      <a:pt x="394134" y="18526"/>
                      <a:pt x="389042" y="16690"/>
                      <a:pt x="383869" y="14937"/>
                    </a:cubicBezTo>
                    <a:cubicBezTo>
                      <a:pt x="378778" y="13268"/>
                      <a:pt x="373688" y="11683"/>
                      <a:pt x="368514" y="10264"/>
                    </a:cubicBezTo>
                    <a:cubicBezTo>
                      <a:pt x="363424" y="8846"/>
                      <a:pt x="358334" y="7594"/>
                      <a:pt x="353160" y="6509"/>
                    </a:cubicBezTo>
                    <a:cubicBezTo>
                      <a:pt x="348069" y="5424"/>
                      <a:pt x="342979" y="4423"/>
                      <a:pt x="337805" y="3672"/>
                    </a:cubicBezTo>
                    <a:cubicBezTo>
                      <a:pt x="332714" y="2837"/>
                      <a:pt x="327624" y="2169"/>
                      <a:pt x="322450" y="1669"/>
                    </a:cubicBezTo>
                    <a:cubicBezTo>
                      <a:pt x="317359" y="1168"/>
                      <a:pt x="312269" y="751"/>
                      <a:pt x="307095" y="417"/>
                    </a:cubicBezTo>
                    <a:cubicBezTo>
                      <a:pt x="302005" y="167"/>
                      <a:pt x="296915" y="0"/>
                      <a:pt x="291741" y="0"/>
                    </a:cubicBezTo>
                    <a:cubicBezTo>
                      <a:pt x="286567" y="0"/>
                      <a:pt x="281477" y="167"/>
                      <a:pt x="276385" y="417"/>
                    </a:cubicBezTo>
                    <a:cubicBezTo>
                      <a:pt x="271212" y="667"/>
                      <a:pt x="266121" y="1085"/>
                      <a:pt x="261031" y="1669"/>
                    </a:cubicBezTo>
                    <a:cubicBezTo>
                      <a:pt x="255857" y="2169"/>
                      <a:pt x="250767" y="2921"/>
                      <a:pt x="245676" y="3672"/>
                    </a:cubicBezTo>
                    <a:cubicBezTo>
                      <a:pt x="240503" y="4506"/>
                      <a:pt x="235412" y="5424"/>
                      <a:pt x="230322" y="6509"/>
                    </a:cubicBezTo>
                    <a:cubicBezTo>
                      <a:pt x="225148" y="7594"/>
                      <a:pt x="220057" y="8846"/>
                      <a:pt x="214966" y="10264"/>
                    </a:cubicBezTo>
                    <a:cubicBezTo>
                      <a:pt x="209793" y="11683"/>
                      <a:pt x="204702" y="13268"/>
                      <a:pt x="199612" y="14937"/>
                    </a:cubicBezTo>
                    <a:cubicBezTo>
                      <a:pt x="194438" y="16690"/>
                      <a:pt x="189348" y="18526"/>
                      <a:pt x="184258" y="20528"/>
                    </a:cubicBezTo>
                    <a:cubicBezTo>
                      <a:pt x="179084" y="22615"/>
                      <a:pt x="173910" y="24784"/>
                      <a:pt x="168902" y="27121"/>
                    </a:cubicBezTo>
                    <a:cubicBezTo>
                      <a:pt x="163728" y="29541"/>
                      <a:pt x="158554" y="32044"/>
                      <a:pt x="153548" y="34798"/>
                    </a:cubicBezTo>
                    <a:cubicBezTo>
                      <a:pt x="148290" y="37635"/>
                      <a:pt x="143200" y="40640"/>
                      <a:pt x="138193" y="43728"/>
                    </a:cubicBezTo>
                    <a:cubicBezTo>
                      <a:pt x="132936" y="46982"/>
                      <a:pt x="127846" y="50403"/>
                      <a:pt x="122839" y="53992"/>
                    </a:cubicBezTo>
                    <a:cubicBezTo>
                      <a:pt x="117581" y="57747"/>
                      <a:pt x="112491" y="61586"/>
                      <a:pt x="107483" y="65591"/>
                    </a:cubicBezTo>
                    <a:cubicBezTo>
                      <a:pt x="102226" y="69931"/>
                      <a:pt x="97136" y="74437"/>
                      <a:pt x="92129" y="79110"/>
                    </a:cubicBezTo>
                    <a:cubicBezTo>
                      <a:pt x="86871" y="84117"/>
                      <a:pt x="81698" y="89208"/>
                      <a:pt x="76774" y="94548"/>
                    </a:cubicBezTo>
                    <a:cubicBezTo>
                      <a:pt x="71433" y="100390"/>
                      <a:pt x="66343" y="106481"/>
                      <a:pt x="61420" y="112740"/>
                    </a:cubicBezTo>
                    <a:cubicBezTo>
                      <a:pt x="55995" y="119750"/>
                      <a:pt x="50905" y="126927"/>
                      <a:pt x="46064" y="134437"/>
                    </a:cubicBezTo>
                    <a:cubicBezTo>
                      <a:pt x="40474" y="143116"/>
                      <a:pt x="35383" y="152129"/>
                      <a:pt x="30710" y="161391"/>
                    </a:cubicBezTo>
                    <a:cubicBezTo>
                      <a:pt x="24785" y="173241"/>
                      <a:pt x="19695" y="185592"/>
                      <a:pt x="15355" y="198276"/>
                    </a:cubicBezTo>
                    <a:cubicBezTo>
                      <a:pt x="5424" y="227567"/>
                      <a:pt x="0" y="258944"/>
                      <a:pt x="0" y="291573"/>
                    </a:cubicBezTo>
                    <a:cubicBezTo>
                      <a:pt x="0" y="324202"/>
                      <a:pt x="5424" y="355579"/>
                      <a:pt x="15355" y="384953"/>
                    </a:cubicBezTo>
                    <a:cubicBezTo>
                      <a:pt x="19611" y="397637"/>
                      <a:pt x="24785" y="409988"/>
                      <a:pt x="30710" y="421838"/>
                    </a:cubicBezTo>
                    <a:cubicBezTo>
                      <a:pt x="35383" y="431101"/>
                      <a:pt x="40474" y="440114"/>
                      <a:pt x="46064" y="448792"/>
                    </a:cubicBezTo>
                    <a:cubicBezTo>
                      <a:pt x="50822" y="456303"/>
                      <a:pt x="55995" y="463479"/>
                      <a:pt x="61420" y="470489"/>
                    </a:cubicBezTo>
                    <a:cubicBezTo>
                      <a:pt x="66343" y="476748"/>
                      <a:pt x="71433" y="482840"/>
                      <a:pt x="76774" y="488681"/>
                    </a:cubicBezTo>
                    <a:cubicBezTo>
                      <a:pt x="81698" y="494022"/>
                      <a:pt x="86788" y="499196"/>
                      <a:pt x="92129" y="504119"/>
                    </a:cubicBezTo>
                    <a:cubicBezTo>
                      <a:pt x="97052" y="508793"/>
                      <a:pt x="102226" y="513299"/>
                      <a:pt x="107483" y="517638"/>
                    </a:cubicBezTo>
                    <a:cubicBezTo>
                      <a:pt x="112491" y="521727"/>
                      <a:pt x="117581" y="525566"/>
                      <a:pt x="122839" y="529238"/>
                    </a:cubicBezTo>
                    <a:cubicBezTo>
                      <a:pt x="127846" y="532826"/>
                      <a:pt x="132936" y="536247"/>
                      <a:pt x="138193" y="539502"/>
                    </a:cubicBezTo>
                    <a:cubicBezTo>
                      <a:pt x="143200" y="542590"/>
                      <a:pt x="148290" y="545594"/>
                      <a:pt x="153548" y="548431"/>
                    </a:cubicBezTo>
                    <a:cubicBezTo>
                      <a:pt x="158554" y="551102"/>
                      <a:pt x="163728" y="553689"/>
                      <a:pt x="168902" y="556108"/>
                    </a:cubicBezTo>
                    <a:cubicBezTo>
                      <a:pt x="173910" y="558445"/>
                      <a:pt x="179084" y="560615"/>
                      <a:pt x="184258" y="562701"/>
                    </a:cubicBezTo>
                    <a:cubicBezTo>
                      <a:pt x="189348" y="564704"/>
                      <a:pt x="194438" y="566540"/>
                      <a:pt x="199612" y="568292"/>
                    </a:cubicBezTo>
                    <a:cubicBezTo>
                      <a:pt x="204702" y="569961"/>
                      <a:pt x="209793" y="571547"/>
                      <a:pt x="214966" y="572965"/>
                    </a:cubicBezTo>
                    <a:cubicBezTo>
                      <a:pt x="220057" y="574384"/>
                      <a:pt x="225148" y="575636"/>
                      <a:pt x="230322" y="576721"/>
                    </a:cubicBezTo>
                    <a:cubicBezTo>
                      <a:pt x="235412" y="577806"/>
                      <a:pt x="240503" y="578807"/>
                      <a:pt x="245676" y="579558"/>
                    </a:cubicBezTo>
                    <a:cubicBezTo>
                      <a:pt x="250767" y="580393"/>
                      <a:pt x="255857" y="581060"/>
                      <a:pt x="261031" y="581561"/>
                    </a:cubicBezTo>
                    <a:cubicBezTo>
                      <a:pt x="266121" y="582062"/>
                      <a:pt x="271212" y="582479"/>
                      <a:pt x="276385" y="582812"/>
                    </a:cubicBezTo>
                    <a:cubicBezTo>
                      <a:pt x="281477" y="583063"/>
                      <a:pt x="286567" y="583230"/>
                      <a:pt x="291741" y="583230"/>
                    </a:cubicBezTo>
                    <a:cubicBezTo>
                      <a:pt x="296915" y="583230"/>
                      <a:pt x="302005" y="583063"/>
                      <a:pt x="307095" y="582812"/>
                    </a:cubicBezTo>
                    <a:cubicBezTo>
                      <a:pt x="312269" y="582562"/>
                      <a:pt x="317359" y="582145"/>
                      <a:pt x="322450" y="581561"/>
                    </a:cubicBezTo>
                    <a:cubicBezTo>
                      <a:pt x="327624" y="581060"/>
                      <a:pt x="332714" y="580309"/>
                      <a:pt x="337805" y="579558"/>
                    </a:cubicBezTo>
                    <a:cubicBezTo>
                      <a:pt x="342979" y="578723"/>
                      <a:pt x="348069" y="577806"/>
                      <a:pt x="353160" y="576721"/>
                    </a:cubicBezTo>
                    <a:cubicBezTo>
                      <a:pt x="358334" y="575636"/>
                      <a:pt x="363424" y="574384"/>
                      <a:pt x="368514" y="572965"/>
                    </a:cubicBezTo>
                    <a:cubicBezTo>
                      <a:pt x="373688" y="571547"/>
                      <a:pt x="378778" y="569961"/>
                      <a:pt x="383869" y="568292"/>
                    </a:cubicBezTo>
                    <a:cubicBezTo>
                      <a:pt x="389042" y="566540"/>
                      <a:pt x="394134" y="564704"/>
                      <a:pt x="399224" y="562701"/>
                    </a:cubicBezTo>
                    <a:cubicBezTo>
                      <a:pt x="404398" y="560615"/>
                      <a:pt x="409572" y="558445"/>
                      <a:pt x="414579" y="556108"/>
                    </a:cubicBezTo>
                    <a:cubicBezTo>
                      <a:pt x="419752" y="553689"/>
                      <a:pt x="424926" y="551185"/>
                      <a:pt x="429933" y="548431"/>
                    </a:cubicBezTo>
                    <a:cubicBezTo>
                      <a:pt x="435190" y="545594"/>
                      <a:pt x="440281" y="542590"/>
                      <a:pt x="445288" y="539502"/>
                    </a:cubicBezTo>
                    <a:cubicBezTo>
                      <a:pt x="450545" y="536247"/>
                      <a:pt x="455636" y="532826"/>
                      <a:pt x="460643" y="529238"/>
                    </a:cubicBezTo>
                    <a:cubicBezTo>
                      <a:pt x="465900" y="525483"/>
                      <a:pt x="470991" y="521644"/>
                      <a:pt x="475997" y="517638"/>
                    </a:cubicBezTo>
                    <a:cubicBezTo>
                      <a:pt x="481255" y="513299"/>
                      <a:pt x="486345" y="508793"/>
                      <a:pt x="491352" y="504119"/>
                    </a:cubicBezTo>
                    <a:cubicBezTo>
                      <a:pt x="496609" y="499113"/>
                      <a:pt x="501783" y="494022"/>
                      <a:pt x="506707" y="488681"/>
                    </a:cubicBezTo>
                    <a:cubicBezTo>
                      <a:pt x="512048" y="482840"/>
                      <a:pt x="517139" y="476748"/>
                      <a:pt x="522062" y="470489"/>
                    </a:cubicBezTo>
                    <a:cubicBezTo>
                      <a:pt x="527486" y="463479"/>
                      <a:pt x="532577" y="456303"/>
                      <a:pt x="537416" y="448792"/>
                    </a:cubicBezTo>
                    <a:cubicBezTo>
                      <a:pt x="543008" y="440114"/>
                      <a:pt x="548098" y="431101"/>
                      <a:pt x="552771" y="421838"/>
                    </a:cubicBezTo>
                    <a:cubicBezTo>
                      <a:pt x="558696" y="409988"/>
                      <a:pt x="563787" y="397637"/>
                      <a:pt x="568126" y="384953"/>
                    </a:cubicBezTo>
                    <a:cubicBezTo>
                      <a:pt x="578056" y="355663"/>
                      <a:pt x="583481" y="324285"/>
                      <a:pt x="583481" y="291573"/>
                    </a:cubicBezTo>
                    <a:cubicBezTo>
                      <a:pt x="583481" y="258861"/>
                      <a:pt x="578056" y="227567"/>
                      <a:pt x="568126" y="1982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0"/>
              <p:cNvSpPr/>
              <p:nvPr/>
            </p:nvSpPr>
            <p:spPr>
              <a:xfrm>
                <a:off x="8006977" y="4619918"/>
                <a:ext cx="364258" cy="364195"/>
              </a:xfrm>
              <a:custGeom>
                <a:rect b="b" l="l" r="r" t="t"/>
                <a:pathLst>
                  <a:path extrusionOk="0" h="485593" w="485677">
                    <a:moveTo>
                      <a:pt x="242839" y="0"/>
                    </a:moveTo>
                    <a:cubicBezTo>
                      <a:pt x="376692" y="0"/>
                      <a:pt x="485678" y="108902"/>
                      <a:pt x="485678" y="242755"/>
                    </a:cubicBezTo>
                    <a:cubicBezTo>
                      <a:pt x="485678" y="376609"/>
                      <a:pt x="376776" y="485594"/>
                      <a:pt x="242839" y="485594"/>
                    </a:cubicBezTo>
                    <a:cubicBezTo>
                      <a:pt x="108902" y="485594"/>
                      <a:pt x="0" y="376692"/>
                      <a:pt x="0" y="242755"/>
                    </a:cubicBezTo>
                    <a:cubicBezTo>
                      <a:pt x="0" y="108818"/>
                      <a:pt x="108902" y="0"/>
                      <a:pt x="242839" y="0"/>
                    </a:cubicBezTo>
                    <a:close/>
                    <a:moveTo>
                      <a:pt x="242839" y="470990"/>
                    </a:moveTo>
                    <a:cubicBezTo>
                      <a:pt x="368681" y="470990"/>
                      <a:pt x="471074" y="368597"/>
                      <a:pt x="471074" y="242755"/>
                    </a:cubicBezTo>
                    <a:cubicBezTo>
                      <a:pt x="471074" y="116913"/>
                      <a:pt x="368681" y="14520"/>
                      <a:pt x="242839" y="14520"/>
                    </a:cubicBezTo>
                    <a:cubicBezTo>
                      <a:pt x="116997" y="14520"/>
                      <a:pt x="14604" y="116913"/>
                      <a:pt x="14604" y="242755"/>
                    </a:cubicBezTo>
                    <a:cubicBezTo>
                      <a:pt x="14604" y="368597"/>
                      <a:pt x="116997" y="470990"/>
                      <a:pt x="242839" y="47099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20"/>
              <p:cNvSpPr/>
              <p:nvPr/>
            </p:nvSpPr>
            <p:spPr>
              <a:xfrm>
                <a:off x="8125392" y="4683820"/>
                <a:ext cx="127364" cy="252476"/>
              </a:xfrm>
              <a:custGeom>
                <a:rect b="b" l="l" r="r" t="t"/>
                <a:pathLst>
                  <a:path extrusionOk="0" h="336635" w="169819">
                    <a:moveTo>
                      <a:pt x="66593" y="336636"/>
                    </a:moveTo>
                    <a:lnTo>
                      <a:pt x="66593" y="296747"/>
                    </a:lnTo>
                    <a:cubicBezTo>
                      <a:pt x="40723" y="295912"/>
                      <a:pt x="14771" y="288569"/>
                      <a:pt x="0" y="278638"/>
                    </a:cubicBezTo>
                    <a:lnTo>
                      <a:pt x="11098" y="239918"/>
                    </a:lnTo>
                    <a:cubicBezTo>
                      <a:pt x="27121" y="249431"/>
                      <a:pt x="50153" y="258026"/>
                      <a:pt x="75272" y="258026"/>
                    </a:cubicBezTo>
                    <a:cubicBezTo>
                      <a:pt x="100390" y="258026"/>
                      <a:pt x="118916" y="245258"/>
                      <a:pt x="118916" y="225481"/>
                    </a:cubicBezTo>
                    <a:cubicBezTo>
                      <a:pt x="118916" y="206955"/>
                      <a:pt x="104479" y="195022"/>
                      <a:pt x="74103" y="183923"/>
                    </a:cubicBezTo>
                    <a:cubicBezTo>
                      <a:pt x="30876" y="168234"/>
                      <a:pt x="2921" y="148540"/>
                      <a:pt x="2921" y="110237"/>
                    </a:cubicBezTo>
                    <a:cubicBezTo>
                      <a:pt x="2921" y="74854"/>
                      <a:pt x="27622" y="47733"/>
                      <a:pt x="69180" y="40306"/>
                    </a:cubicBezTo>
                    <a:lnTo>
                      <a:pt x="69180" y="0"/>
                    </a:lnTo>
                    <a:lnTo>
                      <a:pt x="102893" y="0"/>
                    </a:lnTo>
                    <a:lnTo>
                      <a:pt x="102893" y="38303"/>
                    </a:lnTo>
                    <a:cubicBezTo>
                      <a:pt x="128846" y="39138"/>
                      <a:pt x="146538" y="45313"/>
                      <a:pt x="159639" y="51905"/>
                    </a:cubicBezTo>
                    <a:lnTo>
                      <a:pt x="148457" y="89791"/>
                    </a:lnTo>
                    <a:cubicBezTo>
                      <a:pt x="138610" y="85285"/>
                      <a:pt x="120501" y="75772"/>
                      <a:pt x="92545" y="75772"/>
                    </a:cubicBezTo>
                    <a:cubicBezTo>
                      <a:pt x="64590" y="75772"/>
                      <a:pt x="53408" y="90543"/>
                      <a:pt x="53408" y="104562"/>
                    </a:cubicBezTo>
                    <a:cubicBezTo>
                      <a:pt x="53408" y="121419"/>
                      <a:pt x="68262" y="130933"/>
                      <a:pt x="103144" y="144869"/>
                    </a:cubicBezTo>
                    <a:cubicBezTo>
                      <a:pt x="149292" y="162143"/>
                      <a:pt x="169820" y="184340"/>
                      <a:pt x="169820" y="220975"/>
                    </a:cubicBezTo>
                    <a:cubicBezTo>
                      <a:pt x="169820" y="257609"/>
                      <a:pt x="145536" y="286817"/>
                      <a:pt x="100307" y="294243"/>
                    </a:cubicBezTo>
                    <a:lnTo>
                      <a:pt x="100307" y="336636"/>
                    </a:lnTo>
                    <a:lnTo>
                      <a:pt x="66509" y="3366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20"/>
            <p:cNvGrpSpPr/>
            <p:nvPr/>
          </p:nvGrpSpPr>
          <p:grpSpPr>
            <a:xfrm>
              <a:off x="2820175" y="2959601"/>
              <a:ext cx="463709" cy="437485"/>
              <a:chOff x="7970175" y="4583242"/>
              <a:chExt cx="463709" cy="437485"/>
            </a:xfrm>
          </p:grpSpPr>
          <p:sp>
            <p:nvSpPr>
              <p:cNvPr id="372" name="Google Shape;372;p20"/>
              <p:cNvSpPr/>
              <p:nvPr/>
            </p:nvSpPr>
            <p:spPr>
              <a:xfrm>
                <a:off x="7970363" y="4583242"/>
                <a:ext cx="463521" cy="437485"/>
              </a:xfrm>
              <a:custGeom>
                <a:rect b="b" l="l" r="r" t="t"/>
                <a:pathLst>
                  <a:path extrusionOk="0" h="583313" w="618028">
                    <a:moveTo>
                      <a:pt x="291657" y="583313"/>
                    </a:moveTo>
                    <a:lnTo>
                      <a:pt x="326372" y="583313"/>
                    </a:lnTo>
                    <a:cubicBezTo>
                      <a:pt x="487513" y="583313"/>
                      <a:pt x="618029" y="452715"/>
                      <a:pt x="618029" y="291657"/>
                    </a:cubicBezTo>
                    <a:cubicBezTo>
                      <a:pt x="618029" y="130598"/>
                      <a:pt x="487430" y="0"/>
                      <a:pt x="326372" y="0"/>
                    </a:cubicBezTo>
                    <a:lnTo>
                      <a:pt x="291657" y="0"/>
                    </a:lnTo>
                    <a:cubicBezTo>
                      <a:pt x="130599" y="0"/>
                      <a:pt x="0" y="130598"/>
                      <a:pt x="0" y="291657"/>
                    </a:cubicBezTo>
                    <a:cubicBezTo>
                      <a:pt x="0" y="452715"/>
                      <a:pt x="130515" y="583313"/>
                      <a:pt x="291657" y="5833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20"/>
              <p:cNvSpPr/>
              <p:nvPr/>
            </p:nvSpPr>
            <p:spPr>
              <a:xfrm>
                <a:off x="7970175" y="4583304"/>
                <a:ext cx="437610" cy="437422"/>
              </a:xfrm>
              <a:custGeom>
                <a:rect b="b" l="l" r="r" t="t"/>
                <a:pathLst>
                  <a:path extrusionOk="0" h="583229" w="583480">
                    <a:moveTo>
                      <a:pt x="568126" y="198276"/>
                    </a:moveTo>
                    <a:cubicBezTo>
                      <a:pt x="563870" y="185592"/>
                      <a:pt x="558696" y="173241"/>
                      <a:pt x="552771" y="161391"/>
                    </a:cubicBezTo>
                    <a:cubicBezTo>
                      <a:pt x="548098" y="152129"/>
                      <a:pt x="543008" y="143116"/>
                      <a:pt x="537416" y="134437"/>
                    </a:cubicBezTo>
                    <a:cubicBezTo>
                      <a:pt x="532660" y="126927"/>
                      <a:pt x="527486" y="119750"/>
                      <a:pt x="522062" y="112740"/>
                    </a:cubicBezTo>
                    <a:cubicBezTo>
                      <a:pt x="517139" y="106481"/>
                      <a:pt x="512048" y="100390"/>
                      <a:pt x="506707" y="94548"/>
                    </a:cubicBezTo>
                    <a:cubicBezTo>
                      <a:pt x="501783" y="89208"/>
                      <a:pt x="496693" y="84033"/>
                      <a:pt x="491352" y="79110"/>
                    </a:cubicBezTo>
                    <a:cubicBezTo>
                      <a:pt x="486429" y="74437"/>
                      <a:pt x="481255" y="69931"/>
                      <a:pt x="475997" y="65591"/>
                    </a:cubicBezTo>
                    <a:cubicBezTo>
                      <a:pt x="470991" y="61502"/>
                      <a:pt x="465900" y="57664"/>
                      <a:pt x="460643" y="53992"/>
                    </a:cubicBezTo>
                    <a:cubicBezTo>
                      <a:pt x="455636" y="50403"/>
                      <a:pt x="450545" y="46982"/>
                      <a:pt x="445288" y="43728"/>
                    </a:cubicBezTo>
                    <a:cubicBezTo>
                      <a:pt x="440281" y="40640"/>
                      <a:pt x="435190" y="37635"/>
                      <a:pt x="429933" y="34798"/>
                    </a:cubicBezTo>
                    <a:cubicBezTo>
                      <a:pt x="424926" y="32128"/>
                      <a:pt x="419752" y="29541"/>
                      <a:pt x="414579" y="27121"/>
                    </a:cubicBezTo>
                    <a:cubicBezTo>
                      <a:pt x="409572" y="24784"/>
                      <a:pt x="404398" y="22615"/>
                      <a:pt x="399224" y="20528"/>
                    </a:cubicBezTo>
                    <a:cubicBezTo>
                      <a:pt x="394134" y="18526"/>
                      <a:pt x="389042" y="16690"/>
                      <a:pt x="383869" y="14937"/>
                    </a:cubicBezTo>
                    <a:cubicBezTo>
                      <a:pt x="378778" y="13268"/>
                      <a:pt x="373688" y="11683"/>
                      <a:pt x="368514" y="10264"/>
                    </a:cubicBezTo>
                    <a:cubicBezTo>
                      <a:pt x="363424" y="8846"/>
                      <a:pt x="358334" y="7594"/>
                      <a:pt x="353160" y="6509"/>
                    </a:cubicBezTo>
                    <a:cubicBezTo>
                      <a:pt x="348069" y="5424"/>
                      <a:pt x="342979" y="4423"/>
                      <a:pt x="337805" y="3672"/>
                    </a:cubicBezTo>
                    <a:cubicBezTo>
                      <a:pt x="332714" y="2837"/>
                      <a:pt x="327624" y="2169"/>
                      <a:pt x="322450" y="1669"/>
                    </a:cubicBezTo>
                    <a:cubicBezTo>
                      <a:pt x="317359" y="1168"/>
                      <a:pt x="312269" y="751"/>
                      <a:pt x="307095" y="417"/>
                    </a:cubicBezTo>
                    <a:cubicBezTo>
                      <a:pt x="302005" y="167"/>
                      <a:pt x="296915" y="0"/>
                      <a:pt x="291741" y="0"/>
                    </a:cubicBezTo>
                    <a:cubicBezTo>
                      <a:pt x="286567" y="0"/>
                      <a:pt x="281477" y="167"/>
                      <a:pt x="276385" y="417"/>
                    </a:cubicBezTo>
                    <a:cubicBezTo>
                      <a:pt x="271212" y="667"/>
                      <a:pt x="266121" y="1085"/>
                      <a:pt x="261031" y="1669"/>
                    </a:cubicBezTo>
                    <a:cubicBezTo>
                      <a:pt x="255857" y="2169"/>
                      <a:pt x="250767" y="2921"/>
                      <a:pt x="245676" y="3672"/>
                    </a:cubicBezTo>
                    <a:cubicBezTo>
                      <a:pt x="240503" y="4506"/>
                      <a:pt x="235412" y="5424"/>
                      <a:pt x="230322" y="6509"/>
                    </a:cubicBezTo>
                    <a:cubicBezTo>
                      <a:pt x="225148" y="7594"/>
                      <a:pt x="220057" y="8846"/>
                      <a:pt x="214966" y="10264"/>
                    </a:cubicBezTo>
                    <a:cubicBezTo>
                      <a:pt x="209793" y="11683"/>
                      <a:pt x="204702" y="13268"/>
                      <a:pt x="199612" y="14937"/>
                    </a:cubicBezTo>
                    <a:cubicBezTo>
                      <a:pt x="194438" y="16690"/>
                      <a:pt x="189348" y="18526"/>
                      <a:pt x="184258" y="20528"/>
                    </a:cubicBezTo>
                    <a:cubicBezTo>
                      <a:pt x="179084" y="22615"/>
                      <a:pt x="173910" y="24784"/>
                      <a:pt x="168902" y="27121"/>
                    </a:cubicBezTo>
                    <a:cubicBezTo>
                      <a:pt x="163728" y="29541"/>
                      <a:pt x="158554" y="32044"/>
                      <a:pt x="153548" y="34798"/>
                    </a:cubicBezTo>
                    <a:cubicBezTo>
                      <a:pt x="148290" y="37635"/>
                      <a:pt x="143200" y="40640"/>
                      <a:pt x="138193" y="43728"/>
                    </a:cubicBezTo>
                    <a:cubicBezTo>
                      <a:pt x="132936" y="46982"/>
                      <a:pt x="127846" y="50403"/>
                      <a:pt x="122839" y="53992"/>
                    </a:cubicBezTo>
                    <a:cubicBezTo>
                      <a:pt x="117581" y="57747"/>
                      <a:pt x="112491" y="61586"/>
                      <a:pt x="107483" y="65591"/>
                    </a:cubicBezTo>
                    <a:cubicBezTo>
                      <a:pt x="102226" y="69931"/>
                      <a:pt x="97136" y="74437"/>
                      <a:pt x="92129" y="79110"/>
                    </a:cubicBezTo>
                    <a:cubicBezTo>
                      <a:pt x="86871" y="84117"/>
                      <a:pt x="81698" y="89208"/>
                      <a:pt x="76774" y="94548"/>
                    </a:cubicBezTo>
                    <a:cubicBezTo>
                      <a:pt x="71433" y="100390"/>
                      <a:pt x="66343" y="106481"/>
                      <a:pt x="61420" y="112740"/>
                    </a:cubicBezTo>
                    <a:cubicBezTo>
                      <a:pt x="55995" y="119750"/>
                      <a:pt x="50905" y="126927"/>
                      <a:pt x="46064" y="134437"/>
                    </a:cubicBezTo>
                    <a:cubicBezTo>
                      <a:pt x="40474" y="143116"/>
                      <a:pt x="35383" y="152129"/>
                      <a:pt x="30710" y="161391"/>
                    </a:cubicBezTo>
                    <a:cubicBezTo>
                      <a:pt x="24785" y="173241"/>
                      <a:pt x="19695" y="185592"/>
                      <a:pt x="15355" y="198276"/>
                    </a:cubicBezTo>
                    <a:cubicBezTo>
                      <a:pt x="5424" y="227567"/>
                      <a:pt x="0" y="258944"/>
                      <a:pt x="0" y="291573"/>
                    </a:cubicBezTo>
                    <a:cubicBezTo>
                      <a:pt x="0" y="324202"/>
                      <a:pt x="5424" y="355579"/>
                      <a:pt x="15355" y="384953"/>
                    </a:cubicBezTo>
                    <a:cubicBezTo>
                      <a:pt x="19611" y="397637"/>
                      <a:pt x="24785" y="409988"/>
                      <a:pt x="30710" y="421838"/>
                    </a:cubicBezTo>
                    <a:cubicBezTo>
                      <a:pt x="35383" y="431101"/>
                      <a:pt x="40474" y="440114"/>
                      <a:pt x="46064" y="448792"/>
                    </a:cubicBezTo>
                    <a:cubicBezTo>
                      <a:pt x="50822" y="456303"/>
                      <a:pt x="55995" y="463479"/>
                      <a:pt x="61420" y="470489"/>
                    </a:cubicBezTo>
                    <a:cubicBezTo>
                      <a:pt x="66343" y="476748"/>
                      <a:pt x="71433" y="482840"/>
                      <a:pt x="76774" y="488681"/>
                    </a:cubicBezTo>
                    <a:cubicBezTo>
                      <a:pt x="81698" y="494022"/>
                      <a:pt x="86788" y="499196"/>
                      <a:pt x="92129" y="504119"/>
                    </a:cubicBezTo>
                    <a:cubicBezTo>
                      <a:pt x="97052" y="508793"/>
                      <a:pt x="102226" y="513299"/>
                      <a:pt x="107483" y="517638"/>
                    </a:cubicBezTo>
                    <a:cubicBezTo>
                      <a:pt x="112491" y="521727"/>
                      <a:pt x="117581" y="525566"/>
                      <a:pt x="122839" y="529238"/>
                    </a:cubicBezTo>
                    <a:cubicBezTo>
                      <a:pt x="127846" y="532826"/>
                      <a:pt x="132936" y="536247"/>
                      <a:pt x="138193" y="539502"/>
                    </a:cubicBezTo>
                    <a:cubicBezTo>
                      <a:pt x="143200" y="542590"/>
                      <a:pt x="148290" y="545594"/>
                      <a:pt x="153548" y="548431"/>
                    </a:cubicBezTo>
                    <a:cubicBezTo>
                      <a:pt x="158554" y="551102"/>
                      <a:pt x="163728" y="553689"/>
                      <a:pt x="168902" y="556108"/>
                    </a:cubicBezTo>
                    <a:cubicBezTo>
                      <a:pt x="173910" y="558445"/>
                      <a:pt x="179084" y="560615"/>
                      <a:pt x="184258" y="562701"/>
                    </a:cubicBezTo>
                    <a:cubicBezTo>
                      <a:pt x="189348" y="564704"/>
                      <a:pt x="194438" y="566540"/>
                      <a:pt x="199612" y="568292"/>
                    </a:cubicBezTo>
                    <a:cubicBezTo>
                      <a:pt x="204702" y="569961"/>
                      <a:pt x="209793" y="571547"/>
                      <a:pt x="214966" y="572965"/>
                    </a:cubicBezTo>
                    <a:cubicBezTo>
                      <a:pt x="220057" y="574384"/>
                      <a:pt x="225148" y="575636"/>
                      <a:pt x="230322" y="576721"/>
                    </a:cubicBezTo>
                    <a:cubicBezTo>
                      <a:pt x="235412" y="577806"/>
                      <a:pt x="240503" y="578807"/>
                      <a:pt x="245676" y="579558"/>
                    </a:cubicBezTo>
                    <a:cubicBezTo>
                      <a:pt x="250767" y="580393"/>
                      <a:pt x="255857" y="581060"/>
                      <a:pt x="261031" y="581561"/>
                    </a:cubicBezTo>
                    <a:cubicBezTo>
                      <a:pt x="266121" y="582062"/>
                      <a:pt x="271212" y="582479"/>
                      <a:pt x="276385" y="582812"/>
                    </a:cubicBezTo>
                    <a:cubicBezTo>
                      <a:pt x="281477" y="583063"/>
                      <a:pt x="286567" y="583230"/>
                      <a:pt x="291741" y="583230"/>
                    </a:cubicBezTo>
                    <a:cubicBezTo>
                      <a:pt x="296915" y="583230"/>
                      <a:pt x="302005" y="583063"/>
                      <a:pt x="307095" y="582812"/>
                    </a:cubicBezTo>
                    <a:cubicBezTo>
                      <a:pt x="312269" y="582562"/>
                      <a:pt x="317359" y="582145"/>
                      <a:pt x="322450" y="581561"/>
                    </a:cubicBezTo>
                    <a:cubicBezTo>
                      <a:pt x="327624" y="581060"/>
                      <a:pt x="332714" y="580309"/>
                      <a:pt x="337805" y="579558"/>
                    </a:cubicBezTo>
                    <a:cubicBezTo>
                      <a:pt x="342979" y="578723"/>
                      <a:pt x="348069" y="577806"/>
                      <a:pt x="353160" y="576721"/>
                    </a:cubicBezTo>
                    <a:cubicBezTo>
                      <a:pt x="358334" y="575636"/>
                      <a:pt x="363424" y="574384"/>
                      <a:pt x="368514" y="572965"/>
                    </a:cubicBezTo>
                    <a:cubicBezTo>
                      <a:pt x="373688" y="571547"/>
                      <a:pt x="378778" y="569961"/>
                      <a:pt x="383869" y="568292"/>
                    </a:cubicBezTo>
                    <a:cubicBezTo>
                      <a:pt x="389042" y="566540"/>
                      <a:pt x="394134" y="564704"/>
                      <a:pt x="399224" y="562701"/>
                    </a:cubicBezTo>
                    <a:cubicBezTo>
                      <a:pt x="404398" y="560615"/>
                      <a:pt x="409572" y="558445"/>
                      <a:pt x="414579" y="556108"/>
                    </a:cubicBezTo>
                    <a:cubicBezTo>
                      <a:pt x="419752" y="553689"/>
                      <a:pt x="424926" y="551185"/>
                      <a:pt x="429933" y="548431"/>
                    </a:cubicBezTo>
                    <a:cubicBezTo>
                      <a:pt x="435190" y="545594"/>
                      <a:pt x="440281" y="542590"/>
                      <a:pt x="445288" y="539502"/>
                    </a:cubicBezTo>
                    <a:cubicBezTo>
                      <a:pt x="450545" y="536247"/>
                      <a:pt x="455636" y="532826"/>
                      <a:pt x="460643" y="529238"/>
                    </a:cubicBezTo>
                    <a:cubicBezTo>
                      <a:pt x="465900" y="525483"/>
                      <a:pt x="470991" y="521644"/>
                      <a:pt x="475997" y="517638"/>
                    </a:cubicBezTo>
                    <a:cubicBezTo>
                      <a:pt x="481255" y="513299"/>
                      <a:pt x="486345" y="508793"/>
                      <a:pt x="491352" y="504119"/>
                    </a:cubicBezTo>
                    <a:cubicBezTo>
                      <a:pt x="496609" y="499113"/>
                      <a:pt x="501783" y="494022"/>
                      <a:pt x="506707" y="488681"/>
                    </a:cubicBezTo>
                    <a:cubicBezTo>
                      <a:pt x="512048" y="482840"/>
                      <a:pt x="517139" y="476748"/>
                      <a:pt x="522062" y="470489"/>
                    </a:cubicBezTo>
                    <a:cubicBezTo>
                      <a:pt x="527486" y="463479"/>
                      <a:pt x="532577" y="456303"/>
                      <a:pt x="537416" y="448792"/>
                    </a:cubicBezTo>
                    <a:cubicBezTo>
                      <a:pt x="543008" y="440114"/>
                      <a:pt x="548098" y="431101"/>
                      <a:pt x="552771" y="421838"/>
                    </a:cubicBezTo>
                    <a:cubicBezTo>
                      <a:pt x="558696" y="409988"/>
                      <a:pt x="563787" y="397637"/>
                      <a:pt x="568126" y="384953"/>
                    </a:cubicBezTo>
                    <a:cubicBezTo>
                      <a:pt x="578056" y="355663"/>
                      <a:pt x="583481" y="324285"/>
                      <a:pt x="583481" y="291573"/>
                    </a:cubicBezTo>
                    <a:cubicBezTo>
                      <a:pt x="583481" y="258861"/>
                      <a:pt x="578056" y="227567"/>
                      <a:pt x="568126" y="1982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20"/>
              <p:cNvSpPr/>
              <p:nvPr/>
            </p:nvSpPr>
            <p:spPr>
              <a:xfrm>
                <a:off x="8006977" y="4619918"/>
                <a:ext cx="364258" cy="364195"/>
              </a:xfrm>
              <a:custGeom>
                <a:rect b="b" l="l" r="r" t="t"/>
                <a:pathLst>
                  <a:path extrusionOk="0" h="485593" w="485677">
                    <a:moveTo>
                      <a:pt x="242839" y="0"/>
                    </a:moveTo>
                    <a:cubicBezTo>
                      <a:pt x="376692" y="0"/>
                      <a:pt x="485678" y="108902"/>
                      <a:pt x="485678" y="242755"/>
                    </a:cubicBezTo>
                    <a:cubicBezTo>
                      <a:pt x="485678" y="376609"/>
                      <a:pt x="376776" y="485594"/>
                      <a:pt x="242839" y="485594"/>
                    </a:cubicBezTo>
                    <a:cubicBezTo>
                      <a:pt x="108902" y="485594"/>
                      <a:pt x="0" y="376692"/>
                      <a:pt x="0" y="242755"/>
                    </a:cubicBezTo>
                    <a:cubicBezTo>
                      <a:pt x="0" y="108818"/>
                      <a:pt x="108902" y="0"/>
                      <a:pt x="242839" y="0"/>
                    </a:cubicBezTo>
                    <a:close/>
                    <a:moveTo>
                      <a:pt x="242839" y="470990"/>
                    </a:moveTo>
                    <a:cubicBezTo>
                      <a:pt x="368681" y="470990"/>
                      <a:pt x="471074" y="368597"/>
                      <a:pt x="471074" y="242755"/>
                    </a:cubicBezTo>
                    <a:cubicBezTo>
                      <a:pt x="471074" y="116913"/>
                      <a:pt x="368681" y="14520"/>
                      <a:pt x="242839" y="14520"/>
                    </a:cubicBezTo>
                    <a:cubicBezTo>
                      <a:pt x="116997" y="14520"/>
                      <a:pt x="14604" y="116913"/>
                      <a:pt x="14604" y="242755"/>
                    </a:cubicBezTo>
                    <a:cubicBezTo>
                      <a:pt x="14604" y="368597"/>
                      <a:pt x="116997" y="470990"/>
                      <a:pt x="242839" y="47099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20"/>
              <p:cNvSpPr/>
              <p:nvPr/>
            </p:nvSpPr>
            <p:spPr>
              <a:xfrm>
                <a:off x="8125392" y="4683820"/>
                <a:ext cx="127364" cy="252476"/>
              </a:xfrm>
              <a:custGeom>
                <a:rect b="b" l="l" r="r" t="t"/>
                <a:pathLst>
                  <a:path extrusionOk="0" h="336635" w="169819">
                    <a:moveTo>
                      <a:pt x="66593" y="336636"/>
                    </a:moveTo>
                    <a:lnTo>
                      <a:pt x="66593" y="296747"/>
                    </a:lnTo>
                    <a:cubicBezTo>
                      <a:pt x="40723" y="295912"/>
                      <a:pt x="14771" y="288569"/>
                      <a:pt x="0" y="278638"/>
                    </a:cubicBezTo>
                    <a:lnTo>
                      <a:pt x="11098" y="239918"/>
                    </a:lnTo>
                    <a:cubicBezTo>
                      <a:pt x="27121" y="249431"/>
                      <a:pt x="50153" y="258026"/>
                      <a:pt x="75272" y="258026"/>
                    </a:cubicBezTo>
                    <a:cubicBezTo>
                      <a:pt x="100390" y="258026"/>
                      <a:pt x="118916" y="245258"/>
                      <a:pt x="118916" y="225481"/>
                    </a:cubicBezTo>
                    <a:cubicBezTo>
                      <a:pt x="118916" y="206955"/>
                      <a:pt x="104479" y="195022"/>
                      <a:pt x="74103" y="183923"/>
                    </a:cubicBezTo>
                    <a:cubicBezTo>
                      <a:pt x="30876" y="168234"/>
                      <a:pt x="2921" y="148540"/>
                      <a:pt x="2921" y="110237"/>
                    </a:cubicBezTo>
                    <a:cubicBezTo>
                      <a:pt x="2921" y="74854"/>
                      <a:pt x="27622" y="47733"/>
                      <a:pt x="69180" y="40306"/>
                    </a:cubicBezTo>
                    <a:lnTo>
                      <a:pt x="69180" y="0"/>
                    </a:lnTo>
                    <a:lnTo>
                      <a:pt x="102893" y="0"/>
                    </a:lnTo>
                    <a:lnTo>
                      <a:pt x="102893" y="38303"/>
                    </a:lnTo>
                    <a:cubicBezTo>
                      <a:pt x="128846" y="39138"/>
                      <a:pt x="146538" y="45313"/>
                      <a:pt x="159639" y="51905"/>
                    </a:cubicBezTo>
                    <a:lnTo>
                      <a:pt x="148457" y="89791"/>
                    </a:lnTo>
                    <a:cubicBezTo>
                      <a:pt x="138610" y="85285"/>
                      <a:pt x="120501" y="75772"/>
                      <a:pt x="92545" y="75772"/>
                    </a:cubicBezTo>
                    <a:cubicBezTo>
                      <a:pt x="64590" y="75772"/>
                      <a:pt x="53408" y="90543"/>
                      <a:pt x="53408" y="104562"/>
                    </a:cubicBezTo>
                    <a:cubicBezTo>
                      <a:pt x="53408" y="121419"/>
                      <a:pt x="68262" y="130933"/>
                      <a:pt x="103144" y="144869"/>
                    </a:cubicBezTo>
                    <a:cubicBezTo>
                      <a:pt x="149292" y="162143"/>
                      <a:pt x="169820" y="184340"/>
                      <a:pt x="169820" y="220975"/>
                    </a:cubicBezTo>
                    <a:cubicBezTo>
                      <a:pt x="169820" y="257609"/>
                      <a:pt x="145536" y="286817"/>
                      <a:pt x="100307" y="294243"/>
                    </a:cubicBezTo>
                    <a:lnTo>
                      <a:pt x="100307" y="336636"/>
                    </a:lnTo>
                    <a:lnTo>
                      <a:pt x="66509" y="3366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6" name="Google Shape;376;p20"/>
            <p:cNvGrpSpPr/>
            <p:nvPr/>
          </p:nvGrpSpPr>
          <p:grpSpPr>
            <a:xfrm>
              <a:off x="2502875" y="2039651"/>
              <a:ext cx="463709" cy="437485"/>
              <a:chOff x="7970175" y="4583242"/>
              <a:chExt cx="463709" cy="437485"/>
            </a:xfrm>
          </p:grpSpPr>
          <p:sp>
            <p:nvSpPr>
              <p:cNvPr id="377" name="Google Shape;377;p20"/>
              <p:cNvSpPr/>
              <p:nvPr/>
            </p:nvSpPr>
            <p:spPr>
              <a:xfrm>
                <a:off x="7970363" y="4583242"/>
                <a:ext cx="463521" cy="437485"/>
              </a:xfrm>
              <a:custGeom>
                <a:rect b="b" l="l" r="r" t="t"/>
                <a:pathLst>
                  <a:path extrusionOk="0" h="583313" w="618028">
                    <a:moveTo>
                      <a:pt x="291657" y="583313"/>
                    </a:moveTo>
                    <a:lnTo>
                      <a:pt x="326372" y="583313"/>
                    </a:lnTo>
                    <a:cubicBezTo>
                      <a:pt x="487513" y="583313"/>
                      <a:pt x="618029" y="452715"/>
                      <a:pt x="618029" y="291657"/>
                    </a:cubicBezTo>
                    <a:cubicBezTo>
                      <a:pt x="618029" y="130598"/>
                      <a:pt x="487430" y="0"/>
                      <a:pt x="326372" y="0"/>
                    </a:cubicBezTo>
                    <a:lnTo>
                      <a:pt x="291657" y="0"/>
                    </a:lnTo>
                    <a:cubicBezTo>
                      <a:pt x="130599" y="0"/>
                      <a:pt x="0" y="130598"/>
                      <a:pt x="0" y="291657"/>
                    </a:cubicBezTo>
                    <a:cubicBezTo>
                      <a:pt x="0" y="452715"/>
                      <a:pt x="130515" y="583313"/>
                      <a:pt x="291657" y="5833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20"/>
              <p:cNvSpPr/>
              <p:nvPr/>
            </p:nvSpPr>
            <p:spPr>
              <a:xfrm>
                <a:off x="7970175" y="4583304"/>
                <a:ext cx="437610" cy="437422"/>
              </a:xfrm>
              <a:custGeom>
                <a:rect b="b" l="l" r="r" t="t"/>
                <a:pathLst>
                  <a:path extrusionOk="0" h="583229" w="583480">
                    <a:moveTo>
                      <a:pt x="568126" y="198276"/>
                    </a:moveTo>
                    <a:cubicBezTo>
                      <a:pt x="563870" y="185592"/>
                      <a:pt x="558696" y="173241"/>
                      <a:pt x="552771" y="161391"/>
                    </a:cubicBezTo>
                    <a:cubicBezTo>
                      <a:pt x="548098" y="152129"/>
                      <a:pt x="543008" y="143116"/>
                      <a:pt x="537416" y="134437"/>
                    </a:cubicBezTo>
                    <a:cubicBezTo>
                      <a:pt x="532660" y="126927"/>
                      <a:pt x="527486" y="119750"/>
                      <a:pt x="522062" y="112740"/>
                    </a:cubicBezTo>
                    <a:cubicBezTo>
                      <a:pt x="517139" y="106481"/>
                      <a:pt x="512048" y="100390"/>
                      <a:pt x="506707" y="94548"/>
                    </a:cubicBezTo>
                    <a:cubicBezTo>
                      <a:pt x="501783" y="89208"/>
                      <a:pt x="496693" y="84033"/>
                      <a:pt x="491352" y="79110"/>
                    </a:cubicBezTo>
                    <a:cubicBezTo>
                      <a:pt x="486429" y="74437"/>
                      <a:pt x="481255" y="69931"/>
                      <a:pt x="475997" y="65591"/>
                    </a:cubicBezTo>
                    <a:cubicBezTo>
                      <a:pt x="470991" y="61502"/>
                      <a:pt x="465900" y="57664"/>
                      <a:pt x="460643" y="53992"/>
                    </a:cubicBezTo>
                    <a:cubicBezTo>
                      <a:pt x="455636" y="50403"/>
                      <a:pt x="450545" y="46982"/>
                      <a:pt x="445288" y="43728"/>
                    </a:cubicBezTo>
                    <a:cubicBezTo>
                      <a:pt x="440281" y="40640"/>
                      <a:pt x="435190" y="37635"/>
                      <a:pt x="429933" y="34798"/>
                    </a:cubicBezTo>
                    <a:cubicBezTo>
                      <a:pt x="424926" y="32128"/>
                      <a:pt x="419752" y="29541"/>
                      <a:pt x="414579" y="27121"/>
                    </a:cubicBezTo>
                    <a:cubicBezTo>
                      <a:pt x="409572" y="24784"/>
                      <a:pt x="404398" y="22615"/>
                      <a:pt x="399224" y="20528"/>
                    </a:cubicBezTo>
                    <a:cubicBezTo>
                      <a:pt x="394134" y="18526"/>
                      <a:pt x="389042" y="16690"/>
                      <a:pt x="383869" y="14937"/>
                    </a:cubicBezTo>
                    <a:cubicBezTo>
                      <a:pt x="378778" y="13268"/>
                      <a:pt x="373688" y="11683"/>
                      <a:pt x="368514" y="10264"/>
                    </a:cubicBezTo>
                    <a:cubicBezTo>
                      <a:pt x="363424" y="8846"/>
                      <a:pt x="358334" y="7594"/>
                      <a:pt x="353160" y="6509"/>
                    </a:cubicBezTo>
                    <a:cubicBezTo>
                      <a:pt x="348069" y="5424"/>
                      <a:pt x="342979" y="4423"/>
                      <a:pt x="337805" y="3672"/>
                    </a:cubicBezTo>
                    <a:cubicBezTo>
                      <a:pt x="332714" y="2837"/>
                      <a:pt x="327624" y="2169"/>
                      <a:pt x="322450" y="1669"/>
                    </a:cubicBezTo>
                    <a:cubicBezTo>
                      <a:pt x="317359" y="1168"/>
                      <a:pt x="312269" y="751"/>
                      <a:pt x="307095" y="417"/>
                    </a:cubicBezTo>
                    <a:cubicBezTo>
                      <a:pt x="302005" y="167"/>
                      <a:pt x="296915" y="0"/>
                      <a:pt x="291741" y="0"/>
                    </a:cubicBezTo>
                    <a:cubicBezTo>
                      <a:pt x="286567" y="0"/>
                      <a:pt x="281477" y="167"/>
                      <a:pt x="276385" y="417"/>
                    </a:cubicBezTo>
                    <a:cubicBezTo>
                      <a:pt x="271212" y="667"/>
                      <a:pt x="266121" y="1085"/>
                      <a:pt x="261031" y="1669"/>
                    </a:cubicBezTo>
                    <a:cubicBezTo>
                      <a:pt x="255857" y="2169"/>
                      <a:pt x="250767" y="2921"/>
                      <a:pt x="245676" y="3672"/>
                    </a:cubicBezTo>
                    <a:cubicBezTo>
                      <a:pt x="240503" y="4506"/>
                      <a:pt x="235412" y="5424"/>
                      <a:pt x="230322" y="6509"/>
                    </a:cubicBezTo>
                    <a:cubicBezTo>
                      <a:pt x="225148" y="7594"/>
                      <a:pt x="220057" y="8846"/>
                      <a:pt x="214966" y="10264"/>
                    </a:cubicBezTo>
                    <a:cubicBezTo>
                      <a:pt x="209793" y="11683"/>
                      <a:pt x="204702" y="13268"/>
                      <a:pt x="199612" y="14937"/>
                    </a:cubicBezTo>
                    <a:cubicBezTo>
                      <a:pt x="194438" y="16690"/>
                      <a:pt x="189348" y="18526"/>
                      <a:pt x="184258" y="20528"/>
                    </a:cubicBezTo>
                    <a:cubicBezTo>
                      <a:pt x="179084" y="22615"/>
                      <a:pt x="173910" y="24784"/>
                      <a:pt x="168902" y="27121"/>
                    </a:cubicBezTo>
                    <a:cubicBezTo>
                      <a:pt x="163728" y="29541"/>
                      <a:pt x="158554" y="32044"/>
                      <a:pt x="153548" y="34798"/>
                    </a:cubicBezTo>
                    <a:cubicBezTo>
                      <a:pt x="148290" y="37635"/>
                      <a:pt x="143200" y="40640"/>
                      <a:pt x="138193" y="43728"/>
                    </a:cubicBezTo>
                    <a:cubicBezTo>
                      <a:pt x="132936" y="46982"/>
                      <a:pt x="127846" y="50403"/>
                      <a:pt x="122839" y="53992"/>
                    </a:cubicBezTo>
                    <a:cubicBezTo>
                      <a:pt x="117581" y="57747"/>
                      <a:pt x="112491" y="61586"/>
                      <a:pt x="107483" y="65591"/>
                    </a:cubicBezTo>
                    <a:cubicBezTo>
                      <a:pt x="102226" y="69931"/>
                      <a:pt x="97136" y="74437"/>
                      <a:pt x="92129" y="79110"/>
                    </a:cubicBezTo>
                    <a:cubicBezTo>
                      <a:pt x="86871" y="84117"/>
                      <a:pt x="81698" y="89208"/>
                      <a:pt x="76774" y="94548"/>
                    </a:cubicBezTo>
                    <a:cubicBezTo>
                      <a:pt x="71433" y="100390"/>
                      <a:pt x="66343" y="106481"/>
                      <a:pt x="61420" y="112740"/>
                    </a:cubicBezTo>
                    <a:cubicBezTo>
                      <a:pt x="55995" y="119750"/>
                      <a:pt x="50905" y="126927"/>
                      <a:pt x="46064" y="134437"/>
                    </a:cubicBezTo>
                    <a:cubicBezTo>
                      <a:pt x="40474" y="143116"/>
                      <a:pt x="35383" y="152129"/>
                      <a:pt x="30710" y="161391"/>
                    </a:cubicBezTo>
                    <a:cubicBezTo>
                      <a:pt x="24785" y="173241"/>
                      <a:pt x="19695" y="185592"/>
                      <a:pt x="15355" y="198276"/>
                    </a:cubicBezTo>
                    <a:cubicBezTo>
                      <a:pt x="5424" y="227567"/>
                      <a:pt x="0" y="258944"/>
                      <a:pt x="0" y="291573"/>
                    </a:cubicBezTo>
                    <a:cubicBezTo>
                      <a:pt x="0" y="324202"/>
                      <a:pt x="5424" y="355579"/>
                      <a:pt x="15355" y="384953"/>
                    </a:cubicBezTo>
                    <a:cubicBezTo>
                      <a:pt x="19611" y="397637"/>
                      <a:pt x="24785" y="409988"/>
                      <a:pt x="30710" y="421838"/>
                    </a:cubicBezTo>
                    <a:cubicBezTo>
                      <a:pt x="35383" y="431101"/>
                      <a:pt x="40474" y="440114"/>
                      <a:pt x="46064" y="448792"/>
                    </a:cubicBezTo>
                    <a:cubicBezTo>
                      <a:pt x="50822" y="456303"/>
                      <a:pt x="55995" y="463479"/>
                      <a:pt x="61420" y="470489"/>
                    </a:cubicBezTo>
                    <a:cubicBezTo>
                      <a:pt x="66343" y="476748"/>
                      <a:pt x="71433" y="482840"/>
                      <a:pt x="76774" y="488681"/>
                    </a:cubicBezTo>
                    <a:cubicBezTo>
                      <a:pt x="81698" y="494022"/>
                      <a:pt x="86788" y="499196"/>
                      <a:pt x="92129" y="504119"/>
                    </a:cubicBezTo>
                    <a:cubicBezTo>
                      <a:pt x="97052" y="508793"/>
                      <a:pt x="102226" y="513299"/>
                      <a:pt x="107483" y="517638"/>
                    </a:cubicBezTo>
                    <a:cubicBezTo>
                      <a:pt x="112491" y="521727"/>
                      <a:pt x="117581" y="525566"/>
                      <a:pt x="122839" y="529238"/>
                    </a:cubicBezTo>
                    <a:cubicBezTo>
                      <a:pt x="127846" y="532826"/>
                      <a:pt x="132936" y="536247"/>
                      <a:pt x="138193" y="539502"/>
                    </a:cubicBezTo>
                    <a:cubicBezTo>
                      <a:pt x="143200" y="542590"/>
                      <a:pt x="148290" y="545594"/>
                      <a:pt x="153548" y="548431"/>
                    </a:cubicBezTo>
                    <a:cubicBezTo>
                      <a:pt x="158554" y="551102"/>
                      <a:pt x="163728" y="553689"/>
                      <a:pt x="168902" y="556108"/>
                    </a:cubicBezTo>
                    <a:cubicBezTo>
                      <a:pt x="173910" y="558445"/>
                      <a:pt x="179084" y="560615"/>
                      <a:pt x="184258" y="562701"/>
                    </a:cubicBezTo>
                    <a:cubicBezTo>
                      <a:pt x="189348" y="564704"/>
                      <a:pt x="194438" y="566540"/>
                      <a:pt x="199612" y="568292"/>
                    </a:cubicBezTo>
                    <a:cubicBezTo>
                      <a:pt x="204702" y="569961"/>
                      <a:pt x="209793" y="571547"/>
                      <a:pt x="214966" y="572965"/>
                    </a:cubicBezTo>
                    <a:cubicBezTo>
                      <a:pt x="220057" y="574384"/>
                      <a:pt x="225148" y="575636"/>
                      <a:pt x="230322" y="576721"/>
                    </a:cubicBezTo>
                    <a:cubicBezTo>
                      <a:pt x="235412" y="577806"/>
                      <a:pt x="240503" y="578807"/>
                      <a:pt x="245676" y="579558"/>
                    </a:cubicBezTo>
                    <a:cubicBezTo>
                      <a:pt x="250767" y="580393"/>
                      <a:pt x="255857" y="581060"/>
                      <a:pt x="261031" y="581561"/>
                    </a:cubicBezTo>
                    <a:cubicBezTo>
                      <a:pt x="266121" y="582062"/>
                      <a:pt x="271212" y="582479"/>
                      <a:pt x="276385" y="582812"/>
                    </a:cubicBezTo>
                    <a:cubicBezTo>
                      <a:pt x="281477" y="583063"/>
                      <a:pt x="286567" y="583230"/>
                      <a:pt x="291741" y="583230"/>
                    </a:cubicBezTo>
                    <a:cubicBezTo>
                      <a:pt x="296915" y="583230"/>
                      <a:pt x="302005" y="583063"/>
                      <a:pt x="307095" y="582812"/>
                    </a:cubicBezTo>
                    <a:cubicBezTo>
                      <a:pt x="312269" y="582562"/>
                      <a:pt x="317359" y="582145"/>
                      <a:pt x="322450" y="581561"/>
                    </a:cubicBezTo>
                    <a:cubicBezTo>
                      <a:pt x="327624" y="581060"/>
                      <a:pt x="332714" y="580309"/>
                      <a:pt x="337805" y="579558"/>
                    </a:cubicBezTo>
                    <a:cubicBezTo>
                      <a:pt x="342979" y="578723"/>
                      <a:pt x="348069" y="577806"/>
                      <a:pt x="353160" y="576721"/>
                    </a:cubicBezTo>
                    <a:cubicBezTo>
                      <a:pt x="358334" y="575636"/>
                      <a:pt x="363424" y="574384"/>
                      <a:pt x="368514" y="572965"/>
                    </a:cubicBezTo>
                    <a:cubicBezTo>
                      <a:pt x="373688" y="571547"/>
                      <a:pt x="378778" y="569961"/>
                      <a:pt x="383869" y="568292"/>
                    </a:cubicBezTo>
                    <a:cubicBezTo>
                      <a:pt x="389042" y="566540"/>
                      <a:pt x="394134" y="564704"/>
                      <a:pt x="399224" y="562701"/>
                    </a:cubicBezTo>
                    <a:cubicBezTo>
                      <a:pt x="404398" y="560615"/>
                      <a:pt x="409572" y="558445"/>
                      <a:pt x="414579" y="556108"/>
                    </a:cubicBezTo>
                    <a:cubicBezTo>
                      <a:pt x="419752" y="553689"/>
                      <a:pt x="424926" y="551185"/>
                      <a:pt x="429933" y="548431"/>
                    </a:cubicBezTo>
                    <a:cubicBezTo>
                      <a:pt x="435190" y="545594"/>
                      <a:pt x="440281" y="542590"/>
                      <a:pt x="445288" y="539502"/>
                    </a:cubicBezTo>
                    <a:cubicBezTo>
                      <a:pt x="450545" y="536247"/>
                      <a:pt x="455636" y="532826"/>
                      <a:pt x="460643" y="529238"/>
                    </a:cubicBezTo>
                    <a:cubicBezTo>
                      <a:pt x="465900" y="525483"/>
                      <a:pt x="470991" y="521644"/>
                      <a:pt x="475997" y="517638"/>
                    </a:cubicBezTo>
                    <a:cubicBezTo>
                      <a:pt x="481255" y="513299"/>
                      <a:pt x="486345" y="508793"/>
                      <a:pt x="491352" y="504119"/>
                    </a:cubicBezTo>
                    <a:cubicBezTo>
                      <a:pt x="496609" y="499113"/>
                      <a:pt x="501783" y="494022"/>
                      <a:pt x="506707" y="488681"/>
                    </a:cubicBezTo>
                    <a:cubicBezTo>
                      <a:pt x="512048" y="482840"/>
                      <a:pt x="517139" y="476748"/>
                      <a:pt x="522062" y="470489"/>
                    </a:cubicBezTo>
                    <a:cubicBezTo>
                      <a:pt x="527486" y="463479"/>
                      <a:pt x="532577" y="456303"/>
                      <a:pt x="537416" y="448792"/>
                    </a:cubicBezTo>
                    <a:cubicBezTo>
                      <a:pt x="543008" y="440114"/>
                      <a:pt x="548098" y="431101"/>
                      <a:pt x="552771" y="421838"/>
                    </a:cubicBezTo>
                    <a:cubicBezTo>
                      <a:pt x="558696" y="409988"/>
                      <a:pt x="563787" y="397637"/>
                      <a:pt x="568126" y="384953"/>
                    </a:cubicBezTo>
                    <a:cubicBezTo>
                      <a:pt x="578056" y="355663"/>
                      <a:pt x="583481" y="324285"/>
                      <a:pt x="583481" y="291573"/>
                    </a:cubicBezTo>
                    <a:cubicBezTo>
                      <a:pt x="583481" y="258861"/>
                      <a:pt x="578056" y="227567"/>
                      <a:pt x="568126" y="1982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20"/>
              <p:cNvSpPr/>
              <p:nvPr/>
            </p:nvSpPr>
            <p:spPr>
              <a:xfrm>
                <a:off x="8006977" y="4619918"/>
                <a:ext cx="364258" cy="364195"/>
              </a:xfrm>
              <a:custGeom>
                <a:rect b="b" l="l" r="r" t="t"/>
                <a:pathLst>
                  <a:path extrusionOk="0" h="485593" w="485677">
                    <a:moveTo>
                      <a:pt x="242839" y="0"/>
                    </a:moveTo>
                    <a:cubicBezTo>
                      <a:pt x="376692" y="0"/>
                      <a:pt x="485678" y="108902"/>
                      <a:pt x="485678" y="242755"/>
                    </a:cubicBezTo>
                    <a:cubicBezTo>
                      <a:pt x="485678" y="376609"/>
                      <a:pt x="376776" y="485594"/>
                      <a:pt x="242839" y="485594"/>
                    </a:cubicBezTo>
                    <a:cubicBezTo>
                      <a:pt x="108902" y="485594"/>
                      <a:pt x="0" y="376692"/>
                      <a:pt x="0" y="242755"/>
                    </a:cubicBezTo>
                    <a:cubicBezTo>
                      <a:pt x="0" y="108818"/>
                      <a:pt x="108902" y="0"/>
                      <a:pt x="242839" y="0"/>
                    </a:cubicBezTo>
                    <a:close/>
                    <a:moveTo>
                      <a:pt x="242839" y="470990"/>
                    </a:moveTo>
                    <a:cubicBezTo>
                      <a:pt x="368681" y="470990"/>
                      <a:pt x="471074" y="368597"/>
                      <a:pt x="471074" y="242755"/>
                    </a:cubicBezTo>
                    <a:cubicBezTo>
                      <a:pt x="471074" y="116913"/>
                      <a:pt x="368681" y="14520"/>
                      <a:pt x="242839" y="14520"/>
                    </a:cubicBezTo>
                    <a:cubicBezTo>
                      <a:pt x="116997" y="14520"/>
                      <a:pt x="14604" y="116913"/>
                      <a:pt x="14604" y="242755"/>
                    </a:cubicBezTo>
                    <a:cubicBezTo>
                      <a:pt x="14604" y="368597"/>
                      <a:pt x="116997" y="470990"/>
                      <a:pt x="242839" y="47099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20"/>
              <p:cNvSpPr/>
              <p:nvPr/>
            </p:nvSpPr>
            <p:spPr>
              <a:xfrm>
                <a:off x="8125392" y="4683820"/>
                <a:ext cx="127364" cy="252476"/>
              </a:xfrm>
              <a:custGeom>
                <a:rect b="b" l="l" r="r" t="t"/>
                <a:pathLst>
                  <a:path extrusionOk="0" h="336635" w="169819">
                    <a:moveTo>
                      <a:pt x="66593" y="336636"/>
                    </a:moveTo>
                    <a:lnTo>
                      <a:pt x="66593" y="296747"/>
                    </a:lnTo>
                    <a:cubicBezTo>
                      <a:pt x="40723" y="295912"/>
                      <a:pt x="14771" y="288569"/>
                      <a:pt x="0" y="278638"/>
                    </a:cubicBezTo>
                    <a:lnTo>
                      <a:pt x="11098" y="239918"/>
                    </a:lnTo>
                    <a:cubicBezTo>
                      <a:pt x="27121" y="249431"/>
                      <a:pt x="50153" y="258026"/>
                      <a:pt x="75272" y="258026"/>
                    </a:cubicBezTo>
                    <a:cubicBezTo>
                      <a:pt x="100390" y="258026"/>
                      <a:pt x="118916" y="245258"/>
                      <a:pt x="118916" y="225481"/>
                    </a:cubicBezTo>
                    <a:cubicBezTo>
                      <a:pt x="118916" y="206955"/>
                      <a:pt x="104479" y="195022"/>
                      <a:pt x="74103" y="183923"/>
                    </a:cubicBezTo>
                    <a:cubicBezTo>
                      <a:pt x="30876" y="168234"/>
                      <a:pt x="2921" y="148540"/>
                      <a:pt x="2921" y="110237"/>
                    </a:cubicBezTo>
                    <a:cubicBezTo>
                      <a:pt x="2921" y="74854"/>
                      <a:pt x="27622" y="47733"/>
                      <a:pt x="69180" y="40306"/>
                    </a:cubicBezTo>
                    <a:lnTo>
                      <a:pt x="69180" y="0"/>
                    </a:lnTo>
                    <a:lnTo>
                      <a:pt x="102893" y="0"/>
                    </a:lnTo>
                    <a:lnTo>
                      <a:pt x="102893" y="38303"/>
                    </a:lnTo>
                    <a:cubicBezTo>
                      <a:pt x="128846" y="39138"/>
                      <a:pt x="146538" y="45313"/>
                      <a:pt x="159639" y="51905"/>
                    </a:cubicBezTo>
                    <a:lnTo>
                      <a:pt x="148457" y="89791"/>
                    </a:lnTo>
                    <a:cubicBezTo>
                      <a:pt x="138610" y="85285"/>
                      <a:pt x="120501" y="75772"/>
                      <a:pt x="92545" y="75772"/>
                    </a:cubicBezTo>
                    <a:cubicBezTo>
                      <a:pt x="64590" y="75772"/>
                      <a:pt x="53408" y="90543"/>
                      <a:pt x="53408" y="104562"/>
                    </a:cubicBezTo>
                    <a:cubicBezTo>
                      <a:pt x="53408" y="121419"/>
                      <a:pt x="68262" y="130933"/>
                      <a:pt x="103144" y="144869"/>
                    </a:cubicBezTo>
                    <a:cubicBezTo>
                      <a:pt x="149292" y="162143"/>
                      <a:pt x="169820" y="184340"/>
                      <a:pt x="169820" y="220975"/>
                    </a:cubicBezTo>
                    <a:cubicBezTo>
                      <a:pt x="169820" y="257609"/>
                      <a:pt x="145536" y="286817"/>
                      <a:pt x="100307" y="294243"/>
                    </a:cubicBezTo>
                    <a:lnTo>
                      <a:pt x="100307" y="336636"/>
                    </a:lnTo>
                    <a:lnTo>
                      <a:pt x="66509" y="3366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1" name="Google Shape;381;p20"/>
            <p:cNvGrpSpPr/>
            <p:nvPr/>
          </p:nvGrpSpPr>
          <p:grpSpPr>
            <a:xfrm>
              <a:off x="3123175" y="2269676"/>
              <a:ext cx="463709" cy="437485"/>
              <a:chOff x="7970175" y="4583242"/>
              <a:chExt cx="463709" cy="437485"/>
            </a:xfrm>
          </p:grpSpPr>
          <p:sp>
            <p:nvSpPr>
              <p:cNvPr id="382" name="Google Shape;382;p20"/>
              <p:cNvSpPr/>
              <p:nvPr/>
            </p:nvSpPr>
            <p:spPr>
              <a:xfrm>
                <a:off x="7970363" y="4583242"/>
                <a:ext cx="463521" cy="437485"/>
              </a:xfrm>
              <a:custGeom>
                <a:rect b="b" l="l" r="r" t="t"/>
                <a:pathLst>
                  <a:path extrusionOk="0" h="583313" w="618028">
                    <a:moveTo>
                      <a:pt x="291657" y="583313"/>
                    </a:moveTo>
                    <a:lnTo>
                      <a:pt x="326372" y="583313"/>
                    </a:lnTo>
                    <a:cubicBezTo>
                      <a:pt x="487513" y="583313"/>
                      <a:pt x="618029" y="452715"/>
                      <a:pt x="618029" y="291657"/>
                    </a:cubicBezTo>
                    <a:cubicBezTo>
                      <a:pt x="618029" y="130598"/>
                      <a:pt x="487430" y="0"/>
                      <a:pt x="326372" y="0"/>
                    </a:cubicBezTo>
                    <a:lnTo>
                      <a:pt x="291657" y="0"/>
                    </a:lnTo>
                    <a:cubicBezTo>
                      <a:pt x="130599" y="0"/>
                      <a:pt x="0" y="130598"/>
                      <a:pt x="0" y="291657"/>
                    </a:cubicBezTo>
                    <a:cubicBezTo>
                      <a:pt x="0" y="452715"/>
                      <a:pt x="130515" y="583313"/>
                      <a:pt x="291657" y="5833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20"/>
              <p:cNvSpPr/>
              <p:nvPr/>
            </p:nvSpPr>
            <p:spPr>
              <a:xfrm>
                <a:off x="7970175" y="4583304"/>
                <a:ext cx="437610" cy="437422"/>
              </a:xfrm>
              <a:custGeom>
                <a:rect b="b" l="l" r="r" t="t"/>
                <a:pathLst>
                  <a:path extrusionOk="0" h="583229" w="583480">
                    <a:moveTo>
                      <a:pt x="568126" y="198276"/>
                    </a:moveTo>
                    <a:cubicBezTo>
                      <a:pt x="563870" y="185592"/>
                      <a:pt x="558696" y="173241"/>
                      <a:pt x="552771" y="161391"/>
                    </a:cubicBezTo>
                    <a:cubicBezTo>
                      <a:pt x="548098" y="152129"/>
                      <a:pt x="543008" y="143116"/>
                      <a:pt x="537416" y="134437"/>
                    </a:cubicBezTo>
                    <a:cubicBezTo>
                      <a:pt x="532660" y="126927"/>
                      <a:pt x="527486" y="119750"/>
                      <a:pt x="522062" y="112740"/>
                    </a:cubicBezTo>
                    <a:cubicBezTo>
                      <a:pt x="517139" y="106481"/>
                      <a:pt x="512048" y="100390"/>
                      <a:pt x="506707" y="94548"/>
                    </a:cubicBezTo>
                    <a:cubicBezTo>
                      <a:pt x="501783" y="89208"/>
                      <a:pt x="496693" y="84033"/>
                      <a:pt x="491352" y="79110"/>
                    </a:cubicBezTo>
                    <a:cubicBezTo>
                      <a:pt x="486429" y="74437"/>
                      <a:pt x="481255" y="69931"/>
                      <a:pt x="475997" y="65591"/>
                    </a:cubicBezTo>
                    <a:cubicBezTo>
                      <a:pt x="470991" y="61502"/>
                      <a:pt x="465900" y="57664"/>
                      <a:pt x="460643" y="53992"/>
                    </a:cubicBezTo>
                    <a:cubicBezTo>
                      <a:pt x="455636" y="50403"/>
                      <a:pt x="450545" y="46982"/>
                      <a:pt x="445288" y="43728"/>
                    </a:cubicBezTo>
                    <a:cubicBezTo>
                      <a:pt x="440281" y="40640"/>
                      <a:pt x="435190" y="37635"/>
                      <a:pt x="429933" y="34798"/>
                    </a:cubicBezTo>
                    <a:cubicBezTo>
                      <a:pt x="424926" y="32128"/>
                      <a:pt x="419752" y="29541"/>
                      <a:pt x="414579" y="27121"/>
                    </a:cubicBezTo>
                    <a:cubicBezTo>
                      <a:pt x="409572" y="24784"/>
                      <a:pt x="404398" y="22615"/>
                      <a:pt x="399224" y="20528"/>
                    </a:cubicBezTo>
                    <a:cubicBezTo>
                      <a:pt x="394134" y="18526"/>
                      <a:pt x="389042" y="16690"/>
                      <a:pt x="383869" y="14937"/>
                    </a:cubicBezTo>
                    <a:cubicBezTo>
                      <a:pt x="378778" y="13268"/>
                      <a:pt x="373688" y="11683"/>
                      <a:pt x="368514" y="10264"/>
                    </a:cubicBezTo>
                    <a:cubicBezTo>
                      <a:pt x="363424" y="8846"/>
                      <a:pt x="358334" y="7594"/>
                      <a:pt x="353160" y="6509"/>
                    </a:cubicBezTo>
                    <a:cubicBezTo>
                      <a:pt x="348069" y="5424"/>
                      <a:pt x="342979" y="4423"/>
                      <a:pt x="337805" y="3672"/>
                    </a:cubicBezTo>
                    <a:cubicBezTo>
                      <a:pt x="332714" y="2837"/>
                      <a:pt x="327624" y="2169"/>
                      <a:pt x="322450" y="1669"/>
                    </a:cubicBezTo>
                    <a:cubicBezTo>
                      <a:pt x="317359" y="1168"/>
                      <a:pt x="312269" y="751"/>
                      <a:pt x="307095" y="417"/>
                    </a:cubicBezTo>
                    <a:cubicBezTo>
                      <a:pt x="302005" y="167"/>
                      <a:pt x="296915" y="0"/>
                      <a:pt x="291741" y="0"/>
                    </a:cubicBezTo>
                    <a:cubicBezTo>
                      <a:pt x="286567" y="0"/>
                      <a:pt x="281477" y="167"/>
                      <a:pt x="276385" y="417"/>
                    </a:cubicBezTo>
                    <a:cubicBezTo>
                      <a:pt x="271212" y="667"/>
                      <a:pt x="266121" y="1085"/>
                      <a:pt x="261031" y="1669"/>
                    </a:cubicBezTo>
                    <a:cubicBezTo>
                      <a:pt x="255857" y="2169"/>
                      <a:pt x="250767" y="2921"/>
                      <a:pt x="245676" y="3672"/>
                    </a:cubicBezTo>
                    <a:cubicBezTo>
                      <a:pt x="240503" y="4506"/>
                      <a:pt x="235412" y="5424"/>
                      <a:pt x="230322" y="6509"/>
                    </a:cubicBezTo>
                    <a:cubicBezTo>
                      <a:pt x="225148" y="7594"/>
                      <a:pt x="220057" y="8846"/>
                      <a:pt x="214966" y="10264"/>
                    </a:cubicBezTo>
                    <a:cubicBezTo>
                      <a:pt x="209793" y="11683"/>
                      <a:pt x="204702" y="13268"/>
                      <a:pt x="199612" y="14937"/>
                    </a:cubicBezTo>
                    <a:cubicBezTo>
                      <a:pt x="194438" y="16690"/>
                      <a:pt x="189348" y="18526"/>
                      <a:pt x="184258" y="20528"/>
                    </a:cubicBezTo>
                    <a:cubicBezTo>
                      <a:pt x="179084" y="22615"/>
                      <a:pt x="173910" y="24784"/>
                      <a:pt x="168902" y="27121"/>
                    </a:cubicBezTo>
                    <a:cubicBezTo>
                      <a:pt x="163728" y="29541"/>
                      <a:pt x="158554" y="32044"/>
                      <a:pt x="153548" y="34798"/>
                    </a:cubicBezTo>
                    <a:cubicBezTo>
                      <a:pt x="148290" y="37635"/>
                      <a:pt x="143200" y="40640"/>
                      <a:pt x="138193" y="43728"/>
                    </a:cubicBezTo>
                    <a:cubicBezTo>
                      <a:pt x="132936" y="46982"/>
                      <a:pt x="127846" y="50403"/>
                      <a:pt x="122839" y="53992"/>
                    </a:cubicBezTo>
                    <a:cubicBezTo>
                      <a:pt x="117581" y="57747"/>
                      <a:pt x="112491" y="61586"/>
                      <a:pt x="107483" y="65591"/>
                    </a:cubicBezTo>
                    <a:cubicBezTo>
                      <a:pt x="102226" y="69931"/>
                      <a:pt x="97136" y="74437"/>
                      <a:pt x="92129" y="79110"/>
                    </a:cubicBezTo>
                    <a:cubicBezTo>
                      <a:pt x="86871" y="84117"/>
                      <a:pt x="81698" y="89208"/>
                      <a:pt x="76774" y="94548"/>
                    </a:cubicBezTo>
                    <a:cubicBezTo>
                      <a:pt x="71433" y="100390"/>
                      <a:pt x="66343" y="106481"/>
                      <a:pt x="61420" y="112740"/>
                    </a:cubicBezTo>
                    <a:cubicBezTo>
                      <a:pt x="55995" y="119750"/>
                      <a:pt x="50905" y="126927"/>
                      <a:pt x="46064" y="134437"/>
                    </a:cubicBezTo>
                    <a:cubicBezTo>
                      <a:pt x="40474" y="143116"/>
                      <a:pt x="35383" y="152129"/>
                      <a:pt x="30710" y="161391"/>
                    </a:cubicBezTo>
                    <a:cubicBezTo>
                      <a:pt x="24785" y="173241"/>
                      <a:pt x="19695" y="185592"/>
                      <a:pt x="15355" y="198276"/>
                    </a:cubicBezTo>
                    <a:cubicBezTo>
                      <a:pt x="5424" y="227567"/>
                      <a:pt x="0" y="258944"/>
                      <a:pt x="0" y="291573"/>
                    </a:cubicBezTo>
                    <a:cubicBezTo>
                      <a:pt x="0" y="324202"/>
                      <a:pt x="5424" y="355579"/>
                      <a:pt x="15355" y="384953"/>
                    </a:cubicBezTo>
                    <a:cubicBezTo>
                      <a:pt x="19611" y="397637"/>
                      <a:pt x="24785" y="409988"/>
                      <a:pt x="30710" y="421838"/>
                    </a:cubicBezTo>
                    <a:cubicBezTo>
                      <a:pt x="35383" y="431101"/>
                      <a:pt x="40474" y="440114"/>
                      <a:pt x="46064" y="448792"/>
                    </a:cubicBezTo>
                    <a:cubicBezTo>
                      <a:pt x="50822" y="456303"/>
                      <a:pt x="55995" y="463479"/>
                      <a:pt x="61420" y="470489"/>
                    </a:cubicBezTo>
                    <a:cubicBezTo>
                      <a:pt x="66343" y="476748"/>
                      <a:pt x="71433" y="482840"/>
                      <a:pt x="76774" y="488681"/>
                    </a:cubicBezTo>
                    <a:cubicBezTo>
                      <a:pt x="81698" y="494022"/>
                      <a:pt x="86788" y="499196"/>
                      <a:pt x="92129" y="504119"/>
                    </a:cubicBezTo>
                    <a:cubicBezTo>
                      <a:pt x="97052" y="508793"/>
                      <a:pt x="102226" y="513299"/>
                      <a:pt x="107483" y="517638"/>
                    </a:cubicBezTo>
                    <a:cubicBezTo>
                      <a:pt x="112491" y="521727"/>
                      <a:pt x="117581" y="525566"/>
                      <a:pt x="122839" y="529238"/>
                    </a:cubicBezTo>
                    <a:cubicBezTo>
                      <a:pt x="127846" y="532826"/>
                      <a:pt x="132936" y="536247"/>
                      <a:pt x="138193" y="539502"/>
                    </a:cubicBezTo>
                    <a:cubicBezTo>
                      <a:pt x="143200" y="542590"/>
                      <a:pt x="148290" y="545594"/>
                      <a:pt x="153548" y="548431"/>
                    </a:cubicBezTo>
                    <a:cubicBezTo>
                      <a:pt x="158554" y="551102"/>
                      <a:pt x="163728" y="553689"/>
                      <a:pt x="168902" y="556108"/>
                    </a:cubicBezTo>
                    <a:cubicBezTo>
                      <a:pt x="173910" y="558445"/>
                      <a:pt x="179084" y="560615"/>
                      <a:pt x="184258" y="562701"/>
                    </a:cubicBezTo>
                    <a:cubicBezTo>
                      <a:pt x="189348" y="564704"/>
                      <a:pt x="194438" y="566540"/>
                      <a:pt x="199612" y="568292"/>
                    </a:cubicBezTo>
                    <a:cubicBezTo>
                      <a:pt x="204702" y="569961"/>
                      <a:pt x="209793" y="571547"/>
                      <a:pt x="214966" y="572965"/>
                    </a:cubicBezTo>
                    <a:cubicBezTo>
                      <a:pt x="220057" y="574384"/>
                      <a:pt x="225148" y="575636"/>
                      <a:pt x="230322" y="576721"/>
                    </a:cubicBezTo>
                    <a:cubicBezTo>
                      <a:pt x="235412" y="577806"/>
                      <a:pt x="240503" y="578807"/>
                      <a:pt x="245676" y="579558"/>
                    </a:cubicBezTo>
                    <a:cubicBezTo>
                      <a:pt x="250767" y="580393"/>
                      <a:pt x="255857" y="581060"/>
                      <a:pt x="261031" y="581561"/>
                    </a:cubicBezTo>
                    <a:cubicBezTo>
                      <a:pt x="266121" y="582062"/>
                      <a:pt x="271212" y="582479"/>
                      <a:pt x="276385" y="582812"/>
                    </a:cubicBezTo>
                    <a:cubicBezTo>
                      <a:pt x="281477" y="583063"/>
                      <a:pt x="286567" y="583230"/>
                      <a:pt x="291741" y="583230"/>
                    </a:cubicBezTo>
                    <a:cubicBezTo>
                      <a:pt x="296915" y="583230"/>
                      <a:pt x="302005" y="583063"/>
                      <a:pt x="307095" y="582812"/>
                    </a:cubicBezTo>
                    <a:cubicBezTo>
                      <a:pt x="312269" y="582562"/>
                      <a:pt x="317359" y="582145"/>
                      <a:pt x="322450" y="581561"/>
                    </a:cubicBezTo>
                    <a:cubicBezTo>
                      <a:pt x="327624" y="581060"/>
                      <a:pt x="332714" y="580309"/>
                      <a:pt x="337805" y="579558"/>
                    </a:cubicBezTo>
                    <a:cubicBezTo>
                      <a:pt x="342979" y="578723"/>
                      <a:pt x="348069" y="577806"/>
                      <a:pt x="353160" y="576721"/>
                    </a:cubicBezTo>
                    <a:cubicBezTo>
                      <a:pt x="358334" y="575636"/>
                      <a:pt x="363424" y="574384"/>
                      <a:pt x="368514" y="572965"/>
                    </a:cubicBezTo>
                    <a:cubicBezTo>
                      <a:pt x="373688" y="571547"/>
                      <a:pt x="378778" y="569961"/>
                      <a:pt x="383869" y="568292"/>
                    </a:cubicBezTo>
                    <a:cubicBezTo>
                      <a:pt x="389042" y="566540"/>
                      <a:pt x="394134" y="564704"/>
                      <a:pt x="399224" y="562701"/>
                    </a:cubicBezTo>
                    <a:cubicBezTo>
                      <a:pt x="404398" y="560615"/>
                      <a:pt x="409572" y="558445"/>
                      <a:pt x="414579" y="556108"/>
                    </a:cubicBezTo>
                    <a:cubicBezTo>
                      <a:pt x="419752" y="553689"/>
                      <a:pt x="424926" y="551185"/>
                      <a:pt x="429933" y="548431"/>
                    </a:cubicBezTo>
                    <a:cubicBezTo>
                      <a:pt x="435190" y="545594"/>
                      <a:pt x="440281" y="542590"/>
                      <a:pt x="445288" y="539502"/>
                    </a:cubicBezTo>
                    <a:cubicBezTo>
                      <a:pt x="450545" y="536247"/>
                      <a:pt x="455636" y="532826"/>
                      <a:pt x="460643" y="529238"/>
                    </a:cubicBezTo>
                    <a:cubicBezTo>
                      <a:pt x="465900" y="525483"/>
                      <a:pt x="470991" y="521644"/>
                      <a:pt x="475997" y="517638"/>
                    </a:cubicBezTo>
                    <a:cubicBezTo>
                      <a:pt x="481255" y="513299"/>
                      <a:pt x="486345" y="508793"/>
                      <a:pt x="491352" y="504119"/>
                    </a:cubicBezTo>
                    <a:cubicBezTo>
                      <a:pt x="496609" y="499113"/>
                      <a:pt x="501783" y="494022"/>
                      <a:pt x="506707" y="488681"/>
                    </a:cubicBezTo>
                    <a:cubicBezTo>
                      <a:pt x="512048" y="482840"/>
                      <a:pt x="517139" y="476748"/>
                      <a:pt x="522062" y="470489"/>
                    </a:cubicBezTo>
                    <a:cubicBezTo>
                      <a:pt x="527486" y="463479"/>
                      <a:pt x="532577" y="456303"/>
                      <a:pt x="537416" y="448792"/>
                    </a:cubicBezTo>
                    <a:cubicBezTo>
                      <a:pt x="543008" y="440114"/>
                      <a:pt x="548098" y="431101"/>
                      <a:pt x="552771" y="421838"/>
                    </a:cubicBezTo>
                    <a:cubicBezTo>
                      <a:pt x="558696" y="409988"/>
                      <a:pt x="563787" y="397637"/>
                      <a:pt x="568126" y="384953"/>
                    </a:cubicBezTo>
                    <a:cubicBezTo>
                      <a:pt x="578056" y="355663"/>
                      <a:pt x="583481" y="324285"/>
                      <a:pt x="583481" y="291573"/>
                    </a:cubicBezTo>
                    <a:cubicBezTo>
                      <a:pt x="583481" y="258861"/>
                      <a:pt x="578056" y="227567"/>
                      <a:pt x="568126" y="1982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20"/>
              <p:cNvSpPr/>
              <p:nvPr/>
            </p:nvSpPr>
            <p:spPr>
              <a:xfrm>
                <a:off x="8006977" y="4619918"/>
                <a:ext cx="364258" cy="364195"/>
              </a:xfrm>
              <a:custGeom>
                <a:rect b="b" l="l" r="r" t="t"/>
                <a:pathLst>
                  <a:path extrusionOk="0" h="485593" w="485677">
                    <a:moveTo>
                      <a:pt x="242839" y="0"/>
                    </a:moveTo>
                    <a:cubicBezTo>
                      <a:pt x="376692" y="0"/>
                      <a:pt x="485678" y="108902"/>
                      <a:pt x="485678" y="242755"/>
                    </a:cubicBezTo>
                    <a:cubicBezTo>
                      <a:pt x="485678" y="376609"/>
                      <a:pt x="376776" y="485594"/>
                      <a:pt x="242839" y="485594"/>
                    </a:cubicBezTo>
                    <a:cubicBezTo>
                      <a:pt x="108902" y="485594"/>
                      <a:pt x="0" y="376692"/>
                      <a:pt x="0" y="242755"/>
                    </a:cubicBezTo>
                    <a:cubicBezTo>
                      <a:pt x="0" y="108818"/>
                      <a:pt x="108902" y="0"/>
                      <a:pt x="242839" y="0"/>
                    </a:cubicBezTo>
                    <a:close/>
                    <a:moveTo>
                      <a:pt x="242839" y="470990"/>
                    </a:moveTo>
                    <a:cubicBezTo>
                      <a:pt x="368681" y="470990"/>
                      <a:pt x="471074" y="368597"/>
                      <a:pt x="471074" y="242755"/>
                    </a:cubicBezTo>
                    <a:cubicBezTo>
                      <a:pt x="471074" y="116913"/>
                      <a:pt x="368681" y="14520"/>
                      <a:pt x="242839" y="14520"/>
                    </a:cubicBezTo>
                    <a:cubicBezTo>
                      <a:pt x="116997" y="14520"/>
                      <a:pt x="14604" y="116913"/>
                      <a:pt x="14604" y="242755"/>
                    </a:cubicBezTo>
                    <a:cubicBezTo>
                      <a:pt x="14604" y="368597"/>
                      <a:pt x="116997" y="470990"/>
                      <a:pt x="242839" y="47099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20"/>
              <p:cNvSpPr/>
              <p:nvPr/>
            </p:nvSpPr>
            <p:spPr>
              <a:xfrm>
                <a:off x="8125392" y="4683820"/>
                <a:ext cx="127364" cy="252476"/>
              </a:xfrm>
              <a:custGeom>
                <a:rect b="b" l="l" r="r" t="t"/>
                <a:pathLst>
                  <a:path extrusionOk="0" h="336635" w="169819">
                    <a:moveTo>
                      <a:pt x="66593" y="336636"/>
                    </a:moveTo>
                    <a:lnTo>
                      <a:pt x="66593" y="296747"/>
                    </a:lnTo>
                    <a:cubicBezTo>
                      <a:pt x="40723" y="295912"/>
                      <a:pt x="14771" y="288569"/>
                      <a:pt x="0" y="278638"/>
                    </a:cubicBezTo>
                    <a:lnTo>
                      <a:pt x="11098" y="239918"/>
                    </a:lnTo>
                    <a:cubicBezTo>
                      <a:pt x="27121" y="249431"/>
                      <a:pt x="50153" y="258026"/>
                      <a:pt x="75272" y="258026"/>
                    </a:cubicBezTo>
                    <a:cubicBezTo>
                      <a:pt x="100390" y="258026"/>
                      <a:pt x="118916" y="245258"/>
                      <a:pt x="118916" y="225481"/>
                    </a:cubicBezTo>
                    <a:cubicBezTo>
                      <a:pt x="118916" y="206955"/>
                      <a:pt x="104479" y="195022"/>
                      <a:pt x="74103" y="183923"/>
                    </a:cubicBezTo>
                    <a:cubicBezTo>
                      <a:pt x="30876" y="168234"/>
                      <a:pt x="2921" y="148540"/>
                      <a:pt x="2921" y="110237"/>
                    </a:cubicBezTo>
                    <a:cubicBezTo>
                      <a:pt x="2921" y="74854"/>
                      <a:pt x="27622" y="47733"/>
                      <a:pt x="69180" y="40306"/>
                    </a:cubicBezTo>
                    <a:lnTo>
                      <a:pt x="69180" y="0"/>
                    </a:lnTo>
                    <a:lnTo>
                      <a:pt x="102893" y="0"/>
                    </a:lnTo>
                    <a:lnTo>
                      <a:pt x="102893" y="38303"/>
                    </a:lnTo>
                    <a:cubicBezTo>
                      <a:pt x="128846" y="39138"/>
                      <a:pt x="146538" y="45313"/>
                      <a:pt x="159639" y="51905"/>
                    </a:cubicBezTo>
                    <a:lnTo>
                      <a:pt x="148457" y="89791"/>
                    </a:lnTo>
                    <a:cubicBezTo>
                      <a:pt x="138610" y="85285"/>
                      <a:pt x="120501" y="75772"/>
                      <a:pt x="92545" y="75772"/>
                    </a:cubicBezTo>
                    <a:cubicBezTo>
                      <a:pt x="64590" y="75772"/>
                      <a:pt x="53408" y="90543"/>
                      <a:pt x="53408" y="104562"/>
                    </a:cubicBezTo>
                    <a:cubicBezTo>
                      <a:pt x="53408" y="121419"/>
                      <a:pt x="68262" y="130933"/>
                      <a:pt x="103144" y="144869"/>
                    </a:cubicBezTo>
                    <a:cubicBezTo>
                      <a:pt x="149292" y="162143"/>
                      <a:pt x="169820" y="184340"/>
                      <a:pt x="169820" y="220975"/>
                    </a:cubicBezTo>
                    <a:cubicBezTo>
                      <a:pt x="169820" y="257609"/>
                      <a:pt x="145536" y="286817"/>
                      <a:pt x="100307" y="294243"/>
                    </a:cubicBezTo>
                    <a:lnTo>
                      <a:pt x="100307" y="336636"/>
                    </a:lnTo>
                    <a:lnTo>
                      <a:pt x="66509" y="3366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6" name="Google Shape;386;p20"/>
            <p:cNvGrpSpPr/>
            <p:nvPr/>
          </p:nvGrpSpPr>
          <p:grpSpPr>
            <a:xfrm>
              <a:off x="1481300" y="2627501"/>
              <a:ext cx="463709" cy="437485"/>
              <a:chOff x="7970175" y="4583242"/>
              <a:chExt cx="463709" cy="437485"/>
            </a:xfrm>
          </p:grpSpPr>
          <p:sp>
            <p:nvSpPr>
              <p:cNvPr id="387" name="Google Shape;387;p20"/>
              <p:cNvSpPr/>
              <p:nvPr/>
            </p:nvSpPr>
            <p:spPr>
              <a:xfrm>
                <a:off x="7970363" y="4583242"/>
                <a:ext cx="463521" cy="437485"/>
              </a:xfrm>
              <a:custGeom>
                <a:rect b="b" l="l" r="r" t="t"/>
                <a:pathLst>
                  <a:path extrusionOk="0" h="583313" w="618028">
                    <a:moveTo>
                      <a:pt x="291657" y="583313"/>
                    </a:moveTo>
                    <a:lnTo>
                      <a:pt x="326372" y="583313"/>
                    </a:lnTo>
                    <a:cubicBezTo>
                      <a:pt x="487513" y="583313"/>
                      <a:pt x="618029" y="452715"/>
                      <a:pt x="618029" y="291657"/>
                    </a:cubicBezTo>
                    <a:cubicBezTo>
                      <a:pt x="618029" y="130598"/>
                      <a:pt x="487430" y="0"/>
                      <a:pt x="326372" y="0"/>
                    </a:cubicBezTo>
                    <a:lnTo>
                      <a:pt x="291657" y="0"/>
                    </a:lnTo>
                    <a:cubicBezTo>
                      <a:pt x="130599" y="0"/>
                      <a:pt x="0" y="130598"/>
                      <a:pt x="0" y="291657"/>
                    </a:cubicBezTo>
                    <a:cubicBezTo>
                      <a:pt x="0" y="452715"/>
                      <a:pt x="130515" y="583313"/>
                      <a:pt x="291657" y="5833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20"/>
              <p:cNvSpPr/>
              <p:nvPr/>
            </p:nvSpPr>
            <p:spPr>
              <a:xfrm>
                <a:off x="7970175" y="4583304"/>
                <a:ext cx="437610" cy="437422"/>
              </a:xfrm>
              <a:custGeom>
                <a:rect b="b" l="l" r="r" t="t"/>
                <a:pathLst>
                  <a:path extrusionOk="0" h="583229" w="583480">
                    <a:moveTo>
                      <a:pt x="568126" y="198276"/>
                    </a:moveTo>
                    <a:cubicBezTo>
                      <a:pt x="563870" y="185592"/>
                      <a:pt x="558696" y="173241"/>
                      <a:pt x="552771" y="161391"/>
                    </a:cubicBezTo>
                    <a:cubicBezTo>
                      <a:pt x="548098" y="152129"/>
                      <a:pt x="543008" y="143116"/>
                      <a:pt x="537416" y="134437"/>
                    </a:cubicBezTo>
                    <a:cubicBezTo>
                      <a:pt x="532660" y="126927"/>
                      <a:pt x="527486" y="119750"/>
                      <a:pt x="522062" y="112740"/>
                    </a:cubicBezTo>
                    <a:cubicBezTo>
                      <a:pt x="517139" y="106481"/>
                      <a:pt x="512048" y="100390"/>
                      <a:pt x="506707" y="94548"/>
                    </a:cubicBezTo>
                    <a:cubicBezTo>
                      <a:pt x="501783" y="89208"/>
                      <a:pt x="496693" y="84033"/>
                      <a:pt x="491352" y="79110"/>
                    </a:cubicBezTo>
                    <a:cubicBezTo>
                      <a:pt x="486429" y="74437"/>
                      <a:pt x="481255" y="69931"/>
                      <a:pt x="475997" y="65591"/>
                    </a:cubicBezTo>
                    <a:cubicBezTo>
                      <a:pt x="470991" y="61502"/>
                      <a:pt x="465900" y="57664"/>
                      <a:pt x="460643" y="53992"/>
                    </a:cubicBezTo>
                    <a:cubicBezTo>
                      <a:pt x="455636" y="50403"/>
                      <a:pt x="450545" y="46982"/>
                      <a:pt x="445288" y="43728"/>
                    </a:cubicBezTo>
                    <a:cubicBezTo>
                      <a:pt x="440281" y="40640"/>
                      <a:pt x="435190" y="37635"/>
                      <a:pt x="429933" y="34798"/>
                    </a:cubicBezTo>
                    <a:cubicBezTo>
                      <a:pt x="424926" y="32128"/>
                      <a:pt x="419752" y="29541"/>
                      <a:pt x="414579" y="27121"/>
                    </a:cubicBezTo>
                    <a:cubicBezTo>
                      <a:pt x="409572" y="24784"/>
                      <a:pt x="404398" y="22615"/>
                      <a:pt x="399224" y="20528"/>
                    </a:cubicBezTo>
                    <a:cubicBezTo>
                      <a:pt x="394134" y="18526"/>
                      <a:pt x="389042" y="16690"/>
                      <a:pt x="383869" y="14937"/>
                    </a:cubicBezTo>
                    <a:cubicBezTo>
                      <a:pt x="378778" y="13268"/>
                      <a:pt x="373688" y="11683"/>
                      <a:pt x="368514" y="10264"/>
                    </a:cubicBezTo>
                    <a:cubicBezTo>
                      <a:pt x="363424" y="8846"/>
                      <a:pt x="358334" y="7594"/>
                      <a:pt x="353160" y="6509"/>
                    </a:cubicBezTo>
                    <a:cubicBezTo>
                      <a:pt x="348069" y="5424"/>
                      <a:pt x="342979" y="4423"/>
                      <a:pt x="337805" y="3672"/>
                    </a:cubicBezTo>
                    <a:cubicBezTo>
                      <a:pt x="332714" y="2837"/>
                      <a:pt x="327624" y="2169"/>
                      <a:pt x="322450" y="1669"/>
                    </a:cubicBezTo>
                    <a:cubicBezTo>
                      <a:pt x="317359" y="1168"/>
                      <a:pt x="312269" y="751"/>
                      <a:pt x="307095" y="417"/>
                    </a:cubicBezTo>
                    <a:cubicBezTo>
                      <a:pt x="302005" y="167"/>
                      <a:pt x="296915" y="0"/>
                      <a:pt x="291741" y="0"/>
                    </a:cubicBezTo>
                    <a:cubicBezTo>
                      <a:pt x="286567" y="0"/>
                      <a:pt x="281477" y="167"/>
                      <a:pt x="276385" y="417"/>
                    </a:cubicBezTo>
                    <a:cubicBezTo>
                      <a:pt x="271212" y="667"/>
                      <a:pt x="266121" y="1085"/>
                      <a:pt x="261031" y="1669"/>
                    </a:cubicBezTo>
                    <a:cubicBezTo>
                      <a:pt x="255857" y="2169"/>
                      <a:pt x="250767" y="2921"/>
                      <a:pt x="245676" y="3672"/>
                    </a:cubicBezTo>
                    <a:cubicBezTo>
                      <a:pt x="240503" y="4506"/>
                      <a:pt x="235412" y="5424"/>
                      <a:pt x="230322" y="6509"/>
                    </a:cubicBezTo>
                    <a:cubicBezTo>
                      <a:pt x="225148" y="7594"/>
                      <a:pt x="220057" y="8846"/>
                      <a:pt x="214966" y="10264"/>
                    </a:cubicBezTo>
                    <a:cubicBezTo>
                      <a:pt x="209793" y="11683"/>
                      <a:pt x="204702" y="13268"/>
                      <a:pt x="199612" y="14937"/>
                    </a:cubicBezTo>
                    <a:cubicBezTo>
                      <a:pt x="194438" y="16690"/>
                      <a:pt x="189348" y="18526"/>
                      <a:pt x="184258" y="20528"/>
                    </a:cubicBezTo>
                    <a:cubicBezTo>
                      <a:pt x="179084" y="22615"/>
                      <a:pt x="173910" y="24784"/>
                      <a:pt x="168902" y="27121"/>
                    </a:cubicBezTo>
                    <a:cubicBezTo>
                      <a:pt x="163728" y="29541"/>
                      <a:pt x="158554" y="32044"/>
                      <a:pt x="153548" y="34798"/>
                    </a:cubicBezTo>
                    <a:cubicBezTo>
                      <a:pt x="148290" y="37635"/>
                      <a:pt x="143200" y="40640"/>
                      <a:pt x="138193" y="43728"/>
                    </a:cubicBezTo>
                    <a:cubicBezTo>
                      <a:pt x="132936" y="46982"/>
                      <a:pt x="127846" y="50403"/>
                      <a:pt x="122839" y="53992"/>
                    </a:cubicBezTo>
                    <a:cubicBezTo>
                      <a:pt x="117581" y="57747"/>
                      <a:pt x="112491" y="61586"/>
                      <a:pt x="107483" y="65591"/>
                    </a:cubicBezTo>
                    <a:cubicBezTo>
                      <a:pt x="102226" y="69931"/>
                      <a:pt x="97136" y="74437"/>
                      <a:pt x="92129" y="79110"/>
                    </a:cubicBezTo>
                    <a:cubicBezTo>
                      <a:pt x="86871" y="84117"/>
                      <a:pt x="81698" y="89208"/>
                      <a:pt x="76774" y="94548"/>
                    </a:cubicBezTo>
                    <a:cubicBezTo>
                      <a:pt x="71433" y="100390"/>
                      <a:pt x="66343" y="106481"/>
                      <a:pt x="61420" y="112740"/>
                    </a:cubicBezTo>
                    <a:cubicBezTo>
                      <a:pt x="55995" y="119750"/>
                      <a:pt x="50905" y="126927"/>
                      <a:pt x="46064" y="134437"/>
                    </a:cubicBezTo>
                    <a:cubicBezTo>
                      <a:pt x="40474" y="143116"/>
                      <a:pt x="35383" y="152129"/>
                      <a:pt x="30710" y="161391"/>
                    </a:cubicBezTo>
                    <a:cubicBezTo>
                      <a:pt x="24785" y="173241"/>
                      <a:pt x="19695" y="185592"/>
                      <a:pt x="15355" y="198276"/>
                    </a:cubicBezTo>
                    <a:cubicBezTo>
                      <a:pt x="5424" y="227567"/>
                      <a:pt x="0" y="258944"/>
                      <a:pt x="0" y="291573"/>
                    </a:cubicBezTo>
                    <a:cubicBezTo>
                      <a:pt x="0" y="324202"/>
                      <a:pt x="5424" y="355579"/>
                      <a:pt x="15355" y="384953"/>
                    </a:cubicBezTo>
                    <a:cubicBezTo>
                      <a:pt x="19611" y="397637"/>
                      <a:pt x="24785" y="409988"/>
                      <a:pt x="30710" y="421838"/>
                    </a:cubicBezTo>
                    <a:cubicBezTo>
                      <a:pt x="35383" y="431101"/>
                      <a:pt x="40474" y="440114"/>
                      <a:pt x="46064" y="448792"/>
                    </a:cubicBezTo>
                    <a:cubicBezTo>
                      <a:pt x="50822" y="456303"/>
                      <a:pt x="55995" y="463479"/>
                      <a:pt x="61420" y="470489"/>
                    </a:cubicBezTo>
                    <a:cubicBezTo>
                      <a:pt x="66343" y="476748"/>
                      <a:pt x="71433" y="482840"/>
                      <a:pt x="76774" y="488681"/>
                    </a:cubicBezTo>
                    <a:cubicBezTo>
                      <a:pt x="81698" y="494022"/>
                      <a:pt x="86788" y="499196"/>
                      <a:pt x="92129" y="504119"/>
                    </a:cubicBezTo>
                    <a:cubicBezTo>
                      <a:pt x="97052" y="508793"/>
                      <a:pt x="102226" y="513299"/>
                      <a:pt x="107483" y="517638"/>
                    </a:cubicBezTo>
                    <a:cubicBezTo>
                      <a:pt x="112491" y="521727"/>
                      <a:pt x="117581" y="525566"/>
                      <a:pt x="122839" y="529238"/>
                    </a:cubicBezTo>
                    <a:cubicBezTo>
                      <a:pt x="127846" y="532826"/>
                      <a:pt x="132936" y="536247"/>
                      <a:pt x="138193" y="539502"/>
                    </a:cubicBezTo>
                    <a:cubicBezTo>
                      <a:pt x="143200" y="542590"/>
                      <a:pt x="148290" y="545594"/>
                      <a:pt x="153548" y="548431"/>
                    </a:cubicBezTo>
                    <a:cubicBezTo>
                      <a:pt x="158554" y="551102"/>
                      <a:pt x="163728" y="553689"/>
                      <a:pt x="168902" y="556108"/>
                    </a:cubicBezTo>
                    <a:cubicBezTo>
                      <a:pt x="173910" y="558445"/>
                      <a:pt x="179084" y="560615"/>
                      <a:pt x="184258" y="562701"/>
                    </a:cubicBezTo>
                    <a:cubicBezTo>
                      <a:pt x="189348" y="564704"/>
                      <a:pt x="194438" y="566540"/>
                      <a:pt x="199612" y="568292"/>
                    </a:cubicBezTo>
                    <a:cubicBezTo>
                      <a:pt x="204702" y="569961"/>
                      <a:pt x="209793" y="571547"/>
                      <a:pt x="214966" y="572965"/>
                    </a:cubicBezTo>
                    <a:cubicBezTo>
                      <a:pt x="220057" y="574384"/>
                      <a:pt x="225148" y="575636"/>
                      <a:pt x="230322" y="576721"/>
                    </a:cubicBezTo>
                    <a:cubicBezTo>
                      <a:pt x="235412" y="577806"/>
                      <a:pt x="240503" y="578807"/>
                      <a:pt x="245676" y="579558"/>
                    </a:cubicBezTo>
                    <a:cubicBezTo>
                      <a:pt x="250767" y="580393"/>
                      <a:pt x="255857" y="581060"/>
                      <a:pt x="261031" y="581561"/>
                    </a:cubicBezTo>
                    <a:cubicBezTo>
                      <a:pt x="266121" y="582062"/>
                      <a:pt x="271212" y="582479"/>
                      <a:pt x="276385" y="582812"/>
                    </a:cubicBezTo>
                    <a:cubicBezTo>
                      <a:pt x="281477" y="583063"/>
                      <a:pt x="286567" y="583230"/>
                      <a:pt x="291741" y="583230"/>
                    </a:cubicBezTo>
                    <a:cubicBezTo>
                      <a:pt x="296915" y="583230"/>
                      <a:pt x="302005" y="583063"/>
                      <a:pt x="307095" y="582812"/>
                    </a:cubicBezTo>
                    <a:cubicBezTo>
                      <a:pt x="312269" y="582562"/>
                      <a:pt x="317359" y="582145"/>
                      <a:pt x="322450" y="581561"/>
                    </a:cubicBezTo>
                    <a:cubicBezTo>
                      <a:pt x="327624" y="581060"/>
                      <a:pt x="332714" y="580309"/>
                      <a:pt x="337805" y="579558"/>
                    </a:cubicBezTo>
                    <a:cubicBezTo>
                      <a:pt x="342979" y="578723"/>
                      <a:pt x="348069" y="577806"/>
                      <a:pt x="353160" y="576721"/>
                    </a:cubicBezTo>
                    <a:cubicBezTo>
                      <a:pt x="358334" y="575636"/>
                      <a:pt x="363424" y="574384"/>
                      <a:pt x="368514" y="572965"/>
                    </a:cubicBezTo>
                    <a:cubicBezTo>
                      <a:pt x="373688" y="571547"/>
                      <a:pt x="378778" y="569961"/>
                      <a:pt x="383869" y="568292"/>
                    </a:cubicBezTo>
                    <a:cubicBezTo>
                      <a:pt x="389042" y="566540"/>
                      <a:pt x="394134" y="564704"/>
                      <a:pt x="399224" y="562701"/>
                    </a:cubicBezTo>
                    <a:cubicBezTo>
                      <a:pt x="404398" y="560615"/>
                      <a:pt x="409572" y="558445"/>
                      <a:pt x="414579" y="556108"/>
                    </a:cubicBezTo>
                    <a:cubicBezTo>
                      <a:pt x="419752" y="553689"/>
                      <a:pt x="424926" y="551185"/>
                      <a:pt x="429933" y="548431"/>
                    </a:cubicBezTo>
                    <a:cubicBezTo>
                      <a:pt x="435190" y="545594"/>
                      <a:pt x="440281" y="542590"/>
                      <a:pt x="445288" y="539502"/>
                    </a:cubicBezTo>
                    <a:cubicBezTo>
                      <a:pt x="450545" y="536247"/>
                      <a:pt x="455636" y="532826"/>
                      <a:pt x="460643" y="529238"/>
                    </a:cubicBezTo>
                    <a:cubicBezTo>
                      <a:pt x="465900" y="525483"/>
                      <a:pt x="470991" y="521644"/>
                      <a:pt x="475997" y="517638"/>
                    </a:cubicBezTo>
                    <a:cubicBezTo>
                      <a:pt x="481255" y="513299"/>
                      <a:pt x="486345" y="508793"/>
                      <a:pt x="491352" y="504119"/>
                    </a:cubicBezTo>
                    <a:cubicBezTo>
                      <a:pt x="496609" y="499113"/>
                      <a:pt x="501783" y="494022"/>
                      <a:pt x="506707" y="488681"/>
                    </a:cubicBezTo>
                    <a:cubicBezTo>
                      <a:pt x="512048" y="482840"/>
                      <a:pt x="517139" y="476748"/>
                      <a:pt x="522062" y="470489"/>
                    </a:cubicBezTo>
                    <a:cubicBezTo>
                      <a:pt x="527486" y="463479"/>
                      <a:pt x="532577" y="456303"/>
                      <a:pt x="537416" y="448792"/>
                    </a:cubicBezTo>
                    <a:cubicBezTo>
                      <a:pt x="543008" y="440114"/>
                      <a:pt x="548098" y="431101"/>
                      <a:pt x="552771" y="421838"/>
                    </a:cubicBezTo>
                    <a:cubicBezTo>
                      <a:pt x="558696" y="409988"/>
                      <a:pt x="563787" y="397637"/>
                      <a:pt x="568126" y="384953"/>
                    </a:cubicBezTo>
                    <a:cubicBezTo>
                      <a:pt x="578056" y="355663"/>
                      <a:pt x="583481" y="324285"/>
                      <a:pt x="583481" y="291573"/>
                    </a:cubicBezTo>
                    <a:cubicBezTo>
                      <a:pt x="583481" y="258861"/>
                      <a:pt x="578056" y="227567"/>
                      <a:pt x="568126" y="1982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20"/>
              <p:cNvSpPr/>
              <p:nvPr/>
            </p:nvSpPr>
            <p:spPr>
              <a:xfrm>
                <a:off x="8006977" y="4619918"/>
                <a:ext cx="364258" cy="364195"/>
              </a:xfrm>
              <a:custGeom>
                <a:rect b="b" l="l" r="r" t="t"/>
                <a:pathLst>
                  <a:path extrusionOk="0" h="485593" w="485677">
                    <a:moveTo>
                      <a:pt x="242839" y="0"/>
                    </a:moveTo>
                    <a:cubicBezTo>
                      <a:pt x="376692" y="0"/>
                      <a:pt x="485678" y="108902"/>
                      <a:pt x="485678" y="242755"/>
                    </a:cubicBezTo>
                    <a:cubicBezTo>
                      <a:pt x="485678" y="376609"/>
                      <a:pt x="376776" y="485594"/>
                      <a:pt x="242839" y="485594"/>
                    </a:cubicBezTo>
                    <a:cubicBezTo>
                      <a:pt x="108902" y="485594"/>
                      <a:pt x="0" y="376692"/>
                      <a:pt x="0" y="242755"/>
                    </a:cubicBezTo>
                    <a:cubicBezTo>
                      <a:pt x="0" y="108818"/>
                      <a:pt x="108902" y="0"/>
                      <a:pt x="242839" y="0"/>
                    </a:cubicBezTo>
                    <a:close/>
                    <a:moveTo>
                      <a:pt x="242839" y="470990"/>
                    </a:moveTo>
                    <a:cubicBezTo>
                      <a:pt x="368681" y="470990"/>
                      <a:pt x="471074" y="368597"/>
                      <a:pt x="471074" y="242755"/>
                    </a:cubicBezTo>
                    <a:cubicBezTo>
                      <a:pt x="471074" y="116913"/>
                      <a:pt x="368681" y="14520"/>
                      <a:pt x="242839" y="14520"/>
                    </a:cubicBezTo>
                    <a:cubicBezTo>
                      <a:pt x="116997" y="14520"/>
                      <a:pt x="14604" y="116913"/>
                      <a:pt x="14604" y="242755"/>
                    </a:cubicBezTo>
                    <a:cubicBezTo>
                      <a:pt x="14604" y="368597"/>
                      <a:pt x="116997" y="470990"/>
                      <a:pt x="242839" y="47099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20"/>
              <p:cNvSpPr/>
              <p:nvPr/>
            </p:nvSpPr>
            <p:spPr>
              <a:xfrm>
                <a:off x="8125392" y="4683820"/>
                <a:ext cx="127364" cy="252476"/>
              </a:xfrm>
              <a:custGeom>
                <a:rect b="b" l="l" r="r" t="t"/>
                <a:pathLst>
                  <a:path extrusionOk="0" h="336635" w="169819">
                    <a:moveTo>
                      <a:pt x="66593" y="336636"/>
                    </a:moveTo>
                    <a:lnTo>
                      <a:pt x="66593" y="296747"/>
                    </a:lnTo>
                    <a:cubicBezTo>
                      <a:pt x="40723" y="295912"/>
                      <a:pt x="14771" y="288569"/>
                      <a:pt x="0" y="278638"/>
                    </a:cubicBezTo>
                    <a:lnTo>
                      <a:pt x="11098" y="239918"/>
                    </a:lnTo>
                    <a:cubicBezTo>
                      <a:pt x="27121" y="249431"/>
                      <a:pt x="50153" y="258026"/>
                      <a:pt x="75272" y="258026"/>
                    </a:cubicBezTo>
                    <a:cubicBezTo>
                      <a:pt x="100390" y="258026"/>
                      <a:pt x="118916" y="245258"/>
                      <a:pt x="118916" y="225481"/>
                    </a:cubicBezTo>
                    <a:cubicBezTo>
                      <a:pt x="118916" y="206955"/>
                      <a:pt x="104479" y="195022"/>
                      <a:pt x="74103" y="183923"/>
                    </a:cubicBezTo>
                    <a:cubicBezTo>
                      <a:pt x="30876" y="168234"/>
                      <a:pt x="2921" y="148540"/>
                      <a:pt x="2921" y="110237"/>
                    </a:cubicBezTo>
                    <a:cubicBezTo>
                      <a:pt x="2921" y="74854"/>
                      <a:pt x="27622" y="47733"/>
                      <a:pt x="69180" y="40306"/>
                    </a:cubicBezTo>
                    <a:lnTo>
                      <a:pt x="69180" y="0"/>
                    </a:lnTo>
                    <a:lnTo>
                      <a:pt x="102893" y="0"/>
                    </a:lnTo>
                    <a:lnTo>
                      <a:pt x="102893" y="38303"/>
                    </a:lnTo>
                    <a:cubicBezTo>
                      <a:pt x="128846" y="39138"/>
                      <a:pt x="146538" y="45313"/>
                      <a:pt x="159639" y="51905"/>
                    </a:cubicBezTo>
                    <a:lnTo>
                      <a:pt x="148457" y="89791"/>
                    </a:lnTo>
                    <a:cubicBezTo>
                      <a:pt x="138610" y="85285"/>
                      <a:pt x="120501" y="75772"/>
                      <a:pt x="92545" y="75772"/>
                    </a:cubicBezTo>
                    <a:cubicBezTo>
                      <a:pt x="64590" y="75772"/>
                      <a:pt x="53408" y="90543"/>
                      <a:pt x="53408" y="104562"/>
                    </a:cubicBezTo>
                    <a:cubicBezTo>
                      <a:pt x="53408" y="121419"/>
                      <a:pt x="68262" y="130933"/>
                      <a:pt x="103144" y="144869"/>
                    </a:cubicBezTo>
                    <a:cubicBezTo>
                      <a:pt x="149292" y="162143"/>
                      <a:pt x="169820" y="184340"/>
                      <a:pt x="169820" y="220975"/>
                    </a:cubicBezTo>
                    <a:cubicBezTo>
                      <a:pt x="169820" y="257609"/>
                      <a:pt x="145536" y="286817"/>
                      <a:pt x="100307" y="294243"/>
                    </a:cubicBezTo>
                    <a:lnTo>
                      <a:pt x="100307" y="336636"/>
                    </a:lnTo>
                    <a:lnTo>
                      <a:pt x="66509" y="3366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1" name="Google Shape;391;p20"/>
          <p:cNvGrpSpPr/>
          <p:nvPr/>
        </p:nvGrpSpPr>
        <p:grpSpPr>
          <a:xfrm>
            <a:off x="3899780" y="3936838"/>
            <a:ext cx="422740" cy="426109"/>
            <a:chOff x="9401425" y="2038350"/>
            <a:chExt cx="377986" cy="380999"/>
          </a:xfrm>
        </p:grpSpPr>
        <p:grpSp>
          <p:nvGrpSpPr>
            <p:cNvPr id="392" name="Google Shape;392;p20"/>
            <p:cNvGrpSpPr/>
            <p:nvPr/>
          </p:nvGrpSpPr>
          <p:grpSpPr>
            <a:xfrm>
              <a:off x="9401425" y="2038350"/>
              <a:ext cx="377986" cy="380999"/>
              <a:chOff x="9401425" y="2038350"/>
              <a:chExt cx="377986" cy="380999"/>
            </a:xfrm>
          </p:grpSpPr>
          <p:sp>
            <p:nvSpPr>
              <p:cNvPr id="393" name="Google Shape;393;p20"/>
              <p:cNvSpPr/>
              <p:nvPr/>
            </p:nvSpPr>
            <p:spPr>
              <a:xfrm>
                <a:off x="9467468" y="2107596"/>
                <a:ext cx="311943" cy="311753"/>
              </a:xfrm>
              <a:custGeom>
                <a:rect b="b" l="l" r="r" t="t"/>
                <a:pathLst>
                  <a:path extrusionOk="0" h="311753" w="311943">
                    <a:moveTo>
                      <a:pt x="276130" y="95"/>
                    </a:moveTo>
                    <a:lnTo>
                      <a:pt x="224980" y="95"/>
                    </a:lnTo>
                    <a:cubicBezTo>
                      <a:pt x="221932" y="95"/>
                      <a:pt x="219360" y="2572"/>
                      <a:pt x="219360" y="5715"/>
                    </a:cubicBezTo>
                    <a:cubicBezTo>
                      <a:pt x="219360" y="8858"/>
                      <a:pt x="221837" y="11335"/>
                      <a:pt x="224980" y="11335"/>
                    </a:cubicBezTo>
                    <a:lnTo>
                      <a:pt x="276130" y="11335"/>
                    </a:lnTo>
                    <a:cubicBezTo>
                      <a:pt x="289750" y="11335"/>
                      <a:pt x="300894" y="22479"/>
                      <a:pt x="300894" y="36100"/>
                    </a:cubicBezTo>
                    <a:lnTo>
                      <a:pt x="300894" y="150400"/>
                    </a:lnTo>
                    <a:lnTo>
                      <a:pt x="258699" y="150400"/>
                    </a:lnTo>
                    <a:cubicBezTo>
                      <a:pt x="256698" y="150400"/>
                      <a:pt x="254794" y="151448"/>
                      <a:pt x="253841" y="153257"/>
                    </a:cubicBezTo>
                    <a:cubicBezTo>
                      <a:pt x="252889" y="154972"/>
                      <a:pt x="252889" y="157163"/>
                      <a:pt x="253841" y="158877"/>
                    </a:cubicBezTo>
                    <a:cubicBezTo>
                      <a:pt x="256032" y="162592"/>
                      <a:pt x="257175" y="166878"/>
                      <a:pt x="257175" y="171164"/>
                    </a:cubicBezTo>
                    <a:cubicBezTo>
                      <a:pt x="257175" y="184404"/>
                      <a:pt x="246412" y="195263"/>
                      <a:pt x="233076" y="195263"/>
                    </a:cubicBezTo>
                    <a:cubicBezTo>
                      <a:pt x="219742" y="195263"/>
                      <a:pt x="208979" y="184499"/>
                      <a:pt x="208979" y="171164"/>
                    </a:cubicBezTo>
                    <a:cubicBezTo>
                      <a:pt x="208979" y="166783"/>
                      <a:pt x="210121" y="162592"/>
                      <a:pt x="212312" y="158877"/>
                    </a:cubicBezTo>
                    <a:cubicBezTo>
                      <a:pt x="213360" y="157163"/>
                      <a:pt x="213360" y="154972"/>
                      <a:pt x="212312" y="153257"/>
                    </a:cubicBezTo>
                    <a:cubicBezTo>
                      <a:pt x="211360" y="151543"/>
                      <a:pt x="209455" y="150400"/>
                      <a:pt x="207454" y="150400"/>
                    </a:cubicBezTo>
                    <a:lnTo>
                      <a:pt x="161544" y="150400"/>
                    </a:lnTo>
                    <a:lnTo>
                      <a:pt x="161544" y="112966"/>
                    </a:lnTo>
                    <a:cubicBezTo>
                      <a:pt x="165449" y="114110"/>
                      <a:pt x="169545" y="114491"/>
                      <a:pt x="173641" y="114205"/>
                    </a:cubicBezTo>
                    <a:cubicBezTo>
                      <a:pt x="191071" y="112966"/>
                      <a:pt x="205073" y="98965"/>
                      <a:pt x="206311" y="81534"/>
                    </a:cubicBezTo>
                    <a:cubicBezTo>
                      <a:pt x="206978" y="71628"/>
                      <a:pt x="203645" y="62198"/>
                      <a:pt x="196882" y="54959"/>
                    </a:cubicBezTo>
                    <a:cubicBezTo>
                      <a:pt x="190214" y="47816"/>
                      <a:pt x="180880" y="43720"/>
                      <a:pt x="171069" y="43720"/>
                    </a:cubicBezTo>
                    <a:cubicBezTo>
                      <a:pt x="167830" y="43720"/>
                      <a:pt x="164592" y="44196"/>
                      <a:pt x="161448" y="45053"/>
                    </a:cubicBezTo>
                    <a:lnTo>
                      <a:pt x="161448" y="11239"/>
                    </a:lnTo>
                    <a:lnTo>
                      <a:pt x="199834" y="11239"/>
                    </a:lnTo>
                    <a:cubicBezTo>
                      <a:pt x="202882" y="11239"/>
                      <a:pt x="205454" y="8763"/>
                      <a:pt x="205454" y="5620"/>
                    </a:cubicBezTo>
                    <a:cubicBezTo>
                      <a:pt x="205454" y="2477"/>
                      <a:pt x="202978" y="0"/>
                      <a:pt x="199834" y="0"/>
                    </a:cubicBezTo>
                    <a:lnTo>
                      <a:pt x="160020" y="0"/>
                    </a:lnTo>
                    <a:cubicBezTo>
                      <a:pt x="154591" y="0"/>
                      <a:pt x="150209" y="4382"/>
                      <a:pt x="150209" y="9811"/>
                    </a:cubicBezTo>
                    <a:lnTo>
                      <a:pt x="150209" y="46768"/>
                    </a:lnTo>
                    <a:cubicBezTo>
                      <a:pt x="150209" y="49911"/>
                      <a:pt x="151733" y="52864"/>
                      <a:pt x="154305" y="54769"/>
                    </a:cubicBezTo>
                    <a:cubicBezTo>
                      <a:pt x="156876" y="56579"/>
                      <a:pt x="160211" y="57055"/>
                      <a:pt x="163163" y="56102"/>
                    </a:cubicBezTo>
                    <a:cubicBezTo>
                      <a:pt x="165639" y="55245"/>
                      <a:pt x="168307" y="54864"/>
                      <a:pt x="170973" y="54864"/>
                    </a:cubicBezTo>
                    <a:cubicBezTo>
                      <a:pt x="177736" y="54864"/>
                      <a:pt x="184023" y="57626"/>
                      <a:pt x="188595" y="62484"/>
                    </a:cubicBezTo>
                    <a:cubicBezTo>
                      <a:pt x="193167" y="67437"/>
                      <a:pt x="195453" y="73819"/>
                      <a:pt x="194976" y="80677"/>
                    </a:cubicBezTo>
                    <a:cubicBezTo>
                      <a:pt x="194120" y="92583"/>
                      <a:pt x="184595" y="102108"/>
                      <a:pt x="172688" y="102965"/>
                    </a:cubicBezTo>
                    <a:cubicBezTo>
                      <a:pt x="169450" y="103156"/>
                      <a:pt x="166211" y="102775"/>
                      <a:pt x="163163" y="101727"/>
                    </a:cubicBezTo>
                    <a:cubicBezTo>
                      <a:pt x="160211" y="100679"/>
                      <a:pt x="156876" y="101155"/>
                      <a:pt x="154305" y="103061"/>
                    </a:cubicBezTo>
                    <a:cubicBezTo>
                      <a:pt x="151733" y="104870"/>
                      <a:pt x="150209" y="107918"/>
                      <a:pt x="150209" y="111062"/>
                    </a:cubicBezTo>
                    <a:lnTo>
                      <a:pt x="150209" y="150400"/>
                    </a:lnTo>
                    <a:lnTo>
                      <a:pt x="112776" y="150400"/>
                    </a:lnTo>
                    <a:cubicBezTo>
                      <a:pt x="113633" y="147257"/>
                      <a:pt x="114109" y="144113"/>
                      <a:pt x="114109" y="140780"/>
                    </a:cubicBezTo>
                    <a:cubicBezTo>
                      <a:pt x="114109" y="121349"/>
                      <a:pt x="98298" y="105537"/>
                      <a:pt x="78867" y="105537"/>
                    </a:cubicBezTo>
                    <a:cubicBezTo>
                      <a:pt x="59436" y="105537"/>
                      <a:pt x="43624" y="121349"/>
                      <a:pt x="43624" y="140780"/>
                    </a:cubicBezTo>
                    <a:cubicBezTo>
                      <a:pt x="43624" y="144018"/>
                      <a:pt x="44101" y="147257"/>
                      <a:pt x="44958" y="150400"/>
                    </a:cubicBezTo>
                    <a:lnTo>
                      <a:pt x="9715" y="150400"/>
                    </a:lnTo>
                    <a:cubicBezTo>
                      <a:pt x="4381" y="150400"/>
                      <a:pt x="0" y="154781"/>
                      <a:pt x="0" y="160115"/>
                    </a:cubicBezTo>
                    <a:lnTo>
                      <a:pt x="0" y="208407"/>
                    </a:lnTo>
                    <a:cubicBezTo>
                      <a:pt x="0" y="211455"/>
                      <a:pt x="2476" y="214027"/>
                      <a:pt x="5619" y="214027"/>
                    </a:cubicBezTo>
                    <a:cubicBezTo>
                      <a:pt x="8763" y="214027"/>
                      <a:pt x="11239" y="211550"/>
                      <a:pt x="11239" y="208407"/>
                    </a:cubicBezTo>
                    <a:lnTo>
                      <a:pt x="11239" y="161544"/>
                    </a:lnTo>
                    <a:lnTo>
                      <a:pt x="53435" y="161544"/>
                    </a:lnTo>
                    <a:cubicBezTo>
                      <a:pt x="55436" y="161544"/>
                      <a:pt x="57340" y="160496"/>
                      <a:pt x="58293" y="158687"/>
                    </a:cubicBezTo>
                    <a:cubicBezTo>
                      <a:pt x="59245" y="156972"/>
                      <a:pt x="59245" y="154781"/>
                      <a:pt x="58293" y="153067"/>
                    </a:cubicBezTo>
                    <a:cubicBezTo>
                      <a:pt x="56102" y="149352"/>
                      <a:pt x="54959" y="145066"/>
                      <a:pt x="54959" y="140780"/>
                    </a:cubicBezTo>
                    <a:cubicBezTo>
                      <a:pt x="54959" y="127540"/>
                      <a:pt x="65722" y="116681"/>
                      <a:pt x="79057" y="116681"/>
                    </a:cubicBezTo>
                    <a:cubicBezTo>
                      <a:pt x="92392" y="116681"/>
                      <a:pt x="103155" y="127445"/>
                      <a:pt x="103155" y="140780"/>
                    </a:cubicBezTo>
                    <a:cubicBezTo>
                      <a:pt x="103155" y="145161"/>
                      <a:pt x="102012" y="149352"/>
                      <a:pt x="99822" y="153067"/>
                    </a:cubicBezTo>
                    <a:cubicBezTo>
                      <a:pt x="98774" y="154781"/>
                      <a:pt x="98774" y="156972"/>
                      <a:pt x="99822" y="158687"/>
                    </a:cubicBezTo>
                    <a:cubicBezTo>
                      <a:pt x="100774" y="160401"/>
                      <a:pt x="102679" y="161544"/>
                      <a:pt x="104680" y="161544"/>
                    </a:cubicBezTo>
                    <a:lnTo>
                      <a:pt x="150590" y="161544"/>
                    </a:lnTo>
                    <a:lnTo>
                      <a:pt x="150590" y="198977"/>
                    </a:lnTo>
                    <a:cubicBezTo>
                      <a:pt x="147447" y="198120"/>
                      <a:pt x="144303" y="197644"/>
                      <a:pt x="140970" y="197644"/>
                    </a:cubicBezTo>
                    <a:cubicBezTo>
                      <a:pt x="121539" y="197644"/>
                      <a:pt x="105727" y="213455"/>
                      <a:pt x="105727" y="232886"/>
                    </a:cubicBezTo>
                    <a:cubicBezTo>
                      <a:pt x="105727" y="252317"/>
                      <a:pt x="121539" y="268129"/>
                      <a:pt x="140970" y="268129"/>
                    </a:cubicBezTo>
                    <a:cubicBezTo>
                      <a:pt x="144208" y="268129"/>
                      <a:pt x="147447" y="267653"/>
                      <a:pt x="150590" y="266795"/>
                    </a:cubicBezTo>
                    <a:lnTo>
                      <a:pt x="150590" y="300609"/>
                    </a:lnTo>
                    <a:lnTo>
                      <a:pt x="36290" y="300609"/>
                    </a:lnTo>
                    <a:cubicBezTo>
                      <a:pt x="22670" y="300609"/>
                      <a:pt x="11525" y="289465"/>
                      <a:pt x="11525" y="275844"/>
                    </a:cubicBezTo>
                    <a:lnTo>
                      <a:pt x="11525" y="233172"/>
                    </a:lnTo>
                    <a:cubicBezTo>
                      <a:pt x="11525" y="230124"/>
                      <a:pt x="9048" y="227552"/>
                      <a:pt x="5905" y="227552"/>
                    </a:cubicBezTo>
                    <a:cubicBezTo>
                      <a:pt x="2762" y="227552"/>
                      <a:pt x="285" y="230029"/>
                      <a:pt x="285" y="233172"/>
                    </a:cubicBezTo>
                    <a:lnTo>
                      <a:pt x="285" y="275844"/>
                    </a:lnTo>
                    <a:cubicBezTo>
                      <a:pt x="285" y="295656"/>
                      <a:pt x="16383" y="311753"/>
                      <a:pt x="36195" y="311753"/>
                    </a:cubicBezTo>
                    <a:lnTo>
                      <a:pt x="276034" y="311753"/>
                    </a:lnTo>
                    <a:cubicBezTo>
                      <a:pt x="295846" y="311753"/>
                      <a:pt x="311944" y="295656"/>
                      <a:pt x="311944" y="275844"/>
                    </a:cubicBezTo>
                    <a:lnTo>
                      <a:pt x="311944" y="36005"/>
                    </a:lnTo>
                    <a:cubicBezTo>
                      <a:pt x="311944" y="16193"/>
                      <a:pt x="295846" y="95"/>
                      <a:pt x="276034" y="95"/>
                    </a:cubicBezTo>
                    <a:lnTo>
                      <a:pt x="276034" y="95"/>
                    </a:lnTo>
                    <a:close/>
                    <a:moveTo>
                      <a:pt x="276130" y="300609"/>
                    </a:moveTo>
                    <a:lnTo>
                      <a:pt x="161830" y="300609"/>
                    </a:lnTo>
                    <a:lnTo>
                      <a:pt x="161830" y="258413"/>
                    </a:lnTo>
                    <a:cubicBezTo>
                      <a:pt x="161830" y="256413"/>
                      <a:pt x="160782" y="254508"/>
                      <a:pt x="158972" y="253556"/>
                    </a:cubicBezTo>
                    <a:cubicBezTo>
                      <a:pt x="157257" y="252603"/>
                      <a:pt x="155067" y="252603"/>
                      <a:pt x="153352" y="253556"/>
                    </a:cubicBezTo>
                    <a:cubicBezTo>
                      <a:pt x="149637" y="255746"/>
                      <a:pt x="145351" y="256889"/>
                      <a:pt x="141065" y="256889"/>
                    </a:cubicBezTo>
                    <a:cubicBezTo>
                      <a:pt x="127825" y="256889"/>
                      <a:pt x="116967" y="246126"/>
                      <a:pt x="116967" y="232791"/>
                    </a:cubicBezTo>
                    <a:cubicBezTo>
                      <a:pt x="116967" y="219456"/>
                      <a:pt x="127730" y="208693"/>
                      <a:pt x="141065" y="208693"/>
                    </a:cubicBezTo>
                    <a:cubicBezTo>
                      <a:pt x="145446" y="208693"/>
                      <a:pt x="149637" y="209836"/>
                      <a:pt x="153352" y="212027"/>
                    </a:cubicBezTo>
                    <a:cubicBezTo>
                      <a:pt x="155067" y="213074"/>
                      <a:pt x="157257" y="213074"/>
                      <a:pt x="158972" y="212027"/>
                    </a:cubicBezTo>
                    <a:cubicBezTo>
                      <a:pt x="160687" y="211074"/>
                      <a:pt x="161830" y="209169"/>
                      <a:pt x="161830" y="207169"/>
                    </a:cubicBezTo>
                    <a:lnTo>
                      <a:pt x="161830" y="161258"/>
                    </a:lnTo>
                    <a:lnTo>
                      <a:pt x="199263" y="161258"/>
                    </a:lnTo>
                    <a:cubicBezTo>
                      <a:pt x="198405" y="164402"/>
                      <a:pt x="197929" y="167545"/>
                      <a:pt x="197929" y="170878"/>
                    </a:cubicBezTo>
                    <a:cubicBezTo>
                      <a:pt x="197929" y="190310"/>
                      <a:pt x="213741" y="206121"/>
                      <a:pt x="233172" y="206121"/>
                    </a:cubicBezTo>
                    <a:cubicBezTo>
                      <a:pt x="252603" y="206121"/>
                      <a:pt x="268414" y="190310"/>
                      <a:pt x="268414" y="170878"/>
                    </a:cubicBezTo>
                    <a:cubicBezTo>
                      <a:pt x="268414" y="167640"/>
                      <a:pt x="267938" y="164402"/>
                      <a:pt x="267081" y="161258"/>
                    </a:cubicBezTo>
                    <a:lnTo>
                      <a:pt x="300894" y="161258"/>
                    </a:lnTo>
                    <a:lnTo>
                      <a:pt x="300894" y="275558"/>
                    </a:lnTo>
                    <a:cubicBezTo>
                      <a:pt x="300894" y="289179"/>
                      <a:pt x="289750" y="300323"/>
                      <a:pt x="276130" y="300323"/>
                    </a:cubicBezTo>
                    <a:lnTo>
                      <a:pt x="276130" y="3003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20"/>
              <p:cNvSpPr/>
              <p:nvPr/>
            </p:nvSpPr>
            <p:spPr>
              <a:xfrm>
                <a:off x="9401425" y="2038350"/>
                <a:ext cx="211758" cy="207930"/>
              </a:xfrm>
              <a:custGeom>
                <a:rect b="b" l="l" r="r" t="t"/>
                <a:pathLst>
                  <a:path extrusionOk="0" h="207930" w="211758">
                    <a:moveTo>
                      <a:pt x="104238" y="184404"/>
                    </a:moveTo>
                    <a:cubicBezTo>
                      <a:pt x="104810" y="181261"/>
                      <a:pt x="103857" y="178118"/>
                      <a:pt x="101667" y="175831"/>
                    </a:cubicBezTo>
                    <a:cubicBezTo>
                      <a:pt x="99857" y="173927"/>
                      <a:pt x="98332" y="171736"/>
                      <a:pt x="97189" y="169355"/>
                    </a:cubicBezTo>
                    <a:cubicBezTo>
                      <a:pt x="94427" y="163354"/>
                      <a:pt x="94141" y="156686"/>
                      <a:pt x="96523" y="150495"/>
                    </a:cubicBezTo>
                    <a:cubicBezTo>
                      <a:pt x="98904" y="144304"/>
                      <a:pt x="103572" y="139541"/>
                      <a:pt x="109763" y="136970"/>
                    </a:cubicBezTo>
                    <a:cubicBezTo>
                      <a:pt x="121383" y="132112"/>
                      <a:pt x="134909" y="137065"/>
                      <a:pt x="140529" y="148304"/>
                    </a:cubicBezTo>
                    <a:cubicBezTo>
                      <a:pt x="141862" y="150876"/>
                      <a:pt x="142719" y="153734"/>
                      <a:pt x="143005" y="156591"/>
                    </a:cubicBezTo>
                    <a:cubicBezTo>
                      <a:pt x="143386" y="159734"/>
                      <a:pt x="145196" y="162592"/>
                      <a:pt x="147958" y="164116"/>
                    </a:cubicBezTo>
                    <a:cubicBezTo>
                      <a:pt x="150720" y="165640"/>
                      <a:pt x="154054" y="165830"/>
                      <a:pt x="156911" y="164497"/>
                    </a:cubicBezTo>
                    <a:lnTo>
                      <a:pt x="193773" y="147352"/>
                    </a:lnTo>
                    <a:cubicBezTo>
                      <a:pt x="198726" y="145066"/>
                      <a:pt x="200822" y="139256"/>
                      <a:pt x="198536" y="134303"/>
                    </a:cubicBezTo>
                    <a:lnTo>
                      <a:pt x="182153" y="99155"/>
                    </a:lnTo>
                    <a:cubicBezTo>
                      <a:pt x="185677" y="98584"/>
                      <a:pt x="189201" y="97441"/>
                      <a:pt x="192439" y="95822"/>
                    </a:cubicBezTo>
                    <a:cubicBezTo>
                      <a:pt x="208918" y="87535"/>
                      <a:pt x="216157" y="67723"/>
                      <a:pt x="209013" y="50673"/>
                    </a:cubicBezTo>
                    <a:cubicBezTo>
                      <a:pt x="205203" y="41720"/>
                      <a:pt x="198250" y="34957"/>
                      <a:pt x="189201" y="31433"/>
                    </a:cubicBezTo>
                    <a:cubicBezTo>
                      <a:pt x="180152" y="28004"/>
                      <a:pt x="170437" y="28289"/>
                      <a:pt x="161674" y="32385"/>
                    </a:cubicBezTo>
                    <a:cubicBezTo>
                      <a:pt x="158721" y="33719"/>
                      <a:pt x="155959" y="35528"/>
                      <a:pt x="153578" y="37624"/>
                    </a:cubicBezTo>
                    <a:lnTo>
                      <a:pt x="138719" y="5810"/>
                    </a:lnTo>
                    <a:cubicBezTo>
                      <a:pt x="136432" y="953"/>
                      <a:pt x="130622" y="-1238"/>
                      <a:pt x="125669" y="1048"/>
                    </a:cubicBezTo>
                    <a:lnTo>
                      <a:pt x="103286" y="11525"/>
                    </a:lnTo>
                    <a:cubicBezTo>
                      <a:pt x="94713" y="4286"/>
                      <a:pt x="83855" y="0"/>
                      <a:pt x="72044" y="0"/>
                    </a:cubicBezTo>
                    <a:cubicBezTo>
                      <a:pt x="45469" y="0"/>
                      <a:pt x="23847" y="21622"/>
                      <a:pt x="23847" y="48197"/>
                    </a:cubicBezTo>
                    <a:cubicBezTo>
                      <a:pt x="23847" y="48197"/>
                      <a:pt x="23847" y="48197"/>
                      <a:pt x="23847" y="48292"/>
                    </a:cubicBezTo>
                    <a:lnTo>
                      <a:pt x="20704" y="49720"/>
                    </a:lnTo>
                    <a:cubicBezTo>
                      <a:pt x="2797" y="58103"/>
                      <a:pt x="-5014" y="79534"/>
                      <a:pt x="3368" y="97441"/>
                    </a:cubicBezTo>
                    <a:lnTo>
                      <a:pt x="52232" y="202311"/>
                    </a:lnTo>
                    <a:cubicBezTo>
                      <a:pt x="53851" y="205835"/>
                      <a:pt x="57470" y="207931"/>
                      <a:pt x="61185" y="207931"/>
                    </a:cubicBezTo>
                    <a:cubicBezTo>
                      <a:pt x="62614" y="207931"/>
                      <a:pt x="63947" y="207645"/>
                      <a:pt x="65281" y="206978"/>
                    </a:cubicBezTo>
                    <a:lnTo>
                      <a:pt x="98809" y="191357"/>
                    </a:lnTo>
                    <a:cubicBezTo>
                      <a:pt x="101667" y="190024"/>
                      <a:pt x="103762" y="187357"/>
                      <a:pt x="104333" y="184309"/>
                    </a:cubicBezTo>
                    <a:lnTo>
                      <a:pt x="104333" y="184309"/>
                    </a:lnTo>
                    <a:close/>
                    <a:moveTo>
                      <a:pt x="86141" y="146399"/>
                    </a:moveTo>
                    <a:cubicBezTo>
                      <a:pt x="82617" y="155448"/>
                      <a:pt x="82997" y="165259"/>
                      <a:pt x="87093" y="174022"/>
                    </a:cubicBezTo>
                    <a:cubicBezTo>
                      <a:pt x="88427" y="176975"/>
                      <a:pt x="90236" y="179737"/>
                      <a:pt x="92332" y="182118"/>
                    </a:cubicBezTo>
                    <a:lnTo>
                      <a:pt x="61757" y="196406"/>
                    </a:lnTo>
                    <a:lnTo>
                      <a:pt x="13465" y="92774"/>
                    </a:lnTo>
                    <a:cubicBezTo>
                      <a:pt x="7750" y="80391"/>
                      <a:pt x="13084" y="65723"/>
                      <a:pt x="25371" y="59912"/>
                    </a:cubicBezTo>
                    <a:cubicBezTo>
                      <a:pt x="30610" y="80867"/>
                      <a:pt x="49564" y="96393"/>
                      <a:pt x="72139" y="96393"/>
                    </a:cubicBezTo>
                    <a:cubicBezTo>
                      <a:pt x="80425" y="96393"/>
                      <a:pt x="88713" y="94202"/>
                      <a:pt x="95951" y="90107"/>
                    </a:cubicBezTo>
                    <a:cubicBezTo>
                      <a:pt x="98618" y="88583"/>
                      <a:pt x="99571" y="85153"/>
                      <a:pt x="98047" y="82487"/>
                    </a:cubicBezTo>
                    <a:cubicBezTo>
                      <a:pt x="96523" y="79820"/>
                      <a:pt x="93094" y="78867"/>
                      <a:pt x="90427" y="80391"/>
                    </a:cubicBezTo>
                    <a:cubicBezTo>
                      <a:pt x="84902" y="83534"/>
                      <a:pt x="78521" y="85249"/>
                      <a:pt x="72139" y="85249"/>
                    </a:cubicBezTo>
                    <a:cubicBezTo>
                      <a:pt x="51660" y="85249"/>
                      <a:pt x="35087" y="68580"/>
                      <a:pt x="35087" y="48197"/>
                    </a:cubicBezTo>
                    <a:cubicBezTo>
                      <a:pt x="35087" y="27813"/>
                      <a:pt x="51756" y="11144"/>
                      <a:pt x="72139" y="11144"/>
                    </a:cubicBezTo>
                    <a:cubicBezTo>
                      <a:pt x="92522" y="11144"/>
                      <a:pt x="109191" y="27813"/>
                      <a:pt x="109191" y="48197"/>
                    </a:cubicBezTo>
                    <a:cubicBezTo>
                      <a:pt x="109191" y="54007"/>
                      <a:pt x="107857" y="59627"/>
                      <a:pt x="105286" y="64770"/>
                    </a:cubicBezTo>
                    <a:cubicBezTo>
                      <a:pt x="103857" y="67532"/>
                      <a:pt x="105000" y="70866"/>
                      <a:pt x="107763" y="72295"/>
                    </a:cubicBezTo>
                    <a:cubicBezTo>
                      <a:pt x="110525" y="73724"/>
                      <a:pt x="113858" y="72581"/>
                      <a:pt x="115287" y="69818"/>
                    </a:cubicBezTo>
                    <a:cubicBezTo>
                      <a:pt x="118716" y="63056"/>
                      <a:pt x="120431" y="55817"/>
                      <a:pt x="120431" y="48197"/>
                    </a:cubicBezTo>
                    <a:cubicBezTo>
                      <a:pt x="120431" y="37624"/>
                      <a:pt x="117002" y="27908"/>
                      <a:pt x="111287" y="19907"/>
                    </a:cubicBezTo>
                    <a:lnTo>
                      <a:pt x="129194" y="11525"/>
                    </a:lnTo>
                    <a:lnTo>
                      <a:pt x="147006" y="49816"/>
                    </a:lnTo>
                    <a:cubicBezTo>
                      <a:pt x="147863" y="51626"/>
                      <a:pt x="149577" y="52864"/>
                      <a:pt x="151577" y="53054"/>
                    </a:cubicBezTo>
                    <a:cubicBezTo>
                      <a:pt x="153578" y="53245"/>
                      <a:pt x="155482" y="52292"/>
                      <a:pt x="156625" y="50578"/>
                    </a:cubicBezTo>
                    <a:cubicBezTo>
                      <a:pt x="159007" y="47054"/>
                      <a:pt x="162436" y="44101"/>
                      <a:pt x="166341" y="42291"/>
                    </a:cubicBezTo>
                    <a:cubicBezTo>
                      <a:pt x="172342" y="39529"/>
                      <a:pt x="179010" y="39243"/>
                      <a:pt x="185200" y="41624"/>
                    </a:cubicBezTo>
                    <a:cubicBezTo>
                      <a:pt x="191392" y="44006"/>
                      <a:pt x="196154" y="48673"/>
                      <a:pt x="198726" y="54769"/>
                    </a:cubicBezTo>
                    <a:cubicBezTo>
                      <a:pt x="203584" y="66389"/>
                      <a:pt x="198726" y="79915"/>
                      <a:pt x="187392" y="85534"/>
                    </a:cubicBezTo>
                    <a:cubicBezTo>
                      <a:pt x="183296" y="87630"/>
                      <a:pt x="178629" y="88487"/>
                      <a:pt x="174056" y="88011"/>
                    </a:cubicBezTo>
                    <a:cubicBezTo>
                      <a:pt x="172056" y="87821"/>
                      <a:pt x="170151" y="88678"/>
                      <a:pt x="168913" y="90297"/>
                    </a:cubicBezTo>
                    <a:cubicBezTo>
                      <a:pt x="167770" y="91916"/>
                      <a:pt x="167579" y="94107"/>
                      <a:pt x="168437" y="95917"/>
                    </a:cubicBezTo>
                    <a:lnTo>
                      <a:pt x="187868" y="137541"/>
                    </a:lnTo>
                    <a:lnTo>
                      <a:pt x="153959" y="153353"/>
                    </a:lnTo>
                    <a:cubicBezTo>
                      <a:pt x="153387" y="149828"/>
                      <a:pt x="152244" y="146399"/>
                      <a:pt x="150625" y="143066"/>
                    </a:cubicBezTo>
                    <a:cubicBezTo>
                      <a:pt x="142338" y="126683"/>
                      <a:pt x="122526" y="119348"/>
                      <a:pt x="105572" y="126397"/>
                    </a:cubicBezTo>
                    <a:cubicBezTo>
                      <a:pt x="96618" y="130112"/>
                      <a:pt x="89760" y="137160"/>
                      <a:pt x="86236" y="146209"/>
                    </a:cubicBezTo>
                    <a:lnTo>
                      <a:pt x="86236" y="1462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5" name="Google Shape;395;p20"/>
            <p:cNvSpPr/>
            <p:nvPr/>
          </p:nvSpPr>
          <p:spPr>
            <a:xfrm>
              <a:off x="9455943" y="2056542"/>
              <a:ext cx="34956" cy="60102"/>
            </a:xfrm>
            <a:custGeom>
              <a:rect b="b" l="l" r="r" t="t"/>
              <a:pathLst>
                <a:path extrusionOk="0" h="60102" w="34956">
                  <a:moveTo>
                    <a:pt x="20288" y="24860"/>
                  </a:moveTo>
                  <a:lnTo>
                    <a:pt x="14764" y="24860"/>
                  </a:lnTo>
                  <a:cubicBezTo>
                    <a:pt x="12859" y="24860"/>
                    <a:pt x="11239" y="23241"/>
                    <a:pt x="11239" y="21336"/>
                  </a:cubicBezTo>
                  <a:cubicBezTo>
                    <a:pt x="11239" y="19431"/>
                    <a:pt x="12859" y="17812"/>
                    <a:pt x="14764" y="17812"/>
                  </a:cubicBezTo>
                  <a:lnTo>
                    <a:pt x="20288" y="17812"/>
                  </a:lnTo>
                  <a:cubicBezTo>
                    <a:pt x="21431" y="17812"/>
                    <a:pt x="22574" y="18383"/>
                    <a:pt x="23241" y="19336"/>
                  </a:cubicBezTo>
                  <a:cubicBezTo>
                    <a:pt x="24955" y="21908"/>
                    <a:pt x="28480" y="22574"/>
                    <a:pt x="30956" y="20860"/>
                  </a:cubicBezTo>
                  <a:cubicBezTo>
                    <a:pt x="33528" y="19145"/>
                    <a:pt x="34195" y="15621"/>
                    <a:pt x="32480" y="13145"/>
                  </a:cubicBezTo>
                  <a:cubicBezTo>
                    <a:pt x="30289" y="9906"/>
                    <a:pt x="26861" y="7715"/>
                    <a:pt x="23146" y="6953"/>
                  </a:cubicBezTo>
                  <a:lnTo>
                    <a:pt x="23146" y="5620"/>
                  </a:lnTo>
                  <a:cubicBezTo>
                    <a:pt x="23146" y="2572"/>
                    <a:pt x="20669" y="0"/>
                    <a:pt x="17526" y="0"/>
                  </a:cubicBezTo>
                  <a:cubicBezTo>
                    <a:pt x="14383" y="0"/>
                    <a:pt x="11906" y="2477"/>
                    <a:pt x="11906" y="5620"/>
                  </a:cubicBezTo>
                  <a:lnTo>
                    <a:pt x="11906" y="6953"/>
                  </a:lnTo>
                  <a:cubicBezTo>
                    <a:pt x="5143" y="8287"/>
                    <a:pt x="0" y="14192"/>
                    <a:pt x="0" y="21336"/>
                  </a:cubicBezTo>
                  <a:cubicBezTo>
                    <a:pt x="0" y="29432"/>
                    <a:pt x="6572" y="36005"/>
                    <a:pt x="14668" y="36005"/>
                  </a:cubicBezTo>
                  <a:lnTo>
                    <a:pt x="20193" y="36005"/>
                  </a:lnTo>
                  <a:cubicBezTo>
                    <a:pt x="22098" y="36005"/>
                    <a:pt x="23717" y="37624"/>
                    <a:pt x="23717" y="39529"/>
                  </a:cubicBezTo>
                  <a:cubicBezTo>
                    <a:pt x="23717" y="41434"/>
                    <a:pt x="22098" y="43053"/>
                    <a:pt x="20193" y="43053"/>
                  </a:cubicBezTo>
                  <a:lnTo>
                    <a:pt x="14668" y="43053"/>
                  </a:lnTo>
                  <a:cubicBezTo>
                    <a:pt x="13240" y="43053"/>
                    <a:pt x="12002" y="42196"/>
                    <a:pt x="11430" y="40862"/>
                  </a:cubicBezTo>
                  <a:cubicBezTo>
                    <a:pt x="10192" y="38005"/>
                    <a:pt x="6953" y="36671"/>
                    <a:pt x="4096" y="37910"/>
                  </a:cubicBezTo>
                  <a:cubicBezTo>
                    <a:pt x="1238" y="39148"/>
                    <a:pt x="-95" y="42386"/>
                    <a:pt x="1143" y="45244"/>
                  </a:cubicBezTo>
                  <a:cubicBezTo>
                    <a:pt x="3048" y="49816"/>
                    <a:pt x="7144" y="53054"/>
                    <a:pt x="11811" y="53912"/>
                  </a:cubicBezTo>
                  <a:lnTo>
                    <a:pt x="11811" y="54483"/>
                  </a:lnTo>
                  <a:cubicBezTo>
                    <a:pt x="11811" y="57531"/>
                    <a:pt x="14288" y="60103"/>
                    <a:pt x="17431" y="60103"/>
                  </a:cubicBezTo>
                  <a:cubicBezTo>
                    <a:pt x="20574" y="60103"/>
                    <a:pt x="23050" y="57626"/>
                    <a:pt x="23050" y="54483"/>
                  </a:cubicBezTo>
                  <a:lnTo>
                    <a:pt x="23050" y="53912"/>
                  </a:lnTo>
                  <a:cubicBezTo>
                    <a:pt x="29813" y="52578"/>
                    <a:pt x="34957" y="46673"/>
                    <a:pt x="34957" y="39529"/>
                  </a:cubicBezTo>
                  <a:cubicBezTo>
                    <a:pt x="34957" y="31433"/>
                    <a:pt x="28384" y="24860"/>
                    <a:pt x="20288" y="24860"/>
                  </a:cubicBezTo>
                  <a:lnTo>
                    <a:pt x="20288" y="248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1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" y="1036505"/>
            <a:ext cx="5488442" cy="2472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Stock Market Infographics</a:t>
            </a:r>
            <a:endParaRPr/>
          </a:p>
        </p:txBody>
      </p:sp>
      <p:sp>
        <p:nvSpPr>
          <p:cNvPr id="402" name="Google Shape;402;p21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21"/>
          <p:cNvSpPr txBox="1"/>
          <p:nvPr/>
        </p:nvSpPr>
        <p:spPr>
          <a:xfrm>
            <a:off x="1375192" y="3875582"/>
            <a:ext cx="193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>
            <a:off x="1375192" y="3619718"/>
            <a:ext cx="1932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05" name="Google Shape;405;p21"/>
          <p:cNvSpPr txBox="1"/>
          <p:nvPr/>
        </p:nvSpPr>
        <p:spPr>
          <a:xfrm>
            <a:off x="3459900" y="3619700"/>
            <a:ext cx="2607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 the link in the graph to modify its data and then paste the new one here. </a:t>
            </a:r>
            <a:r>
              <a:rPr lang="en" sz="1000" u="sng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click here</a:t>
            </a:r>
            <a:endParaRPr sz="1000" u="sng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609592" y="3737750"/>
            <a:ext cx="613200" cy="61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07" name="Google Shape;407;p21"/>
          <p:cNvGrpSpPr/>
          <p:nvPr/>
        </p:nvGrpSpPr>
        <p:grpSpPr>
          <a:xfrm>
            <a:off x="703193" y="3852611"/>
            <a:ext cx="426003" cy="383499"/>
            <a:chOff x="8622791" y="2657570"/>
            <a:chExt cx="380904" cy="342900"/>
          </a:xfrm>
        </p:grpSpPr>
        <p:sp>
          <p:nvSpPr>
            <p:cNvPr id="408" name="Google Shape;408;p21"/>
            <p:cNvSpPr/>
            <p:nvPr/>
          </p:nvSpPr>
          <p:spPr>
            <a:xfrm>
              <a:off x="8622791" y="2657570"/>
              <a:ext cx="380904" cy="342900"/>
            </a:xfrm>
            <a:custGeom>
              <a:rect b="b" l="l" r="r" t="t"/>
              <a:pathLst>
                <a:path extrusionOk="0" h="342900" w="380904">
                  <a:moveTo>
                    <a:pt x="373380" y="120777"/>
                  </a:moveTo>
                  <a:cubicBezTo>
                    <a:pt x="374428" y="116872"/>
                    <a:pt x="374999" y="112776"/>
                    <a:pt x="374999" y="108585"/>
                  </a:cubicBezTo>
                  <a:cubicBezTo>
                    <a:pt x="374999" y="95821"/>
                    <a:pt x="369951" y="83915"/>
                    <a:pt x="360806" y="74962"/>
                  </a:cubicBezTo>
                  <a:cubicBezTo>
                    <a:pt x="355759" y="70009"/>
                    <a:pt x="349662" y="66294"/>
                    <a:pt x="343185" y="64103"/>
                  </a:cubicBezTo>
                  <a:cubicBezTo>
                    <a:pt x="310419" y="23336"/>
                    <a:pt x="261842" y="0"/>
                    <a:pt x="209455" y="0"/>
                  </a:cubicBezTo>
                  <a:cubicBezTo>
                    <a:pt x="208978" y="0"/>
                    <a:pt x="208502" y="0"/>
                    <a:pt x="208026" y="0"/>
                  </a:cubicBezTo>
                  <a:cubicBezTo>
                    <a:pt x="208026" y="0"/>
                    <a:pt x="208026" y="0"/>
                    <a:pt x="208026" y="0"/>
                  </a:cubicBezTo>
                  <a:lnTo>
                    <a:pt x="208026" y="0"/>
                  </a:lnTo>
                  <a:cubicBezTo>
                    <a:pt x="176784" y="286"/>
                    <a:pt x="146304" y="8953"/>
                    <a:pt x="119824" y="25241"/>
                  </a:cubicBezTo>
                  <a:cubicBezTo>
                    <a:pt x="112871" y="21526"/>
                    <a:pt x="104965" y="19717"/>
                    <a:pt x="96869" y="19907"/>
                  </a:cubicBezTo>
                  <a:cubicBezTo>
                    <a:pt x="84867" y="20193"/>
                    <a:pt x="73437" y="25051"/>
                    <a:pt x="64865" y="33623"/>
                  </a:cubicBezTo>
                  <a:cubicBezTo>
                    <a:pt x="56292" y="42196"/>
                    <a:pt x="51339" y="53530"/>
                    <a:pt x="51054" y="65627"/>
                  </a:cubicBezTo>
                  <a:cubicBezTo>
                    <a:pt x="50768" y="74867"/>
                    <a:pt x="53340" y="83725"/>
                    <a:pt x="57912" y="91345"/>
                  </a:cubicBezTo>
                  <a:cubicBezTo>
                    <a:pt x="44958" y="115919"/>
                    <a:pt x="38100" y="143542"/>
                    <a:pt x="38100" y="171450"/>
                  </a:cubicBezTo>
                  <a:cubicBezTo>
                    <a:pt x="38100" y="181070"/>
                    <a:pt x="38957" y="190690"/>
                    <a:pt x="40481" y="200120"/>
                  </a:cubicBezTo>
                  <a:cubicBezTo>
                    <a:pt x="16478" y="212503"/>
                    <a:pt x="0" y="237553"/>
                    <a:pt x="0" y="266414"/>
                  </a:cubicBezTo>
                  <a:cubicBezTo>
                    <a:pt x="0" y="307467"/>
                    <a:pt x="33432" y="340900"/>
                    <a:pt x="74485" y="340900"/>
                  </a:cubicBezTo>
                  <a:cubicBezTo>
                    <a:pt x="94106" y="340900"/>
                    <a:pt x="112014" y="333280"/>
                    <a:pt x="125349" y="320802"/>
                  </a:cubicBezTo>
                  <a:cubicBezTo>
                    <a:pt x="150971" y="335280"/>
                    <a:pt x="179927" y="342900"/>
                    <a:pt x="209550" y="342900"/>
                  </a:cubicBezTo>
                  <a:cubicBezTo>
                    <a:pt x="283083" y="342900"/>
                    <a:pt x="348329" y="296132"/>
                    <a:pt x="371951" y="226600"/>
                  </a:cubicBezTo>
                  <a:cubicBezTo>
                    <a:pt x="372903" y="223647"/>
                    <a:pt x="371380" y="220504"/>
                    <a:pt x="368427" y="219551"/>
                  </a:cubicBezTo>
                  <a:cubicBezTo>
                    <a:pt x="365474" y="218599"/>
                    <a:pt x="362331" y="220123"/>
                    <a:pt x="361378" y="223075"/>
                  </a:cubicBezTo>
                  <a:cubicBezTo>
                    <a:pt x="358616" y="231267"/>
                    <a:pt x="355187" y="239077"/>
                    <a:pt x="351281" y="246602"/>
                  </a:cubicBezTo>
                  <a:cubicBezTo>
                    <a:pt x="341756" y="242316"/>
                    <a:pt x="330994" y="238601"/>
                    <a:pt x="319373" y="235267"/>
                  </a:cubicBezTo>
                  <a:cubicBezTo>
                    <a:pt x="323469" y="220313"/>
                    <a:pt x="326136" y="204502"/>
                    <a:pt x="327184" y="188214"/>
                  </a:cubicBezTo>
                  <a:cubicBezTo>
                    <a:pt x="327469" y="188214"/>
                    <a:pt x="327755" y="188214"/>
                    <a:pt x="328040" y="188214"/>
                  </a:cubicBezTo>
                  <a:cubicBezTo>
                    <a:pt x="335375" y="188214"/>
                    <a:pt x="341756" y="183642"/>
                    <a:pt x="344233" y="177070"/>
                  </a:cubicBezTo>
                  <a:lnTo>
                    <a:pt x="369665" y="177070"/>
                  </a:lnTo>
                  <a:cubicBezTo>
                    <a:pt x="369379" y="184690"/>
                    <a:pt x="368617" y="192310"/>
                    <a:pt x="367284" y="199739"/>
                  </a:cubicBezTo>
                  <a:cubicBezTo>
                    <a:pt x="366713" y="202787"/>
                    <a:pt x="368808" y="205645"/>
                    <a:pt x="371760" y="206216"/>
                  </a:cubicBezTo>
                  <a:cubicBezTo>
                    <a:pt x="372046" y="206216"/>
                    <a:pt x="372427" y="206216"/>
                    <a:pt x="372713" y="206216"/>
                  </a:cubicBezTo>
                  <a:cubicBezTo>
                    <a:pt x="375380" y="206216"/>
                    <a:pt x="377761" y="204311"/>
                    <a:pt x="378237" y="201644"/>
                  </a:cubicBezTo>
                  <a:cubicBezTo>
                    <a:pt x="380047" y="191738"/>
                    <a:pt x="380905" y="181546"/>
                    <a:pt x="380905" y="171355"/>
                  </a:cubicBezTo>
                  <a:cubicBezTo>
                    <a:pt x="380905" y="154115"/>
                    <a:pt x="378333" y="137065"/>
                    <a:pt x="373284" y="120777"/>
                  </a:cubicBezTo>
                  <a:lnTo>
                    <a:pt x="373284" y="120777"/>
                  </a:lnTo>
                  <a:close/>
                  <a:moveTo>
                    <a:pt x="369760" y="165735"/>
                  </a:moveTo>
                  <a:lnTo>
                    <a:pt x="345471" y="165735"/>
                  </a:lnTo>
                  <a:lnTo>
                    <a:pt x="345471" y="152209"/>
                  </a:lnTo>
                  <a:cubicBezTo>
                    <a:pt x="353758" y="148876"/>
                    <a:pt x="360806" y="143256"/>
                    <a:pt x="365950" y="136207"/>
                  </a:cubicBezTo>
                  <a:cubicBezTo>
                    <a:pt x="368141" y="145923"/>
                    <a:pt x="369379" y="155734"/>
                    <a:pt x="369760" y="165735"/>
                  </a:cubicBezTo>
                  <a:lnTo>
                    <a:pt x="369760" y="165735"/>
                  </a:lnTo>
                  <a:close/>
                  <a:moveTo>
                    <a:pt x="326421" y="61531"/>
                  </a:moveTo>
                  <a:cubicBezTo>
                    <a:pt x="318421" y="61817"/>
                    <a:pt x="310800" y="64103"/>
                    <a:pt x="304038" y="68104"/>
                  </a:cubicBezTo>
                  <a:cubicBezTo>
                    <a:pt x="300990" y="62294"/>
                    <a:pt x="297751" y="56769"/>
                    <a:pt x="294322" y="51625"/>
                  </a:cubicBezTo>
                  <a:cubicBezTo>
                    <a:pt x="300894" y="50863"/>
                    <a:pt x="307276" y="50006"/>
                    <a:pt x="313372" y="49149"/>
                  </a:cubicBezTo>
                  <a:cubicBezTo>
                    <a:pt x="317944" y="53054"/>
                    <a:pt x="322230" y="57150"/>
                    <a:pt x="326421" y="61627"/>
                  </a:cubicBezTo>
                  <a:lnTo>
                    <a:pt x="326421" y="61627"/>
                  </a:lnTo>
                  <a:close/>
                  <a:moveTo>
                    <a:pt x="310610" y="165735"/>
                  </a:moveTo>
                  <a:lnTo>
                    <a:pt x="283083" y="165735"/>
                  </a:lnTo>
                  <a:cubicBezTo>
                    <a:pt x="283083" y="165735"/>
                    <a:pt x="282416" y="165068"/>
                    <a:pt x="282035" y="164687"/>
                  </a:cubicBezTo>
                  <a:cubicBezTo>
                    <a:pt x="276701" y="159448"/>
                    <a:pt x="270319" y="155734"/>
                    <a:pt x="263461" y="153543"/>
                  </a:cubicBezTo>
                  <a:cubicBezTo>
                    <a:pt x="263080" y="141542"/>
                    <a:pt x="262318" y="129826"/>
                    <a:pt x="261271" y="118491"/>
                  </a:cubicBezTo>
                  <a:cubicBezTo>
                    <a:pt x="268128" y="117729"/>
                    <a:pt x="274987" y="116776"/>
                    <a:pt x="281654" y="115729"/>
                  </a:cubicBezTo>
                  <a:cubicBezTo>
                    <a:pt x="284226" y="132017"/>
                    <a:pt x="295180" y="146018"/>
                    <a:pt x="310705" y="152209"/>
                  </a:cubicBezTo>
                  <a:lnTo>
                    <a:pt x="310705" y="165735"/>
                  </a:lnTo>
                  <a:lnTo>
                    <a:pt x="310705" y="165735"/>
                  </a:lnTo>
                  <a:close/>
                  <a:moveTo>
                    <a:pt x="281559" y="289750"/>
                  </a:moveTo>
                  <a:cubicBezTo>
                    <a:pt x="271367" y="288798"/>
                    <a:pt x="260889" y="288036"/>
                    <a:pt x="250031" y="287465"/>
                  </a:cubicBezTo>
                  <a:cubicBezTo>
                    <a:pt x="250888" y="284226"/>
                    <a:pt x="251746" y="280988"/>
                    <a:pt x="252603" y="277463"/>
                  </a:cubicBezTo>
                  <a:cubicBezTo>
                    <a:pt x="260604" y="275844"/>
                    <a:pt x="266605" y="268796"/>
                    <a:pt x="266605" y="260413"/>
                  </a:cubicBezTo>
                  <a:lnTo>
                    <a:pt x="266605" y="242030"/>
                  </a:lnTo>
                  <a:cubicBezTo>
                    <a:pt x="269748" y="240792"/>
                    <a:pt x="272700" y="239173"/>
                    <a:pt x="275463" y="237363"/>
                  </a:cubicBezTo>
                  <a:cubicBezTo>
                    <a:pt x="285845" y="238887"/>
                    <a:pt x="295846" y="240792"/>
                    <a:pt x="305276" y="243078"/>
                  </a:cubicBezTo>
                  <a:cubicBezTo>
                    <a:pt x="299656" y="259937"/>
                    <a:pt x="291941" y="275273"/>
                    <a:pt x="282511" y="288512"/>
                  </a:cubicBezTo>
                  <a:cubicBezTo>
                    <a:pt x="282225" y="288893"/>
                    <a:pt x="281844" y="289369"/>
                    <a:pt x="281559" y="289750"/>
                  </a:cubicBezTo>
                  <a:lnTo>
                    <a:pt x="281559" y="289750"/>
                  </a:lnTo>
                  <a:close/>
                  <a:moveTo>
                    <a:pt x="102584" y="165735"/>
                  </a:moveTo>
                  <a:cubicBezTo>
                    <a:pt x="102775" y="158877"/>
                    <a:pt x="103155" y="152019"/>
                    <a:pt x="103917" y="145256"/>
                  </a:cubicBezTo>
                  <a:cubicBezTo>
                    <a:pt x="110680" y="142875"/>
                    <a:pt x="115443" y="136398"/>
                    <a:pt x="115443" y="128873"/>
                  </a:cubicBezTo>
                  <a:lnTo>
                    <a:pt x="115443" y="111538"/>
                  </a:lnTo>
                  <a:cubicBezTo>
                    <a:pt x="128778" y="114490"/>
                    <a:pt x="143065" y="116872"/>
                    <a:pt x="157829" y="118491"/>
                  </a:cubicBezTo>
                  <a:cubicBezTo>
                    <a:pt x="156305" y="133921"/>
                    <a:pt x="155447" y="149923"/>
                    <a:pt x="155257" y="165830"/>
                  </a:cubicBezTo>
                  <a:lnTo>
                    <a:pt x="102489" y="165830"/>
                  </a:lnTo>
                  <a:close/>
                  <a:moveTo>
                    <a:pt x="49339" y="165735"/>
                  </a:moveTo>
                  <a:cubicBezTo>
                    <a:pt x="50101" y="143161"/>
                    <a:pt x="55721" y="120967"/>
                    <a:pt x="65531" y="100774"/>
                  </a:cubicBezTo>
                  <a:cubicBezTo>
                    <a:pt x="69818" y="104870"/>
                    <a:pt x="74866" y="108204"/>
                    <a:pt x="80581" y="110490"/>
                  </a:cubicBezTo>
                  <a:lnTo>
                    <a:pt x="80581" y="128873"/>
                  </a:lnTo>
                  <a:cubicBezTo>
                    <a:pt x="80581" y="136588"/>
                    <a:pt x="85630" y="143161"/>
                    <a:pt x="92678" y="145447"/>
                  </a:cubicBezTo>
                  <a:cubicBezTo>
                    <a:pt x="92011" y="152114"/>
                    <a:pt x="91535" y="158877"/>
                    <a:pt x="91440" y="165735"/>
                  </a:cubicBezTo>
                  <a:lnTo>
                    <a:pt x="49339" y="165735"/>
                  </a:lnTo>
                  <a:close/>
                  <a:moveTo>
                    <a:pt x="209550" y="56198"/>
                  </a:moveTo>
                  <a:cubicBezTo>
                    <a:pt x="219360" y="56198"/>
                    <a:pt x="229076" y="56007"/>
                    <a:pt x="238601" y="55721"/>
                  </a:cubicBezTo>
                  <a:cubicBezTo>
                    <a:pt x="243078" y="70961"/>
                    <a:pt x="246602" y="88868"/>
                    <a:pt x="248983" y="108490"/>
                  </a:cubicBezTo>
                  <a:cubicBezTo>
                    <a:pt x="236125" y="109538"/>
                    <a:pt x="222980" y="110109"/>
                    <a:pt x="209645" y="110109"/>
                  </a:cubicBezTo>
                  <a:cubicBezTo>
                    <a:pt x="196310" y="110109"/>
                    <a:pt x="183070" y="109538"/>
                    <a:pt x="170212" y="108490"/>
                  </a:cubicBezTo>
                  <a:cubicBezTo>
                    <a:pt x="172593" y="88963"/>
                    <a:pt x="176022" y="71056"/>
                    <a:pt x="180594" y="55721"/>
                  </a:cubicBezTo>
                  <a:cubicBezTo>
                    <a:pt x="190119" y="56007"/>
                    <a:pt x="199834" y="56198"/>
                    <a:pt x="209645" y="56198"/>
                  </a:cubicBezTo>
                  <a:lnTo>
                    <a:pt x="209645" y="56198"/>
                  </a:lnTo>
                  <a:close/>
                  <a:moveTo>
                    <a:pt x="246697" y="44196"/>
                  </a:moveTo>
                  <a:cubicBezTo>
                    <a:pt x="242601" y="32004"/>
                    <a:pt x="237934" y="22193"/>
                    <a:pt x="232790" y="14954"/>
                  </a:cubicBezTo>
                  <a:cubicBezTo>
                    <a:pt x="247364" y="19812"/>
                    <a:pt x="261080" y="29242"/>
                    <a:pt x="273082" y="42577"/>
                  </a:cubicBezTo>
                  <a:cubicBezTo>
                    <a:pt x="264509" y="43244"/>
                    <a:pt x="255651" y="43815"/>
                    <a:pt x="246697" y="44291"/>
                  </a:cubicBezTo>
                  <a:lnTo>
                    <a:pt x="246697" y="44291"/>
                  </a:lnTo>
                  <a:close/>
                  <a:moveTo>
                    <a:pt x="234982" y="44672"/>
                  </a:moveTo>
                  <a:cubicBezTo>
                    <a:pt x="226600" y="44958"/>
                    <a:pt x="218122" y="45053"/>
                    <a:pt x="209550" y="45053"/>
                  </a:cubicBezTo>
                  <a:cubicBezTo>
                    <a:pt x="200977" y="45053"/>
                    <a:pt x="192500" y="44863"/>
                    <a:pt x="184118" y="44672"/>
                  </a:cubicBezTo>
                  <a:cubicBezTo>
                    <a:pt x="191738" y="23431"/>
                    <a:pt x="200977" y="11049"/>
                    <a:pt x="209550" y="11049"/>
                  </a:cubicBezTo>
                  <a:cubicBezTo>
                    <a:pt x="218122" y="11049"/>
                    <a:pt x="227362" y="23431"/>
                    <a:pt x="234982" y="44672"/>
                  </a:cubicBezTo>
                  <a:lnTo>
                    <a:pt x="234982" y="44672"/>
                  </a:lnTo>
                  <a:close/>
                  <a:moveTo>
                    <a:pt x="172402" y="44196"/>
                  </a:moveTo>
                  <a:cubicBezTo>
                    <a:pt x="163449" y="43815"/>
                    <a:pt x="154686" y="43244"/>
                    <a:pt x="146018" y="42481"/>
                  </a:cubicBezTo>
                  <a:cubicBezTo>
                    <a:pt x="158019" y="29146"/>
                    <a:pt x="171831" y="19812"/>
                    <a:pt x="186309" y="14859"/>
                  </a:cubicBezTo>
                  <a:cubicBezTo>
                    <a:pt x="181070" y="22384"/>
                    <a:pt x="176403" y="32385"/>
                    <a:pt x="172402" y="44101"/>
                  </a:cubicBezTo>
                  <a:lnTo>
                    <a:pt x="172402" y="44101"/>
                  </a:lnTo>
                  <a:close/>
                  <a:moveTo>
                    <a:pt x="143160" y="53530"/>
                  </a:moveTo>
                  <a:cubicBezTo>
                    <a:pt x="151638" y="54292"/>
                    <a:pt x="160210" y="54864"/>
                    <a:pt x="169069" y="55245"/>
                  </a:cubicBezTo>
                  <a:cubicBezTo>
                    <a:pt x="164782" y="70771"/>
                    <a:pt x="161448" y="88582"/>
                    <a:pt x="159162" y="107442"/>
                  </a:cubicBezTo>
                  <a:cubicBezTo>
                    <a:pt x="148590" y="106299"/>
                    <a:pt x="138207" y="104775"/>
                    <a:pt x="128301" y="102870"/>
                  </a:cubicBezTo>
                  <a:cubicBezTo>
                    <a:pt x="138684" y="94107"/>
                    <a:pt x="145066" y="80963"/>
                    <a:pt x="145066" y="66961"/>
                  </a:cubicBezTo>
                  <a:cubicBezTo>
                    <a:pt x="145066" y="62389"/>
                    <a:pt x="144399" y="57912"/>
                    <a:pt x="143160" y="53626"/>
                  </a:cubicBezTo>
                  <a:lnTo>
                    <a:pt x="143160" y="53626"/>
                  </a:lnTo>
                  <a:close/>
                  <a:moveTo>
                    <a:pt x="168973" y="119539"/>
                  </a:moveTo>
                  <a:cubicBezTo>
                    <a:pt x="182213" y="120682"/>
                    <a:pt x="195834" y="121253"/>
                    <a:pt x="209550" y="121253"/>
                  </a:cubicBezTo>
                  <a:cubicBezTo>
                    <a:pt x="223265" y="121253"/>
                    <a:pt x="236887" y="120682"/>
                    <a:pt x="250126" y="119539"/>
                  </a:cubicBezTo>
                  <a:cubicBezTo>
                    <a:pt x="251079" y="129826"/>
                    <a:pt x="251840" y="140494"/>
                    <a:pt x="252222" y="151448"/>
                  </a:cubicBezTo>
                  <a:cubicBezTo>
                    <a:pt x="250888" y="151448"/>
                    <a:pt x="249459" y="151352"/>
                    <a:pt x="248126" y="151448"/>
                  </a:cubicBezTo>
                  <a:cubicBezTo>
                    <a:pt x="236125" y="151733"/>
                    <a:pt x="224694" y="156591"/>
                    <a:pt x="216122" y="165163"/>
                  </a:cubicBezTo>
                  <a:cubicBezTo>
                    <a:pt x="215932" y="165354"/>
                    <a:pt x="215741" y="165640"/>
                    <a:pt x="215455" y="165830"/>
                  </a:cubicBezTo>
                  <a:lnTo>
                    <a:pt x="166592" y="165830"/>
                  </a:lnTo>
                  <a:cubicBezTo>
                    <a:pt x="166782" y="149923"/>
                    <a:pt x="167544" y="134398"/>
                    <a:pt x="168973" y="119634"/>
                  </a:cubicBezTo>
                  <a:lnTo>
                    <a:pt x="168973" y="119634"/>
                  </a:lnTo>
                  <a:close/>
                  <a:moveTo>
                    <a:pt x="207454" y="176974"/>
                  </a:moveTo>
                  <a:cubicBezTo>
                    <a:pt x="204215" y="183166"/>
                    <a:pt x="202501" y="190024"/>
                    <a:pt x="202311" y="197167"/>
                  </a:cubicBezTo>
                  <a:cubicBezTo>
                    <a:pt x="202120" y="205930"/>
                    <a:pt x="204311" y="214313"/>
                    <a:pt x="208406" y="221551"/>
                  </a:cubicBezTo>
                  <a:cubicBezTo>
                    <a:pt x="195072" y="221551"/>
                    <a:pt x="181927" y="222123"/>
                    <a:pt x="169069" y="223266"/>
                  </a:cubicBezTo>
                  <a:cubicBezTo>
                    <a:pt x="167640" y="208502"/>
                    <a:pt x="166782" y="192976"/>
                    <a:pt x="166688" y="177070"/>
                  </a:cubicBezTo>
                  <a:lnTo>
                    <a:pt x="207550" y="177070"/>
                  </a:lnTo>
                  <a:close/>
                  <a:moveTo>
                    <a:pt x="209550" y="232600"/>
                  </a:moveTo>
                  <a:cubicBezTo>
                    <a:pt x="212121" y="232600"/>
                    <a:pt x="214693" y="232600"/>
                    <a:pt x="217075" y="232600"/>
                  </a:cubicBezTo>
                  <a:cubicBezTo>
                    <a:pt x="221266" y="236601"/>
                    <a:pt x="226219" y="239744"/>
                    <a:pt x="231838" y="242030"/>
                  </a:cubicBezTo>
                  <a:lnTo>
                    <a:pt x="231838" y="260413"/>
                  </a:lnTo>
                  <a:cubicBezTo>
                    <a:pt x="231838" y="267271"/>
                    <a:pt x="235839" y="273177"/>
                    <a:pt x="241554" y="276034"/>
                  </a:cubicBezTo>
                  <a:cubicBezTo>
                    <a:pt x="240601" y="279844"/>
                    <a:pt x="239649" y="283464"/>
                    <a:pt x="238601" y="286988"/>
                  </a:cubicBezTo>
                  <a:cubicBezTo>
                    <a:pt x="229076" y="286703"/>
                    <a:pt x="219360" y="286512"/>
                    <a:pt x="209550" y="286512"/>
                  </a:cubicBezTo>
                  <a:cubicBezTo>
                    <a:pt x="199739" y="286512"/>
                    <a:pt x="190023" y="286703"/>
                    <a:pt x="180498" y="286988"/>
                  </a:cubicBezTo>
                  <a:cubicBezTo>
                    <a:pt x="176022" y="271653"/>
                    <a:pt x="172498" y="253746"/>
                    <a:pt x="170116" y="234220"/>
                  </a:cubicBezTo>
                  <a:cubicBezTo>
                    <a:pt x="182975" y="233172"/>
                    <a:pt x="196119" y="232600"/>
                    <a:pt x="209550" y="232600"/>
                  </a:cubicBezTo>
                  <a:lnTo>
                    <a:pt x="209550" y="232600"/>
                  </a:lnTo>
                  <a:close/>
                  <a:moveTo>
                    <a:pt x="169069" y="287465"/>
                  </a:moveTo>
                  <a:cubicBezTo>
                    <a:pt x="161068" y="287846"/>
                    <a:pt x="153162" y="288417"/>
                    <a:pt x="145446" y="288988"/>
                  </a:cubicBezTo>
                  <a:cubicBezTo>
                    <a:pt x="147732" y="281845"/>
                    <a:pt x="148971" y="274225"/>
                    <a:pt x="148971" y="266319"/>
                  </a:cubicBezTo>
                  <a:cubicBezTo>
                    <a:pt x="148971" y="256318"/>
                    <a:pt x="146971" y="246412"/>
                    <a:pt x="143065" y="237363"/>
                  </a:cubicBezTo>
                  <a:cubicBezTo>
                    <a:pt x="148304" y="236601"/>
                    <a:pt x="153638" y="235839"/>
                    <a:pt x="159067" y="235267"/>
                  </a:cubicBezTo>
                  <a:cubicBezTo>
                    <a:pt x="161353" y="254127"/>
                    <a:pt x="164687" y="271939"/>
                    <a:pt x="168973" y="287465"/>
                  </a:cubicBezTo>
                  <a:lnTo>
                    <a:pt x="168973" y="287465"/>
                  </a:lnTo>
                  <a:close/>
                  <a:moveTo>
                    <a:pt x="172402" y="298513"/>
                  </a:moveTo>
                  <a:cubicBezTo>
                    <a:pt x="176403" y="310324"/>
                    <a:pt x="180975" y="320326"/>
                    <a:pt x="186309" y="327755"/>
                  </a:cubicBezTo>
                  <a:cubicBezTo>
                    <a:pt x="171831" y="322898"/>
                    <a:pt x="158115" y="313563"/>
                    <a:pt x="146018" y="300133"/>
                  </a:cubicBezTo>
                  <a:cubicBezTo>
                    <a:pt x="154591" y="299466"/>
                    <a:pt x="163449" y="298894"/>
                    <a:pt x="172402" y="298418"/>
                  </a:cubicBezTo>
                  <a:lnTo>
                    <a:pt x="172402" y="298418"/>
                  </a:lnTo>
                  <a:close/>
                  <a:moveTo>
                    <a:pt x="184118" y="298037"/>
                  </a:moveTo>
                  <a:cubicBezTo>
                    <a:pt x="192500" y="297751"/>
                    <a:pt x="200977" y="297656"/>
                    <a:pt x="209550" y="297656"/>
                  </a:cubicBezTo>
                  <a:cubicBezTo>
                    <a:pt x="218122" y="297656"/>
                    <a:pt x="226600" y="297751"/>
                    <a:pt x="234982" y="298037"/>
                  </a:cubicBezTo>
                  <a:cubicBezTo>
                    <a:pt x="232410" y="305276"/>
                    <a:pt x="229552" y="311563"/>
                    <a:pt x="226600" y="316706"/>
                  </a:cubicBezTo>
                  <a:cubicBezTo>
                    <a:pt x="222694" y="323469"/>
                    <a:pt x="216503" y="331565"/>
                    <a:pt x="209550" y="331565"/>
                  </a:cubicBezTo>
                  <a:cubicBezTo>
                    <a:pt x="200977" y="331565"/>
                    <a:pt x="191738" y="319183"/>
                    <a:pt x="184118" y="297942"/>
                  </a:cubicBezTo>
                  <a:lnTo>
                    <a:pt x="184118" y="297942"/>
                  </a:lnTo>
                  <a:close/>
                  <a:moveTo>
                    <a:pt x="246697" y="298513"/>
                  </a:moveTo>
                  <a:cubicBezTo>
                    <a:pt x="255651" y="298894"/>
                    <a:pt x="264509" y="299466"/>
                    <a:pt x="273082" y="300228"/>
                  </a:cubicBezTo>
                  <a:cubicBezTo>
                    <a:pt x="260985" y="313658"/>
                    <a:pt x="247269" y="323088"/>
                    <a:pt x="232696" y="327850"/>
                  </a:cubicBezTo>
                  <a:cubicBezTo>
                    <a:pt x="237839" y="320611"/>
                    <a:pt x="242506" y="310705"/>
                    <a:pt x="246697" y="298513"/>
                  </a:cubicBezTo>
                  <a:lnTo>
                    <a:pt x="246697" y="298513"/>
                  </a:lnTo>
                  <a:close/>
                  <a:moveTo>
                    <a:pt x="259461" y="232696"/>
                  </a:moveTo>
                  <a:cubicBezTo>
                    <a:pt x="257080" y="233363"/>
                    <a:pt x="255460" y="235553"/>
                    <a:pt x="255460" y="238030"/>
                  </a:cubicBezTo>
                  <a:lnTo>
                    <a:pt x="255460" y="260413"/>
                  </a:lnTo>
                  <a:cubicBezTo>
                    <a:pt x="255460" y="263842"/>
                    <a:pt x="252698" y="266700"/>
                    <a:pt x="249174" y="266700"/>
                  </a:cubicBezTo>
                  <a:cubicBezTo>
                    <a:pt x="245650" y="266700"/>
                    <a:pt x="242888" y="263938"/>
                    <a:pt x="242888" y="260413"/>
                  </a:cubicBezTo>
                  <a:lnTo>
                    <a:pt x="242888" y="238030"/>
                  </a:lnTo>
                  <a:cubicBezTo>
                    <a:pt x="242888" y="235553"/>
                    <a:pt x="241268" y="233363"/>
                    <a:pt x="238887" y="232696"/>
                  </a:cubicBezTo>
                  <a:cubicBezTo>
                    <a:pt x="223361" y="228124"/>
                    <a:pt x="212884" y="213550"/>
                    <a:pt x="213264" y="197358"/>
                  </a:cubicBezTo>
                  <a:cubicBezTo>
                    <a:pt x="213740" y="178213"/>
                    <a:pt x="229171" y="162973"/>
                    <a:pt x="248221" y="162496"/>
                  </a:cubicBezTo>
                  <a:cubicBezTo>
                    <a:pt x="248507" y="162496"/>
                    <a:pt x="248793" y="162496"/>
                    <a:pt x="249078" y="162496"/>
                  </a:cubicBezTo>
                  <a:cubicBezTo>
                    <a:pt x="258508" y="162496"/>
                    <a:pt x="267366" y="166116"/>
                    <a:pt x="274129" y="172688"/>
                  </a:cubicBezTo>
                  <a:cubicBezTo>
                    <a:pt x="281082" y="179451"/>
                    <a:pt x="284893" y="188595"/>
                    <a:pt x="284893" y="198311"/>
                  </a:cubicBezTo>
                  <a:cubicBezTo>
                    <a:pt x="284893" y="214027"/>
                    <a:pt x="274320" y="228219"/>
                    <a:pt x="259270" y="232696"/>
                  </a:cubicBezTo>
                  <a:lnTo>
                    <a:pt x="259270" y="232696"/>
                  </a:lnTo>
                  <a:close/>
                  <a:moveTo>
                    <a:pt x="281178" y="104489"/>
                  </a:moveTo>
                  <a:cubicBezTo>
                    <a:pt x="274225" y="105632"/>
                    <a:pt x="267176" y="106585"/>
                    <a:pt x="260032" y="107347"/>
                  </a:cubicBezTo>
                  <a:cubicBezTo>
                    <a:pt x="257746" y="88106"/>
                    <a:pt x="254317" y="70485"/>
                    <a:pt x="250031" y="55150"/>
                  </a:cubicBezTo>
                  <a:cubicBezTo>
                    <a:pt x="260794" y="54578"/>
                    <a:pt x="271367" y="53911"/>
                    <a:pt x="281559" y="52864"/>
                  </a:cubicBezTo>
                  <a:cubicBezTo>
                    <a:pt x="286512" y="59531"/>
                    <a:pt x="290989" y="66961"/>
                    <a:pt x="295084" y="75057"/>
                  </a:cubicBezTo>
                  <a:cubicBezTo>
                    <a:pt x="295084" y="75057"/>
                    <a:pt x="294989" y="75152"/>
                    <a:pt x="294894" y="75248"/>
                  </a:cubicBezTo>
                  <a:cubicBezTo>
                    <a:pt x="286988" y="83153"/>
                    <a:pt x="282130" y="93440"/>
                    <a:pt x="281178" y="104489"/>
                  </a:cubicBezTo>
                  <a:lnTo>
                    <a:pt x="281178" y="104489"/>
                  </a:lnTo>
                  <a:close/>
                  <a:moveTo>
                    <a:pt x="300990" y="39624"/>
                  </a:moveTo>
                  <a:cubicBezTo>
                    <a:pt x="296323" y="40196"/>
                    <a:pt x="291560" y="40767"/>
                    <a:pt x="286702" y="41243"/>
                  </a:cubicBezTo>
                  <a:cubicBezTo>
                    <a:pt x="280701" y="33814"/>
                    <a:pt x="274320" y="27242"/>
                    <a:pt x="267462" y="21717"/>
                  </a:cubicBezTo>
                  <a:cubicBezTo>
                    <a:pt x="279273" y="26289"/>
                    <a:pt x="290607" y="32290"/>
                    <a:pt x="300990" y="39529"/>
                  </a:cubicBezTo>
                  <a:lnTo>
                    <a:pt x="300990" y="39529"/>
                  </a:lnTo>
                  <a:close/>
                  <a:moveTo>
                    <a:pt x="151447" y="21907"/>
                  </a:moveTo>
                  <a:cubicBezTo>
                    <a:pt x="145732" y="26575"/>
                    <a:pt x="140303" y="31909"/>
                    <a:pt x="135159" y="37909"/>
                  </a:cubicBezTo>
                  <a:cubicBezTo>
                    <a:pt x="133826" y="36290"/>
                    <a:pt x="132493" y="34671"/>
                    <a:pt x="130873" y="33147"/>
                  </a:cubicBezTo>
                  <a:cubicBezTo>
                    <a:pt x="130492" y="32861"/>
                    <a:pt x="130207" y="32480"/>
                    <a:pt x="129825" y="32194"/>
                  </a:cubicBezTo>
                  <a:cubicBezTo>
                    <a:pt x="136779" y="28194"/>
                    <a:pt x="143923" y="24765"/>
                    <a:pt x="151352" y="21907"/>
                  </a:cubicBezTo>
                  <a:lnTo>
                    <a:pt x="151352" y="21907"/>
                  </a:lnTo>
                  <a:close/>
                  <a:moveTo>
                    <a:pt x="62293" y="65818"/>
                  </a:moveTo>
                  <a:cubicBezTo>
                    <a:pt x="62769" y="46673"/>
                    <a:pt x="78200" y="31432"/>
                    <a:pt x="97250" y="30956"/>
                  </a:cubicBezTo>
                  <a:cubicBezTo>
                    <a:pt x="97536" y="30956"/>
                    <a:pt x="97821" y="30956"/>
                    <a:pt x="98107" y="30956"/>
                  </a:cubicBezTo>
                  <a:cubicBezTo>
                    <a:pt x="107537" y="30956"/>
                    <a:pt x="116395" y="34576"/>
                    <a:pt x="123158" y="41148"/>
                  </a:cubicBezTo>
                  <a:cubicBezTo>
                    <a:pt x="130111" y="47911"/>
                    <a:pt x="133921" y="57055"/>
                    <a:pt x="133921" y="66770"/>
                  </a:cubicBezTo>
                  <a:cubicBezTo>
                    <a:pt x="133921" y="82486"/>
                    <a:pt x="123348" y="96679"/>
                    <a:pt x="108299" y="101155"/>
                  </a:cubicBezTo>
                  <a:cubicBezTo>
                    <a:pt x="105918" y="101822"/>
                    <a:pt x="104298" y="104013"/>
                    <a:pt x="104298" y="106490"/>
                  </a:cubicBezTo>
                  <a:lnTo>
                    <a:pt x="104298" y="128873"/>
                  </a:lnTo>
                  <a:cubicBezTo>
                    <a:pt x="104298" y="132302"/>
                    <a:pt x="101536" y="135160"/>
                    <a:pt x="98012" y="135160"/>
                  </a:cubicBezTo>
                  <a:cubicBezTo>
                    <a:pt x="94488" y="135160"/>
                    <a:pt x="91725" y="132398"/>
                    <a:pt x="91725" y="128873"/>
                  </a:cubicBezTo>
                  <a:lnTo>
                    <a:pt x="91725" y="106490"/>
                  </a:lnTo>
                  <a:cubicBezTo>
                    <a:pt x="91725" y="104013"/>
                    <a:pt x="90106" y="101822"/>
                    <a:pt x="87725" y="101155"/>
                  </a:cubicBezTo>
                  <a:cubicBezTo>
                    <a:pt x="72199" y="96583"/>
                    <a:pt x="61722" y="82010"/>
                    <a:pt x="62103" y="65818"/>
                  </a:cubicBezTo>
                  <a:lnTo>
                    <a:pt x="62103" y="65818"/>
                  </a:lnTo>
                  <a:close/>
                  <a:moveTo>
                    <a:pt x="49339" y="176974"/>
                  </a:moveTo>
                  <a:lnTo>
                    <a:pt x="91440" y="176974"/>
                  </a:lnTo>
                  <a:cubicBezTo>
                    <a:pt x="91535" y="182690"/>
                    <a:pt x="91916" y="188404"/>
                    <a:pt x="92392" y="194024"/>
                  </a:cubicBezTo>
                  <a:cubicBezTo>
                    <a:pt x="86582" y="192596"/>
                    <a:pt x="80581" y="191834"/>
                    <a:pt x="74485" y="191834"/>
                  </a:cubicBezTo>
                  <a:cubicBezTo>
                    <a:pt x="66294" y="191834"/>
                    <a:pt x="58483" y="193167"/>
                    <a:pt x="51054" y="195644"/>
                  </a:cubicBezTo>
                  <a:cubicBezTo>
                    <a:pt x="50101" y="189452"/>
                    <a:pt x="49530" y="183261"/>
                    <a:pt x="49339" y="176974"/>
                  </a:cubicBezTo>
                  <a:lnTo>
                    <a:pt x="49339" y="176974"/>
                  </a:lnTo>
                  <a:close/>
                  <a:moveTo>
                    <a:pt x="74485" y="329660"/>
                  </a:moveTo>
                  <a:cubicBezTo>
                    <a:pt x="39528" y="329660"/>
                    <a:pt x="11144" y="301276"/>
                    <a:pt x="11144" y="266319"/>
                  </a:cubicBezTo>
                  <a:cubicBezTo>
                    <a:pt x="11144" y="231362"/>
                    <a:pt x="39528" y="202978"/>
                    <a:pt x="74485" y="202978"/>
                  </a:cubicBezTo>
                  <a:cubicBezTo>
                    <a:pt x="84772" y="202978"/>
                    <a:pt x="95059" y="205549"/>
                    <a:pt x="104108" y="210312"/>
                  </a:cubicBezTo>
                  <a:cubicBezTo>
                    <a:pt x="106870" y="211741"/>
                    <a:pt x="110204" y="210693"/>
                    <a:pt x="111633" y="208026"/>
                  </a:cubicBezTo>
                  <a:cubicBezTo>
                    <a:pt x="113062" y="205264"/>
                    <a:pt x="112014" y="201930"/>
                    <a:pt x="109347" y="200501"/>
                  </a:cubicBezTo>
                  <a:cubicBezTo>
                    <a:pt x="107632" y="199549"/>
                    <a:pt x="105823" y="198692"/>
                    <a:pt x="104013" y="197929"/>
                  </a:cubicBezTo>
                  <a:cubicBezTo>
                    <a:pt x="103251" y="190976"/>
                    <a:pt x="102775" y="183928"/>
                    <a:pt x="102584" y="176879"/>
                  </a:cubicBezTo>
                  <a:lnTo>
                    <a:pt x="155353" y="176879"/>
                  </a:lnTo>
                  <a:cubicBezTo>
                    <a:pt x="155543" y="192786"/>
                    <a:pt x="156400" y="208693"/>
                    <a:pt x="157829" y="224123"/>
                  </a:cubicBezTo>
                  <a:cubicBezTo>
                    <a:pt x="150971" y="224885"/>
                    <a:pt x="144208" y="225838"/>
                    <a:pt x="137636" y="226886"/>
                  </a:cubicBezTo>
                  <a:cubicBezTo>
                    <a:pt x="135445" y="223456"/>
                    <a:pt x="133064" y="220123"/>
                    <a:pt x="130302" y="217075"/>
                  </a:cubicBezTo>
                  <a:cubicBezTo>
                    <a:pt x="128301" y="214789"/>
                    <a:pt x="124777" y="214503"/>
                    <a:pt x="122396" y="216598"/>
                  </a:cubicBezTo>
                  <a:cubicBezTo>
                    <a:pt x="120110" y="218599"/>
                    <a:pt x="119824" y="222123"/>
                    <a:pt x="121920" y="224504"/>
                  </a:cubicBezTo>
                  <a:cubicBezTo>
                    <a:pt x="132112" y="236029"/>
                    <a:pt x="137731" y="250888"/>
                    <a:pt x="137731" y="266319"/>
                  </a:cubicBezTo>
                  <a:cubicBezTo>
                    <a:pt x="137731" y="301276"/>
                    <a:pt x="109347" y="329660"/>
                    <a:pt x="74390" y="329660"/>
                  </a:cubicBezTo>
                  <a:lnTo>
                    <a:pt x="74390" y="329660"/>
                  </a:lnTo>
                  <a:close/>
                  <a:moveTo>
                    <a:pt x="133159" y="312230"/>
                  </a:moveTo>
                  <a:cubicBezTo>
                    <a:pt x="134493" y="310515"/>
                    <a:pt x="135826" y="308705"/>
                    <a:pt x="137064" y="306800"/>
                  </a:cubicBezTo>
                  <a:cubicBezTo>
                    <a:pt x="141637" y="311944"/>
                    <a:pt x="146494" y="316611"/>
                    <a:pt x="151543" y="320707"/>
                  </a:cubicBezTo>
                  <a:cubicBezTo>
                    <a:pt x="145256" y="318230"/>
                    <a:pt x="139160" y="315468"/>
                    <a:pt x="133159" y="312230"/>
                  </a:cubicBezTo>
                  <a:lnTo>
                    <a:pt x="133159" y="312230"/>
                  </a:lnTo>
                  <a:close/>
                  <a:moveTo>
                    <a:pt x="286702" y="301466"/>
                  </a:moveTo>
                  <a:cubicBezTo>
                    <a:pt x="291560" y="301942"/>
                    <a:pt x="296323" y="302514"/>
                    <a:pt x="300990" y="303086"/>
                  </a:cubicBezTo>
                  <a:cubicBezTo>
                    <a:pt x="290703" y="310229"/>
                    <a:pt x="279559" y="316135"/>
                    <a:pt x="267843" y="320707"/>
                  </a:cubicBezTo>
                  <a:cubicBezTo>
                    <a:pt x="274510" y="315278"/>
                    <a:pt x="280892" y="308800"/>
                    <a:pt x="286798" y="301371"/>
                  </a:cubicBezTo>
                  <a:lnTo>
                    <a:pt x="286798" y="301371"/>
                  </a:lnTo>
                  <a:close/>
                  <a:moveTo>
                    <a:pt x="345662" y="256127"/>
                  </a:moveTo>
                  <a:cubicBezTo>
                    <a:pt x="336804" y="270319"/>
                    <a:pt x="325850" y="282892"/>
                    <a:pt x="313372" y="293561"/>
                  </a:cubicBezTo>
                  <a:cubicBezTo>
                    <a:pt x="307181" y="292608"/>
                    <a:pt x="300894" y="291751"/>
                    <a:pt x="294322" y="291084"/>
                  </a:cubicBezTo>
                  <a:cubicBezTo>
                    <a:pt x="303276" y="277654"/>
                    <a:pt x="310705" y="262414"/>
                    <a:pt x="316134" y="245840"/>
                  </a:cubicBezTo>
                  <a:cubicBezTo>
                    <a:pt x="326898" y="248888"/>
                    <a:pt x="336804" y="252317"/>
                    <a:pt x="345662" y="256223"/>
                  </a:cubicBezTo>
                  <a:lnTo>
                    <a:pt x="345662" y="256223"/>
                  </a:lnTo>
                  <a:close/>
                  <a:moveTo>
                    <a:pt x="308514" y="232315"/>
                  </a:moveTo>
                  <a:cubicBezTo>
                    <a:pt x="301275" y="230600"/>
                    <a:pt x="293751" y="228981"/>
                    <a:pt x="285845" y="227648"/>
                  </a:cubicBezTo>
                  <a:cubicBezTo>
                    <a:pt x="292322" y="219456"/>
                    <a:pt x="296227" y="209169"/>
                    <a:pt x="296227" y="198311"/>
                  </a:cubicBezTo>
                  <a:cubicBezTo>
                    <a:pt x="296227" y="190690"/>
                    <a:pt x="294418" y="183451"/>
                    <a:pt x="291084" y="176879"/>
                  </a:cubicBezTo>
                  <a:lnTo>
                    <a:pt x="311753" y="176879"/>
                  </a:lnTo>
                  <a:cubicBezTo>
                    <a:pt x="312705" y="179356"/>
                    <a:pt x="314230" y="181642"/>
                    <a:pt x="316230" y="183356"/>
                  </a:cubicBezTo>
                  <a:cubicBezTo>
                    <a:pt x="315373" y="200311"/>
                    <a:pt x="312801" y="216789"/>
                    <a:pt x="308514" y="232219"/>
                  </a:cubicBezTo>
                  <a:lnTo>
                    <a:pt x="308514" y="232219"/>
                  </a:lnTo>
                  <a:close/>
                  <a:moveTo>
                    <a:pt x="334327" y="148304"/>
                  </a:moveTo>
                  <a:lnTo>
                    <a:pt x="334327" y="170688"/>
                  </a:lnTo>
                  <a:cubicBezTo>
                    <a:pt x="334327" y="174117"/>
                    <a:pt x="331565" y="176974"/>
                    <a:pt x="328040" y="176974"/>
                  </a:cubicBezTo>
                  <a:cubicBezTo>
                    <a:pt x="324516" y="176974"/>
                    <a:pt x="321754" y="174212"/>
                    <a:pt x="321754" y="170688"/>
                  </a:cubicBezTo>
                  <a:lnTo>
                    <a:pt x="321754" y="148304"/>
                  </a:lnTo>
                  <a:cubicBezTo>
                    <a:pt x="321754" y="145828"/>
                    <a:pt x="320135" y="143637"/>
                    <a:pt x="317754" y="142970"/>
                  </a:cubicBezTo>
                  <a:cubicBezTo>
                    <a:pt x="302228" y="138398"/>
                    <a:pt x="291750" y="123825"/>
                    <a:pt x="292132" y="107632"/>
                  </a:cubicBezTo>
                  <a:cubicBezTo>
                    <a:pt x="292608" y="88487"/>
                    <a:pt x="308038" y="73247"/>
                    <a:pt x="327088" y="72771"/>
                  </a:cubicBezTo>
                  <a:cubicBezTo>
                    <a:pt x="327374" y="72771"/>
                    <a:pt x="327660" y="72771"/>
                    <a:pt x="327946" y="72771"/>
                  </a:cubicBezTo>
                  <a:cubicBezTo>
                    <a:pt x="337375" y="72771"/>
                    <a:pt x="346234" y="76390"/>
                    <a:pt x="352996" y="82963"/>
                  </a:cubicBezTo>
                  <a:cubicBezTo>
                    <a:pt x="359950" y="89725"/>
                    <a:pt x="363759" y="98869"/>
                    <a:pt x="363759" y="108585"/>
                  </a:cubicBezTo>
                  <a:cubicBezTo>
                    <a:pt x="363759" y="124301"/>
                    <a:pt x="353187" y="138494"/>
                    <a:pt x="338138" y="142970"/>
                  </a:cubicBezTo>
                  <a:cubicBezTo>
                    <a:pt x="335756" y="143637"/>
                    <a:pt x="334137" y="145828"/>
                    <a:pt x="334137" y="148304"/>
                  </a:cubicBezTo>
                  <a:lnTo>
                    <a:pt x="334137" y="14830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8695372" y="2698908"/>
              <a:ext cx="51053" cy="51054"/>
            </a:xfrm>
            <a:custGeom>
              <a:rect b="b" l="l" r="r" t="t"/>
              <a:pathLst>
                <a:path extrusionOk="0" h="51054" w="51053">
                  <a:moveTo>
                    <a:pt x="25527" y="51054"/>
                  </a:moveTo>
                  <a:cubicBezTo>
                    <a:pt x="39624" y="51054"/>
                    <a:pt x="51054" y="39624"/>
                    <a:pt x="51054" y="25527"/>
                  </a:cubicBezTo>
                  <a:cubicBezTo>
                    <a:pt x="51054" y="11430"/>
                    <a:pt x="39624" y="0"/>
                    <a:pt x="25527" y="0"/>
                  </a:cubicBezTo>
                  <a:cubicBezTo>
                    <a:pt x="11430" y="0"/>
                    <a:pt x="0" y="11430"/>
                    <a:pt x="0" y="25527"/>
                  </a:cubicBezTo>
                  <a:cubicBezTo>
                    <a:pt x="0" y="39624"/>
                    <a:pt x="11430" y="51054"/>
                    <a:pt x="25527" y="51054"/>
                  </a:cubicBezTo>
                  <a:lnTo>
                    <a:pt x="25527" y="51054"/>
                  </a:lnTo>
                  <a:close/>
                  <a:moveTo>
                    <a:pt x="25527" y="11049"/>
                  </a:moveTo>
                  <a:cubicBezTo>
                    <a:pt x="33432" y="11049"/>
                    <a:pt x="39910" y="17526"/>
                    <a:pt x="39910" y="25432"/>
                  </a:cubicBezTo>
                  <a:cubicBezTo>
                    <a:pt x="39910" y="33338"/>
                    <a:pt x="33432" y="39815"/>
                    <a:pt x="25527" y="39815"/>
                  </a:cubicBezTo>
                  <a:cubicBezTo>
                    <a:pt x="17621" y="39815"/>
                    <a:pt x="11144" y="33338"/>
                    <a:pt x="11144" y="25432"/>
                  </a:cubicBezTo>
                  <a:cubicBezTo>
                    <a:pt x="11144" y="17526"/>
                    <a:pt x="17621" y="11049"/>
                    <a:pt x="25527" y="11049"/>
                  </a:cubicBezTo>
                  <a:lnTo>
                    <a:pt x="25527" y="110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8846533" y="2830353"/>
              <a:ext cx="51053" cy="51054"/>
            </a:xfrm>
            <a:custGeom>
              <a:rect b="b" l="l" r="r" t="t"/>
              <a:pathLst>
                <a:path extrusionOk="0" h="51054" w="51053">
                  <a:moveTo>
                    <a:pt x="25527" y="0"/>
                  </a:moveTo>
                  <a:cubicBezTo>
                    <a:pt x="11430" y="0"/>
                    <a:pt x="0" y="11430"/>
                    <a:pt x="0" y="25527"/>
                  </a:cubicBezTo>
                  <a:cubicBezTo>
                    <a:pt x="0" y="39624"/>
                    <a:pt x="11430" y="51054"/>
                    <a:pt x="25527" y="51054"/>
                  </a:cubicBezTo>
                  <a:cubicBezTo>
                    <a:pt x="39624" y="51054"/>
                    <a:pt x="51054" y="39624"/>
                    <a:pt x="51054" y="25527"/>
                  </a:cubicBezTo>
                  <a:cubicBezTo>
                    <a:pt x="51054" y="11430"/>
                    <a:pt x="39624" y="0"/>
                    <a:pt x="25527" y="0"/>
                  </a:cubicBezTo>
                  <a:lnTo>
                    <a:pt x="25527" y="0"/>
                  </a:lnTo>
                  <a:close/>
                  <a:moveTo>
                    <a:pt x="25527" y="40005"/>
                  </a:moveTo>
                  <a:cubicBezTo>
                    <a:pt x="17621" y="40005"/>
                    <a:pt x="11144" y="33528"/>
                    <a:pt x="11144" y="25622"/>
                  </a:cubicBezTo>
                  <a:cubicBezTo>
                    <a:pt x="11144" y="17717"/>
                    <a:pt x="17621" y="11240"/>
                    <a:pt x="25527" y="11240"/>
                  </a:cubicBezTo>
                  <a:cubicBezTo>
                    <a:pt x="33433" y="11240"/>
                    <a:pt x="39910" y="17717"/>
                    <a:pt x="39910" y="25622"/>
                  </a:cubicBezTo>
                  <a:cubicBezTo>
                    <a:pt x="39910" y="33528"/>
                    <a:pt x="33433" y="40005"/>
                    <a:pt x="25527" y="40005"/>
                  </a:cubicBezTo>
                  <a:lnTo>
                    <a:pt x="25527" y="400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8925400" y="2740628"/>
              <a:ext cx="51053" cy="51053"/>
            </a:xfrm>
            <a:custGeom>
              <a:rect b="b" l="l" r="r" t="t"/>
              <a:pathLst>
                <a:path extrusionOk="0" h="51053" w="51053">
                  <a:moveTo>
                    <a:pt x="51054" y="25527"/>
                  </a:moveTo>
                  <a:cubicBezTo>
                    <a:pt x="51054" y="11430"/>
                    <a:pt x="39624" y="0"/>
                    <a:pt x="25527" y="0"/>
                  </a:cubicBezTo>
                  <a:cubicBezTo>
                    <a:pt x="11430" y="0"/>
                    <a:pt x="0" y="11430"/>
                    <a:pt x="0" y="25527"/>
                  </a:cubicBezTo>
                  <a:cubicBezTo>
                    <a:pt x="0" y="39624"/>
                    <a:pt x="11430" y="51054"/>
                    <a:pt x="25527" y="51054"/>
                  </a:cubicBezTo>
                  <a:cubicBezTo>
                    <a:pt x="39624" y="51054"/>
                    <a:pt x="51054" y="39624"/>
                    <a:pt x="51054" y="25527"/>
                  </a:cubicBezTo>
                  <a:lnTo>
                    <a:pt x="51054" y="25527"/>
                  </a:lnTo>
                  <a:close/>
                  <a:moveTo>
                    <a:pt x="25432" y="39910"/>
                  </a:moveTo>
                  <a:cubicBezTo>
                    <a:pt x="17526" y="39910"/>
                    <a:pt x="11049" y="33433"/>
                    <a:pt x="11049" y="25527"/>
                  </a:cubicBezTo>
                  <a:cubicBezTo>
                    <a:pt x="11049" y="17621"/>
                    <a:pt x="17526" y="11144"/>
                    <a:pt x="25432" y="11144"/>
                  </a:cubicBezTo>
                  <a:cubicBezTo>
                    <a:pt x="33338" y="11144"/>
                    <a:pt x="39814" y="17621"/>
                    <a:pt x="39814" y="25527"/>
                  </a:cubicBezTo>
                  <a:cubicBezTo>
                    <a:pt x="39814" y="33433"/>
                    <a:pt x="33338" y="39910"/>
                    <a:pt x="25432" y="39910"/>
                  </a:cubicBezTo>
                  <a:lnTo>
                    <a:pt x="25432" y="399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8678226" y="2890647"/>
              <a:ext cx="38005" cy="66579"/>
            </a:xfrm>
            <a:custGeom>
              <a:rect b="b" l="l" r="r" t="t"/>
              <a:pathLst>
                <a:path extrusionOk="0" h="66579" w="38005">
                  <a:moveTo>
                    <a:pt x="19050" y="0"/>
                  </a:moveTo>
                  <a:cubicBezTo>
                    <a:pt x="16003" y="0"/>
                    <a:pt x="13431" y="2476"/>
                    <a:pt x="13431" y="5620"/>
                  </a:cubicBezTo>
                  <a:lnTo>
                    <a:pt x="13431" y="7715"/>
                  </a:lnTo>
                  <a:cubicBezTo>
                    <a:pt x="5811" y="8953"/>
                    <a:pt x="0" y="15430"/>
                    <a:pt x="0" y="23336"/>
                  </a:cubicBezTo>
                  <a:cubicBezTo>
                    <a:pt x="0" y="32099"/>
                    <a:pt x="7144" y="39243"/>
                    <a:pt x="15812" y="39243"/>
                  </a:cubicBezTo>
                  <a:lnTo>
                    <a:pt x="22003" y="39243"/>
                  </a:lnTo>
                  <a:cubicBezTo>
                    <a:pt x="24575" y="39243"/>
                    <a:pt x="26670" y="41338"/>
                    <a:pt x="26670" y="43910"/>
                  </a:cubicBezTo>
                  <a:cubicBezTo>
                    <a:pt x="26670" y="46482"/>
                    <a:pt x="24575" y="48577"/>
                    <a:pt x="22003" y="48577"/>
                  </a:cubicBezTo>
                  <a:lnTo>
                    <a:pt x="15812" y="48577"/>
                  </a:lnTo>
                  <a:cubicBezTo>
                    <a:pt x="13907" y="48577"/>
                    <a:pt x="12192" y="47434"/>
                    <a:pt x="11525" y="45720"/>
                  </a:cubicBezTo>
                  <a:cubicBezTo>
                    <a:pt x="10287" y="42863"/>
                    <a:pt x="7049" y="41529"/>
                    <a:pt x="4191" y="42767"/>
                  </a:cubicBezTo>
                  <a:cubicBezTo>
                    <a:pt x="1334" y="44005"/>
                    <a:pt x="0" y="47244"/>
                    <a:pt x="1238" y="50101"/>
                  </a:cubicBezTo>
                  <a:cubicBezTo>
                    <a:pt x="3429" y="55245"/>
                    <a:pt x="8001" y="58769"/>
                    <a:pt x="13335" y="59626"/>
                  </a:cubicBezTo>
                  <a:lnTo>
                    <a:pt x="13335" y="60960"/>
                  </a:lnTo>
                  <a:cubicBezTo>
                    <a:pt x="13335" y="64008"/>
                    <a:pt x="15812" y="66580"/>
                    <a:pt x="18955" y="66580"/>
                  </a:cubicBezTo>
                  <a:cubicBezTo>
                    <a:pt x="22098" y="66580"/>
                    <a:pt x="24575" y="64103"/>
                    <a:pt x="24575" y="60960"/>
                  </a:cubicBezTo>
                  <a:lnTo>
                    <a:pt x="24575" y="59626"/>
                  </a:lnTo>
                  <a:cubicBezTo>
                    <a:pt x="32195" y="58483"/>
                    <a:pt x="38005" y="51911"/>
                    <a:pt x="38005" y="44005"/>
                  </a:cubicBezTo>
                  <a:cubicBezTo>
                    <a:pt x="38005" y="35242"/>
                    <a:pt x="30861" y="28099"/>
                    <a:pt x="22098" y="28099"/>
                  </a:cubicBezTo>
                  <a:lnTo>
                    <a:pt x="15907" y="28099"/>
                  </a:lnTo>
                  <a:cubicBezTo>
                    <a:pt x="13335" y="28099"/>
                    <a:pt x="11240" y="26003"/>
                    <a:pt x="11240" y="23431"/>
                  </a:cubicBezTo>
                  <a:cubicBezTo>
                    <a:pt x="11240" y="20860"/>
                    <a:pt x="13335" y="18764"/>
                    <a:pt x="15907" y="18764"/>
                  </a:cubicBezTo>
                  <a:lnTo>
                    <a:pt x="22098" y="18764"/>
                  </a:lnTo>
                  <a:cubicBezTo>
                    <a:pt x="23622" y="18764"/>
                    <a:pt x="25146" y="19526"/>
                    <a:pt x="26004" y="20860"/>
                  </a:cubicBezTo>
                  <a:cubicBezTo>
                    <a:pt x="27718" y="23431"/>
                    <a:pt x="31242" y="24098"/>
                    <a:pt x="33719" y="22384"/>
                  </a:cubicBezTo>
                  <a:cubicBezTo>
                    <a:pt x="36290" y="20669"/>
                    <a:pt x="36957" y="17145"/>
                    <a:pt x="35243" y="14668"/>
                  </a:cubicBezTo>
                  <a:cubicBezTo>
                    <a:pt x="32766" y="10954"/>
                    <a:pt x="28861" y="8572"/>
                    <a:pt x="24575" y="7906"/>
                  </a:cubicBezTo>
                  <a:lnTo>
                    <a:pt x="24575" y="5810"/>
                  </a:lnTo>
                  <a:cubicBezTo>
                    <a:pt x="24575" y="2762"/>
                    <a:pt x="22098" y="190"/>
                    <a:pt x="18955" y="190"/>
                  </a:cubicBezTo>
                  <a:lnTo>
                    <a:pt x="18955" y="1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8645096" y="2870072"/>
              <a:ext cx="105806" cy="107441"/>
            </a:xfrm>
            <a:custGeom>
              <a:rect b="b" l="l" r="r" t="t"/>
              <a:pathLst>
                <a:path extrusionOk="0" h="107441" w="105806">
                  <a:moveTo>
                    <a:pt x="52180" y="95"/>
                  </a:moveTo>
                  <a:cubicBezTo>
                    <a:pt x="27702" y="95"/>
                    <a:pt x="6365" y="16573"/>
                    <a:pt x="174" y="40196"/>
                  </a:cubicBezTo>
                  <a:cubicBezTo>
                    <a:pt x="-588" y="43148"/>
                    <a:pt x="1222" y="46196"/>
                    <a:pt x="4175" y="46958"/>
                  </a:cubicBezTo>
                  <a:cubicBezTo>
                    <a:pt x="7127" y="47720"/>
                    <a:pt x="10175" y="45910"/>
                    <a:pt x="10938" y="42958"/>
                  </a:cubicBezTo>
                  <a:cubicBezTo>
                    <a:pt x="15795" y="24289"/>
                    <a:pt x="32750" y="11144"/>
                    <a:pt x="52086" y="11144"/>
                  </a:cubicBezTo>
                  <a:cubicBezTo>
                    <a:pt x="75517" y="11144"/>
                    <a:pt x="94662" y="30194"/>
                    <a:pt x="94662" y="53721"/>
                  </a:cubicBezTo>
                  <a:cubicBezTo>
                    <a:pt x="94662" y="77248"/>
                    <a:pt x="75612" y="96298"/>
                    <a:pt x="52086" y="96298"/>
                  </a:cubicBezTo>
                  <a:cubicBezTo>
                    <a:pt x="32940" y="96298"/>
                    <a:pt x="15986" y="83344"/>
                    <a:pt x="11033" y="64865"/>
                  </a:cubicBezTo>
                  <a:cubicBezTo>
                    <a:pt x="10271" y="61913"/>
                    <a:pt x="7127" y="60103"/>
                    <a:pt x="4175" y="60960"/>
                  </a:cubicBezTo>
                  <a:cubicBezTo>
                    <a:pt x="1222" y="61722"/>
                    <a:pt x="-588" y="64865"/>
                    <a:pt x="270" y="67818"/>
                  </a:cubicBezTo>
                  <a:cubicBezTo>
                    <a:pt x="6556" y="91154"/>
                    <a:pt x="27892" y="107442"/>
                    <a:pt x="52086" y="107442"/>
                  </a:cubicBezTo>
                  <a:cubicBezTo>
                    <a:pt x="81708" y="107442"/>
                    <a:pt x="105806" y="83344"/>
                    <a:pt x="105806" y="53721"/>
                  </a:cubicBezTo>
                  <a:cubicBezTo>
                    <a:pt x="105806" y="24098"/>
                    <a:pt x="81708" y="0"/>
                    <a:pt x="52086" y="0"/>
                  </a:cubicBezTo>
                  <a:lnTo>
                    <a:pt x="520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4" name="Google Shape;414;p21"/>
          <p:cNvSpPr txBox="1"/>
          <p:nvPr/>
        </p:nvSpPr>
        <p:spPr>
          <a:xfrm>
            <a:off x="6902404" y="3927739"/>
            <a:ext cx="17889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5" name="Google Shape;415;p21"/>
          <p:cNvSpPr txBox="1"/>
          <p:nvPr/>
        </p:nvSpPr>
        <p:spPr>
          <a:xfrm>
            <a:off x="6902404" y="1036497"/>
            <a:ext cx="17889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6" name="Google Shape;416;p21"/>
          <p:cNvSpPr txBox="1"/>
          <p:nvPr/>
        </p:nvSpPr>
        <p:spPr>
          <a:xfrm>
            <a:off x="6902400" y="2482118"/>
            <a:ext cx="17889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Moon is Earth’s only natural satellite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7" name="Google Shape;417;p21"/>
          <p:cNvSpPr txBox="1"/>
          <p:nvPr/>
        </p:nvSpPr>
        <p:spPr>
          <a:xfrm>
            <a:off x="6220200" y="1036497"/>
            <a:ext cx="682200" cy="593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>
            <a:off x="6220200" y="2392074"/>
            <a:ext cx="682200" cy="593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9" name="Google Shape;419;p21"/>
          <p:cNvSpPr txBox="1"/>
          <p:nvPr/>
        </p:nvSpPr>
        <p:spPr>
          <a:xfrm>
            <a:off x="6220200" y="3927739"/>
            <a:ext cx="682200" cy="593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420" name="Google Shape;420;p21"/>
          <p:cNvCxnSpPr>
            <a:stCxn id="417" idx="2"/>
            <a:endCxn id="418" idx="0"/>
          </p:cNvCxnSpPr>
          <p:nvPr/>
        </p:nvCxnSpPr>
        <p:spPr>
          <a:xfrm>
            <a:off x="6561300" y="1629897"/>
            <a:ext cx="0" cy="7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  <p:cxnSp>
        <p:nvCxnSpPr>
          <p:cNvPr id="421" name="Google Shape;421;p21"/>
          <p:cNvCxnSpPr>
            <a:stCxn id="418" idx="2"/>
            <a:endCxn id="419" idx="0"/>
          </p:cNvCxnSpPr>
          <p:nvPr/>
        </p:nvCxnSpPr>
        <p:spPr>
          <a:xfrm>
            <a:off x="6561300" y="2985474"/>
            <a:ext cx="0" cy="9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Stock Market Infographics</a:t>
            </a:r>
            <a:endParaRPr/>
          </a:p>
        </p:txBody>
      </p:sp>
      <p:sp>
        <p:nvSpPr>
          <p:cNvPr id="427" name="Google Shape;427;p22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2725417" y="1653450"/>
            <a:ext cx="613200" cy="61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5805367" y="1653450"/>
            <a:ext cx="613200" cy="61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30" name="Google Shape;430;p22"/>
          <p:cNvCxnSpPr/>
          <p:nvPr/>
        </p:nvCxnSpPr>
        <p:spPr>
          <a:xfrm>
            <a:off x="4572000" y="1138850"/>
            <a:ext cx="0" cy="3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431" name="Google Shape;431;p22" title="Chart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8574" y="1125475"/>
            <a:ext cx="2272876" cy="3271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2" title="Chart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550" y="1125475"/>
            <a:ext cx="2272868" cy="327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2"/>
          <p:cNvSpPr txBox="1"/>
          <p:nvPr/>
        </p:nvSpPr>
        <p:spPr>
          <a:xfrm>
            <a:off x="457200" y="4396600"/>
            <a:ext cx="8238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 the link in the graph to modify its data and then paste the new one here. </a:t>
            </a:r>
            <a:r>
              <a:rPr lang="en" sz="1000" u="sng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click here</a:t>
            </a:r>
            <a:endParaRPr sz="1000" u="sng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2725425" y="2753850"/>
            <a:ext cx="16395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extremely hot, even more than Mercury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>
            <a:off x="4779049" y="2753850"/>
            <a:ext cx="16395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actually a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4779058" y="2495250"/>
            <a:ext cx="1639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>
            <a:off x="2725425" y="2495250"/>
            <a:ext cx="1639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38" name="Google Shape;438;p22"/>
          <p:cNvGrpSpPr/>
          <p:nvPr/>
        </p:nvGrpSpPr>
        <p:grpSpPr>
          <a:xfrm>
            <a:off x="5924811" y="1746833"/>
            <a:ext cx="374336" cy="426429"/>
            <a:chOff x="8646032" y="4438459"/>
            <a:chExt cx="334707" cy="381285"/>
          </a:xfrm>
        </p:grpSpPr>
        <p:sp>
          <p:nvSpPr>
            <p:cNvPr id="439" name="Google Shape;439;p22"/>
            <p:cNvSpPr/>
            <p:nvPr/>
          </p:nvSpPr>
          <p:spPr>
            <a:xfrm>
              <a:off x="8789383" y="4557331"/>
              <a:ext cx="191356" cy="262413"/>
            </a:xfrm>
            <a:custGeom>
              <a:rect b="b" l="l" r="r" t="t"/>
              <a:pathLst>
                <a:path extrusionOk="0" h="262413" w="191356">
                  <a:moveTo>
                    <a:pt x="178308" y="0"/>
                  </a:moveTo>
                  <a:lnTo>
                    <a:pt x="127730" y="0"/>
                  </a:lnTo>
                  <a:cubicBezTo>
                    <a:pt x="124682" y="0"/>
                    <a:pt x="122111" y="2477"/>
                    <a:pt x="122111" y="5620"/>
                  </a:cubicBezTo>
                  <a:cubicBezTo>
                    <a:pt x="122111" y="8763"/>
                    <a:pt x="124587" y="11240"/>
                    <a:pt x="127730" y="11240"/>
                  </a:cubicBezTo>
                  <a:lnTo>
                    <a:pt x="178308" y="11240"/>
                  </a:lnTo>
                  <a:cubicBezTo>
                    <a:pt x="179355" y="11240"/>
                    <a:pt x="180213" y="12097"/>
                    <a:pt x="180213" y="13049"/>
                  </a:cubicBezTo>
                  <a:lnTo>
                    <a:pt x="180213" y="194882"/>
                  </a:lnTo>
                  <a:lnTo>
                    <a:pt x="136874" y="194882"/>
                  </a:lnTo>
                  <a:cubicBezTo>
                    <a:pt x="129730" y="194882"/>
                    <a:pt x="123825" y="200692"/>
                    <a:pt x="123825" y="207931"/>
                  </a:cubicBezTo>
                  <a:lnTo>
                    <a:pt x="123825" y="251270"/>
                  </a:lnTo>
                  <a:lnTo>
                    <a:pt x="13049" y="251270"/>
                  </a:lnTo>
                  <a:cubicBezTo>
                    <a:pt x="12002" y="251270"/>
                    <a:pt x="11239" y="250412"/>
                    <a:pt x="11239" y="249365"/>
                  </a:cubicBezTo>
                  <a:lnTo>
                    <a:pt x="11239" y="197739"/>
                  </a:lnTo>
                  <a:cubicBezTo>
                    <a:pt x="11239" y="194691"/>
                    <a:pt x="8763" y="192119"/>
                    <a:pt x="5619" y="192119"/>
                  </a:cubicBezTo>
                  <a:cubicBezTo>
                    <a:pt x="2477" y="192119"/>
                    <a:pt x="0" y="194596"/>
                    <a:pt x="0" y="197739"/>
                  </a:cubicBezTo>
                  <a:lnTo>
                    <a:pt x="0" y="249365"/>
                  </a:lnTo>
                  <a:cubicBezTo>
                    <a:pt x="0" y="256508"/>
                    <a:pt x="5810" y="262414"/>
                    <a:pt x="13049" y="262414"/>
                  </a:cubicBezTo>
                  <a:lnTo>
                    <a:pt x="129444" y="262414"/>
                  </a:lnTo>
                  <a:cubicBezTo>
                    <a:pt x="130969" y="262414"/>
                    <a:pt x="132302" y="261842"/>
                    <a:pt x="133350" y="260795"/>
                  </a:cubicBezTo>
                  <a:lnTo>
                    <a:pt x="189738" y="204407"/>
                  </a:lnTo>
                  <a:cubicBezTo>
                    <a:pt x="190785" y="203359"/>
                    <a:pt x="191357" y="201930"/>
                    <a:pt x="191357" y="200501"/>
                  </a:cubicBezTo>
                  <a:lnTo>
                    <a:pt x="191357" y="13145"/>
                  </a:lnTo>
                  <a:cubicBezTo>
                    <a:pt x="191357" y="6001"/>
                    <a:pt x="185547" y="95"/>
                    <a:pt x="178308" y="95"/>
                  </a:cubicBezTo>
                  <a:lnTo>
                    <a:pt x="178308" y="95"/>
                  </a:lnTo>
                  <a:close/>
                  <a:moveTo>
                    <a:pt x="136779" y="205930"/>
                  </a:moveTo>
                  <a:lnTo>
                    <a:pt x="172212" y="205930"/>
                  </a:lnTo>
                  <a:lnTo>
                    <a:pt x="134874" y="243269"/>
                  </a:lnTo>
                  <a:lnTo>
                    <a:pt x="134874" y="207836"/>
                  </a:lnTo>
                  <a:cubicBezTo>
                    <a:pt x="134874" y="206788"/>
                    <a:pt x="135731" y="206026"/>
                    <a:pt x="136684" y="206026"/>
                  </a:cubicBezTo>
                  <a:lnTo>
                    <a:pt x="136684" y="206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8646032" y="4438459"/>
              <a:ext cx="258984" cy="297370"/>
            </a:xfrm>
            <a:custGeom>
              <a:rect b="b" l="l" r="r" t="t"/>
              <a:pathLst>
                <a:path extrusionOk="0" h="297370" w="258984">
                  <a:moveTo>
                    <a:pt x="143352" y="291751"/>
                  </a:moveTo>
                  <a:cubicBezTo>
                    <a:pt x="143352" y="294799"/>
                    <a:pt x="145828" y="297371"/>
                    <a:pt x="148971" y="297371"/>
                  </a:cubicBezTo>
                  <a:cubicBezTo>
                    <a:pt x="152115" y="297371"/>
                    <a:pt x="154591" y="294894"/>
                    <a:pt x="154591" y="291751"/>
                  </a:cubicBezTo>
                  <a:lnTo>
                    <a:pt x="154591" y="262604"/>
                  </a:lnTo>
                  <a:lnTo>
                    <a:pt x="178308" y="262604"/>
                  </a:lnTo>
                  <a:cubicBezTo>
                    <a:pt x="185452" y="262604"/>
                    <a:pt x="191358" y="256794"/>
                    <a:pt x="191358" y="249555"/>
                  </a:cubicBezTo>
                  <a:lnTo>
                    <a:pt x="191358" y="191548"/>
                  </a:lnTo>
                  <a:lnTo>
                    <a:pt x="212217" y="191548"/>
                  </a:lnTo>
                  <a:cubicBezTo>
                    <a:pt x="215265" y="191548"/>
                    <a:pt x="217837" y="189071"/>
                    <a:pt x="217837" y="185928"/>
                  </a:cubicBezTo>
                  <a:cubicBezTo>
                    <a:pt x="217837" y="182785"/>
                    <a:pt x="215361" y="180308"/>
                    <a:pt x="212217" y="180308"/>
                  </a:cubicBezTo>
                  <a:lnTo>
                    <a:pt x="191358" y="180308"/>
                  </a:lnTo>
                  <a:lnTo>
                    <a:pt x="191358" y="171641"/>
                  </a:lnTo>
                  <a:lnTo>
                    <a:pt x="253365" y="171641"/>
                  </a:lnTo>
                  <a:cubicBezTo>
                    <a:pt x="256413" y="171641"/>
                    <a:pt x="258985" y="169164"/>
                    <a:pt x="258985" y="166021"/>
                  </a:cubicBezTo>
                  <a:cubicBezTo>
                    <a:pt x="258985" y="162877"/>
                    <a:pt x="256509" y="160401"/>
                    <a:pt x="253365" y="160401"/>
                  </a:cubicBezTo>
                  <a:lnTo>
                    <a:pt x="191358" y="160401"/>
                  </a:lnTo>
                  <a:lnTo>
                    <a:pt x="191358" y="129826"/>
                  </a:lnTo>
                  <a:lnTo>
                    <a:pt x="246412" y="129826"/>
                  </a:lnTo>
                  <a:cubicBezTo>
                    <a:pt x="249460" y="129826"/>
                    <a:pt x="252032" y="127349"/>
                    <a:pt x="252032" y="124206"/>
                  </a:cubicBezTo>
                  <a:cubicBezTo>
                    <a:pt x="252032" y="121063"/>
                    <a:pt x="249555" y="118586"/>
                    <a:pt x="246412" y="118586"/>
                  </a:cubicBezTo>
                  <a:lnTo>
                    <a:pt x="191358" y="118586"/>
                  </a:lnTo>
                  <a:lnTo>
                    <a:pt x="191358" y="61913"/>
                  </a:lnTo>
                  <a:cubicBezTo>
                    <a:pt x="191358" y="60389"/>
                    <a:pt x="190786" y="59055"/>
                    <a:pt x="189738" y="58007"/>
                  </a:cubicBezTo>
                  <a:lnTo>
                    <a:pt x="133350" y="1619"/>
                  </a:lnTo>
                  <a:cubicBezTo>
                    <a:pt x="132302" y="571"/>
                    <a:pt x="130874" y="0"/>
                    <a:pt x="129445" y="0"/>
                  </a:cubicBezTo>
                  <a:lnTo>
                    <a:pt x="13050" y="0"/>
                  </a:lnTo>
                  <a:cubicBezTo>
                    <a:pt x="5906" y="0"/>
                    <a:pt x="0" y="5810"/>
                    <a:pt x="0" y="13049"/>
                  </a:cubicBezTo>
                  <a:lnTo>
                    <a:pt x="0" y="249365"/>
                  </a:lnTo>
                  <a:cubicBezTo>
                    <a:pt x="0" y="256508"/>
                    <a:pt x="5811" y="262414"/>
                    <a:pt x="13050" y="262414"/>
                  </a:cubicBezTo>
                  <a:lnTo>
                    <a:pt x="143447" y="262414"/>
                  </a:lnTo>
                  <a:lnTo>
                    <a:pt x="143447" y="291560"/>
                  </a:lnTo>
                  <a:close/>
                  <a:moveTo>
                    <a:pt x="134874" y="19241"/>
                  </a:moveTo>
                  <a:lnTo>
                    <a:pt x="172212" y="56579"/>
                  </a:lnTo>
                  <a:lnTo>
                    <a:pt x="136779" y="56579"/>
                  </a:lnTo>
                  <a:cubicBezTo>
                    <a:pt x="135731" y="56579"/>
                    <a:pt x="134970" y="55721"/>
                    <a:pt x="134970" y="54674"/>
                  </a:cubicBezTo>
                  <a:lnTo>
                    <a:pt x="134970" y="19241"/>
                  </a:lnTo>
                  <a:close/>
                  <a:moveTo>
                    <a:pt x="11049" y="249555"/>
                  </a:moveTo>
                  <a:lnTo>
                    <a:pt x="11049" y="13240"/>
                  </a:lnTo>
                  <a:cubicBezTo>
                    <a:pt x="11049" y="12192"/>
                    <a:pt x="11906" y="11335"/>
                    <a:pt x="12954" y="11335"/>
                  </a:cubicBezTo>
                  <a:lnTo>
                    <a:pt x="123730" y="11335"/>
                  </a:lnTo>
                  <a:lnTo>
                    <a:pt x="123730" y="54674"/>
                  </a:lnTo>
                  <a:cubicBezTo>
                    <a:pt x="123730" y="61817"/>
                    <a:pt x="129540" y="67723"/>
                    <a:pt x="136779" y="67723"/>
                  </a:cubicBezTo>
                  <a:lnTo>
                    <a:pt x="180118" y="67723"/>
                  </a:lnTo>
                  <a:lnTo>
                    <a:pt x="180118" y="249555"/>
                  </a:lnTo>
                  <a:cubicBezTo>
                    <a:pt x="180118" y="250603"/>
                    <a:pt x="179261" y="251365"/>
                    <a:pt x="178308" y="251365"/>
                  </a:cubicBezTo>
                  <a:lnTo>
                    <a:pt x="12954" y="251365"/>
                  </a:lnTo>
                  <a:cubicBezTo>
                    <a:pt x="11906" y="251365"/>
                    <a:pt x="11049" y="250508"/>
                    <a:pt x="11049" y="249555"/>
                  </a:cubicBezTo>
                  <a:lnTo>
                    <a:pt x="11049" y="2495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8817292" y="4746783"/>
              <a:ext cx="81533" cy="11239"/>
            </a:xfrm>
            <a:custGeom>
              <a:rect b="b" l="l" r="r" t="t"/>
              <a:pathLst>
                <a:path extrusionOk="0" h="11239" w="81533">
                  <a:moveTo>
                    <a:pt x="75914" y="0"/>
                  </a:move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75914" y="11239"/>
                  </a:lnTo>
                  <a:cubicBezTo>
                    <a:pt x="78962" y="11239"/>
                    <a:pt x="81534" y="8763"/>
                    <a:pt x="81534" y="5620"/>
                  </a:cubicBezTo>
                  <a:cubicBezTo>
                    <a:pt x="81534" y="2476"/>
                    <a:pt x="79057" y="0"/>
                    <a:pt x="75914" y="0"/>
                  </a:cubicBezTo>
                  <a:lnTo>
                    <a:pt x="759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2"/>
            <p:cNvSpPr/>
            <p:nvPr/>
          </p:nvSpPr>
          <p:spPr>
            <a:xfrm>
              <a:off x="8869108" y="4768024"/>
              <a:ext cx="29717" cy="11239"/>
            </a:xfrm>
            <a:custGeom>
              <a:rect b="b" l="l" r="r" t="t"/>
              <a:pathLst>
                <a:path extrusionOk="0" h="11239" w="29717">
                  <a:moveTo>
                    <a:pt x="24098" y="0"/>
                  </a:move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24098" y="11240"/>
                  </a:lnTo>
                  <a:cubicBezTo>
                    <a:pt x="27146" y="11240"/>
                    <a:pt x="29718" y="8763"/>
                    <a:pt x="29718" y="5620"/>
                  </a:cubicBezTo>
                  <a:cubicBezTo>
                    <a:pt x="29718" y="2477"/>
                    <a:pt x="27241" y="0"/>
                    <a:pt x="24098" y="0"/>
                  </a:cubicBezTo>
                  <a:lnTo>
                    <a:pt x="240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8817292" y="4768024"/>
              <a:ext cx="41528" cy="11239"/>
            </a:xfrm>
            <a:custGeom>
              <a:rect b="b" l="l" r="r" t="t"/>
              <a:pathLst>
                <a:path extrusionOk="0" h="11239" w="41528">
                  <a:moveTo>
                    <a:pt x="5619" y="0"/>
                  </a:move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35909" y="11240"/>
                  </a:lnTo>
                  <a:cubicBezTo>
                    <a:pt x="38957" y="11240"/>
                    <a:pt x="41529" y="8763"/>
                    <a:pt x="41529" y="5620"/>
                  </a:cubicBezTo>
                  <a:cubicBezTo>
                    <a:pt x="41529" y="2477"/>
                    <a:pt x="39052" y="0"/>
                    <a:pt x="35909" y="0"/>
                  </a:cubicBezTo>
                  <a:lnTo>
                    <a:pt x="5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2"/>
            <p:cNvSpPr/>
            <p:nvPr/>
          </p:nvSpPr>
          <p:spPr>
            <a:xfrm>
              <a:off x="8707468" y="4520279"/>
              <a:ext cx="37147" cy="64674"/>
            </a:xfrm>
            <a:custGeom>
              <a:rect b="b" l="l" r="r" t="t"/>
              <a:pathLst>
                <a:path extrusionOk="0" h="64674" w="37147">
                  <a:moveTo>
                    <a:pt x="18574" y="0"/>
                  </a:moveTo>
                  <a:cubicBezTo>
                    <a:pt x="15526" y="0"/>
                    <a:pt x="12954" y="2476"/>
                    <a:pt x="12954" y="5620"/>
                  </a:cubicBezTo>
                  <a:lnTo>
                    <a:pt x="12954" y="7525"/>
                  </a:lnTo>
                  <a:cubicBezTo>
                    <a:pt x="5620" y="8763"/>
                    <a:pt x="0" y="15145"/>
                    <a:pt x="0" y="22765"/>
                  </a:cubicBezTo>
                  <a:cubicBezTo>
                    <a:pt x="0" y="31337"/>
                    <a:pt x="6954" y="38290"/>
                    <a:pt x="15526" y="38290"/>
                  </a:cubicBezTo>
                  <a:lnTo>
                    <a:pt x="21527" y="38290"/>
                  </a:lnTo>
                  <a:cubicBezTo>
                    <a:pt x="23908" y="38290"/>
                    <a:pt x="25908" y="40291"/>
                    <a:pt x="25908" y="42672"/>
                  </a:cubicBezTo>
                  <a:cubicBezTo>
                    <a:pt x="25908" y="45053"/>
                    <a:pt x="23908" y="47054"/>
                    <a:pt x="21527" y="47054"/>
                  </a:cubicBezTo>
                  <a:lnTo>
                    <a:pt x="15526" y="47054"/>
                  </a:lnTo>
                  <a:cubicBezTo>
                    <a:pt x="13811" y="47054"/>
                    <a:pt x="12192" y="46006"/>
                    <a:pt x="11525" y="44387"/>
                  </a:cubicBezTo>
                  <a:cubicBezTo>
                    <a:pt x="10287" y="41529"/>
                    <a:pt x="7048" y="40196"/>
                    <a:pt x="4191" y="41434"/>
                  </a:cubicBezTo>
                  <a:cubicBezTo>
                    <a:pt x="1334" y="42672"/>
                    <a:pt x="0" y="45911"/>
                    <a:pt x="1238" y="48768"/>
                  </a:cubicBezTo>
                  <a:cubicBezTo>
                    <a:pt x="3334" y="53721"/>
                    <a:pt x="7811" y="57150"/>
                    <a:pt x="12954" y="58007"/>
                  </a:cubicBezTo>
                  <a:lnTo>
                    <a:pt x="12954" y="59055"/>
                  </a:lnTo>
                  <a:cubicBezTo>
                    <a:pt x="12954" y="62103"/>
                    <a:pt x="15430" y="64675"/>
                    <a:pt x="18574" y="64675"/>
                  </a:cubicBezTo>
                  <a:cubicBezTo>
                    <a:pt x="21717" y="64675"/>
                    <a:pt x="24194" y="62198"/>
                    <a:pt x="24194" y="59055"/>
                  </a:cubicBezTo>
                  <a:lnTo>
                    <a:pt x="24194" y="57912"/>
                  </a:lnTo>
                  <a:cubicBezTo>
                    <a:pt x="31528" y="56674"/>
                    <a:pt x="37148" y="50292"/>
                    <a:pt x="37148" y="42672"/>
                  </a:cubicBezTo>
                  <a:cubicBezTo>
                    <a:pt x="37148" y="34099"/>
                    <a:pt x="30195" y="27146"/>
                    <a:pt x="21622" y="27146"/>
                  </a:cubicBezTo>
                  <a:lnTo>
                    <a:pt x="15621" y="27146"/>
                  </a:lnTo>
                  <a:cubicBezTo>
                    <a:pt x="13240" y="27146"/>
                    <a:pt x="11239" y="25146"/>
                    <a:pt x="11239" y="22765"/>
                  </a:cubicBezTo>
                  <a:cubicBezTo>
                    <a:pt x="11239" y="20383"/>
                    <a:pt x="13240" y="18383"/>
                    <a:pt x="15621" y="18383"/>
                  </a:cubicBezTo>
                  <a:lnTo>
                    <a:pt x="21622" y="18383"/>
                  </a:lnTo>
                  <a:cubicBezTo>
                    <a:pt x="23051" y="18383"/>
                    <a:pt x="24384" y="19145"/>
                    <a:pt x="25241" y="20288"/>
                  </a:cubicBezTo>
                  <a:cubicBezTo>
                    <a:pt x="26956" y="22860"/>
                    <a:pt x="30480" y="23527"/>
                    <a:pt x="32957" y="21812"/>
                  </a:cubicBezTo>
                  <a:cubicBezTo>
                    <a:pt x="35529" y="20098"/>
                    <a:pt x="36195" y="16573"/>
                    <a:pt x="34480" y="14097"/>
                  </a:cubicBezTo>
                  <a:cubicBezTo>
                    <a:pt x="32099" y="10573"/>
                    <a:pt x="28385" y="8191"/>
                    <a:pt x="24194" y="7525"/>
                  </a:cubicBezTo>
                  <a:lnTo>
                    <a:pt x="24194" y="5620"/>
                  </a:lnTo>
                  <a:cubicBezTo>
                    <a:pt x="24194" y="2572"/>
                    <a:pt x="21717" y="0"/>
                    <a:pt x="18574" y="0"/>
                  </a:cubicBezTo>
                  <a:lnTo>
                    <a:pt x="185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2"/>
            <p:cNvSpPr/>
            <p:nvPr/>
          </p:nvSpPr>
          <p:spPr>
            <a:xfrm>
              <a:off x="8673940" y="4500467"/>
              <a:ext cx="104298" cy="104203"/>
            </a:xfrm>
            <a:custGeom>
              <a:rect b="b" l="l" r="r" t="t"/>
              <a:pathLst>
                <a:path extrusionOk="0" h="104203" w="104298">
                  <a:moveTo>
                    <a:pt x="52101" y="0"/>
                  </a:moveTo>
                  <a:cubicBezTo>
                    <a:pt x="23336" y="0"/>
                    <a:pt x="0" y="23336"/>
                    <a:pt x="0" y="52102"/>
                  </a:cubicBezTo>
                  <a:cubicBezTo>
                    <a:pt x="0" y="61722"/>
                    <a:pt x="2667" y="71247"/>
                    <a:pt x="7715" y="79438"/>
                  </a:cubicBezTo>
                  <a:cubicBezTo>
                    <a:pt x="9334" y="82105"/>
                    <a:pt x="12763" y="82868"/>
                    <a:pt x="15430" y="81248"/>
                  </a:cubicBezTo>
                  <a:cubicBezTo>
                    <a:pt x="18097" y="79629"/>
                    <a:pt x="18859" y="76200"/>
                    <a:pt x="17240" y="73533"/>
                  </a:cubicBezTo>
                  <a:cubicBezTo>
                    <a:pt x="13239" y="67056"/>
                    <a:pt x="11144" y="59722"/>
                    <a:pt x="11144" y="52102"/>
                  </a:cubicBezTo>
                  <a:cubicBezTo>
                    <a:pt x="11144" y="29528"/>
                    <a:pt x="29527" y="11144"/>
                    <a:pt x="52101" y="11144"/>
                  </a:cubicBezTo>
                  <a:cubicBezTo>
                    <a:pt x="74676" y="11144"/>
                    <a:pt x="93059" y="29528"/>
                    <a:pt x="93059" y="52102"/>
                  </a:cubicBezTo>
                  <a:cubicBezTo>
                    <a:pt x="93059" y="74676"/>
                    <a:pt x="74676" y="93059"/>
                    <a:pt x="52101" y="93059"/>
                  </a:cubicBezTo>
                  <a:cubicBezTo>
                    <a:pt x="45434" y="93059"/>
                    <a:pt x="39052" y="91535"/>
                    <a:pt x="33242" y="88392"/>
                  </a:cubicBezTo>
                  <a:cubicBezTo>
                    <a:pt x="30480" y="86963"/>
                    <a:pt x="27146" y="88011"/>
                    <a:pt x="25717" y="90773"/>
                  </a:cubicBezTo>
                  <a:cubicBezTo>
                    <a:pt x="24289" y="93536"/>
                    <a:pt x="25336" y="96869"/>
                    <a:pt x="28098" y="98298"/>
                  </a:cubicBezTo>
                  <a:cubicBezTo>
                    <a:pt x="35528" y="102108"/>
                    <a:pt x="43815" y="104204"/>
                    <a:pt x="52197" y="104204"/>
                  </a:cubicBezTo>
                  <a:cubicBezTo>
                    <a:pt x="80963" y="104204"/>
                    <a:pt x="104298" y="80867"/>
                    <a:pt x="104298" y="52102"/>
                  </a:cubicBezTo>
                  <a:cubicBezTo>
                    <a:pt x="104298" y="23336"/>
                    <a:pt x="80963" y="0"/>
                    <a:pt x="52197" y="0"/>
                  </a:cubicBezTo>
                  <a:lnTo>
                    <a:pt x="521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2"/>
            <p:cNvSpPr/>
            <p:nvPr/>
          </p:nvSpPr>
          <p:spPr>
            <a:xfrm>
              <a:off x="8789955" y="4547044"/>
              <a:ext cx="19335" cy="11144"/>
            </a:xfrm>
            <a:custGeom>
              <a:rect b="b" l="l" r="r" t="t"/>
              <a:pathLst>
                <a:path extrusionOk="0" h="11144" w="19335">
                  <a:moveTo>
                    <a:pt x="5619" y="0"/>
                  </a:moveTo>
                  <a:lnTo>
                    <a:pt x="5619" y="0"/>
                  </a:lnTo>
                  <a:cubicBezTo>
                    <a:pt x="2571" y="0"/>
                    <a:pt x="95" y="2477"/>
                    <a:pt x="0" y="5524"/>
                  </a:cubicBezTo>
                  <a:cubicBezTo>
                    <a:pt x="0" y="8572"/>
                    <a:pt x="2477" y="11144"/>
                    <a:pt x="5524" y="11144"/>
                  </a:cubicBezTo>
                  <a:lnTo>
                    <a:pt x="13716" y="11144"/>
                  </a:lnTo>
                  <a:cubicBezTo>
                    <a:pt x="13716" y="11144"/>
                    <a:pt x="13716" y="11144"/>
                    <a:pt x="13716" y="11144"/>
                  </a:cubicBezTo>
                  <a:cubicBezTo>
                    <a:pt x="16764" y="11144"/>
                    <a:pt x="19240" y="8668"/>
                    <a:pt x="19335" y="5620"/>
                  </a:cubicBezTo>
                  <a:cubicBezTo>
                    <a:pt x="19335" y="2572"/>
                    <a:pt x="16859" y="0"/>
                    <a:pt x="13811" y="0"/>
                  </a:cubicBezTo>
                  <a:lnTo>
                    <a:pt x="5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8786469" y="4522317"/>
              <a:ext cx="18306" cy="15487"/>
            </a:xfrm>
            <a:custGeom>
              <a:rect b="b" l="l" r="r" t="t"/>
              <a:pathLst>
                <a:path extrusionOk="0" h="15487" w="18306">
                  <a:moveTo>
                    <a:pt x="5582" y="15392"/>
                  </a:moveTo>
                  <a:cubicBezTo>
                    <a:pt x="6534" y="15392"/>
                    <a:pt x="7582" y="15106"/>
                    <a:pt x="8439" y="14630"/>
                  </a:cubicBezTo>
                  <a:lnTo>
                    <a:pt x="15583" y="10344"/>
                  </a:lnTo>
                  <a:cubicBezTo>
                    <a:pt x="18250" y="8725"/>
                    <a:pt x="19107" y="5296"/>
                    <a:pt x="17488" y="2724"/>
                  </a:cubicBezTo>
                  <a:cubicBezTo>
                    <a:pt x="15869" y="57"/>
                    <a:pt x="12440" y="-800"/>
                    <a:pt x="9868" y="819"/>
                  </a:cubicBezTo>
                  <a:lnTo>
                    <a:pt x="2724" y="5105"/>
                  </a:lnTo>
                  <a:cubicBezTo>
                    <a:pt x="57" y="6724"/>
                    <a:pt x="-800" y="10154"/>
                    <a:pt x="819" y="12725"/>
                  </a:cubicBezTo>
                  <a:cubicBezTo>
                    <a:pt x="1867" y="14440"/>
                    <a:pt x="3676" y="15488"/>
                    <a:pt x="5582" y="15488"/>
                  </a:cubicBezTo>
                  <a:lnTo>
                    <a:pt x="5582" y="154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2"/>
            <p:cNvSpPr/>
            <p:nvPr/>
          </p:nvSpPr>
          <p:spPr>
            <a:xfrm>
              <a:off x="8786373" y="4567466"/>
              <a:ext cx="18211" cy="15392"/>
            </a:xfrm>
            <a:custGeom>
              <a:rect b="b" l="l" r="r" t="t"/>
              <a:pathLst>
                <a:path extrusionOk="0" h="15392" w="18211">
                  <a:moveTo>
                    <a:pt x="9772" y="14630"/>
                  </a:moveTo>
                  <a:cubicBezTo>
                    <a:pt x="10725" y="15202"/>
                    <a:pt x="11678" y="15392"/>
                    <a:pt x="12630" y="15392"/>
                  </a:cubicBezTo>
                  <a:cubicBezTo>
                    <a:pt x="14535" y="15392"/>
                    <a:pt x="16345" y="14440"/>
                    <a:pt x="17393" y="12725"/>
                  </a:cubicBezTo>
                  <a:cubicBezTo>
                    <a:pt x="19012" y="10058"/>
                    <a:pt x="18154" y="6629"/>
                    <a:pt x="15488" y="5105"/>
                  </a:cubicBezTo>
                  <a:lnTo>
                    <a:pt x="8439" y="819"/>
                  </a:lnTo>
                  <a:cubicBezTo>
                    <a:pt x="5772" y="-800"/>
                    <a:pt x="2343" y="57"/>
                    <a:pt x="819" y="2724"/>
                  </a:cubicBezTo>
                  <a:cubicBezTo>
                    <a:pt x="-800" y="5391"/>
                    <a:pt x="57" y="8820"/>
                    <a:pt x="2724" y="10344"/>
                  </a:cubicBezTo>
                  <a:lnTo>
                    <a:pt x="9772" y="146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8673845" y="4628292"/>
              <a:ext cx="46482" cy="11239"/>
            </a:xfrm>
            <a:custGeom>
              <a:rect b="b" l="l" r="r" t="t"/>
              <a:pathLst>
                <a:path extrusionOk="0" h="11239" w="46482">
                  <a:moveTo>
                    <a:pt x="5619" y="11239"/>
                  </a:moveTo>
                  <a:lnTo>
                    <a:pt x="40862" y="11239"/>
                  </a:lnTo>
                  <a:cubicBezTo>
                    <a:pt x="43910" y="11239"/>
                    <a:pt x="46482" y="8763"/>
                    <a:pt x="46482" y="5620"/>
                  </a:cubicBezTo>
                  <a:cubicBezTo>
                    <a:pt x="46482" y="2477"/>
                    <a:pt x="44005" y="0"/>
                    <a:pt x="40862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8673845" y="4648104"/>
              <a:ext cx="87630" cy="11239"/>
            </a:xfrm>
            <a:custGeom>
              <a:rect b="b" l="l" r="r" t="t"/>
              <a:pathLst>
                <a:path extrusionOk="0" h="11239" w="87630">
                  <a:moveTo>
                    <a:pt x="82010" y="0"/>
                  </a:move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82010" y="11240"/>
                  </a:lnTo>
                  <a:cubicBezTo>
                    <a:pt x="85058" y="11240"/>
                    <a:pt x="87630" y="8763"/>
                    <a:pt x="87630" y="5620"/>
                  </a:cubicBezTo>
                  <a:cubicBezTo>
                    <a:pt x="87630" y="2477"/>
                    <a:pt x="85154" y="0"/>
                    <a:pt x="82010" y="0"/>
                  </a:cubicBezTo>
                  <a:lnTo>
                    <a:pt x="82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8670106" y="4467391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4025" y="19645"/>
                  </a:moveTo>
                  <a:cubicBezTo>
                    <a:pt x="15454" y="19645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4025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ubicBezTo>
                    <a:pt x="11168" y="19074"/>
                    <a:pt x="12597" y="19645"/>
                    <a:pt x="14025" y="19645"/>
                  </a:cubicBezTo>
                  <a:lnTo>
                    <a:pt x="14025" y="196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8852724" y="4645437"/>
              <a:ext cx="97726" cy="78486"/>
            </a:xfrm>
            <a:custGeom>
              <a:rect b="b" l="l" r="r" t="t"/>
              <a:pathLst>
                <a:path extrusionOk="0" h="78486" w="97726">
                  <a:moveTo>
                    <a:pt x="71247" y="7334"/>
                  </a:moveTo>
                  <a:cubicBezTo>
                    <a:pt x="68199" y="7334"/>
                    <a:pt x="65627" y="9811"/>
                    <a:pt x="65627" y="12954"/>
                  </a:cubicBezTo>
                  <a:lnTo>
                    <a:pt x="65627" y="67246"/>
                  </a:lnTo>
                  <a:lnTo>
                    <a:pt x="54579" y="67246"/>
                  </a:lnTo>
                  <a:lnTo>
                    <a:pt x="54579" y="46768"/>
                  </a:lnTo>
                  <a:cubicBezTo>
                    <a:pt x="54579" y="43720"/>
                    <a:pt x="52102" y="41148"/>
                    <a:pt x="48959" y="41148"/>
                  </a:cubicBezTo>
                  <a:cubicBezTo>
                    <a:pt x="45815" y="41148"/>
                    <a:pt x="43339" y="43625"/>
                    <a:pt x="43339" y="46768"/>
                  </a:cubicBezTo>
                  <a:lnTo>
                    <a:pt x="43339" y="67246"/>
                  </a:lnTo>
                  <a:lnTo>
                    <a:pt x="32290" y="67246"/>
                  </a:lnTo>
                  <a:lnTo>
                    <a:pt x="32290" y="31147"/>
                  </a:lnTo>
                  <a:cubicBezTo>
                    <a:pt x="32290" y="28099"/>
                    <a:pt x="29813" y="25527"/>
                    <a:pt x="26670" y="25527"/>
                  </a:cubicBezTo>
                  <a:cubicBezTo>
                    <a:pt x="23527" y="25527"/>
                    <a:pt x="21050" y="28004"/>
                    <a:pt x="21050" y="31147"/>
                  </a:cubicBezTo>
                  <a:lnTo>
                    <a:pt x="21050" y="67246"/>
                  </a:lnTo>
                  <a:lnTo>
                    <a:pt x="11239" y="67246"/>
                  </a:ln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72866"/>
                  </a:lnTo>
                  <a:cubicBezTo>
                    <a:pt x="0" y="75914"/>
                    <a:pt x="2477" y="78486"/>
                    <a:pt x="5620" y="78486"/>
                  </a:cubicBezTo>
                  <a:lnTo>
                    <a:pt x="92107" y="78486"/>
                  </a:lnTo>
                  <a:cubicBezTo>
                    <a:pt x="95155" y="78486"/>
                    <a:pt x="97727" y="76010"/>
                    <a:pt x="97727" y="72866"/>
                  </a:cubicBezTo>
                  <a:cubicBezTo>
                    <a:pt x="97727" y="69723"/>
                    <a:pt x="95250" y="67246"/>
                    <a:pt x="92107" y="67246"/>
                  </a:cubicBezTo>
                  <a:lnTo>
                    <a:pt x="76676" y="67246"/>
                  </a:lnTo>
                  <a:lnTo>
                    <a:pt x="76676" y="12954"/>
                  </a:lnTo>
                  <a:cubicBezTo>
                    <a:pt x="76676" y="9906"/>
                    <a:pt x="74200" y="7334"/>
                    <a:pt x="71057" y="7334"/>
                  </a:cubicBezTo>
                  <a:lnTo>
                    <a:pt x="71057" y="73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8701026" y="4712394"/>
              <a:ext cx="75949" cy="79251"/>
            </a:xfrm>
            <a:custGeom>
              <a:rect b="b" l="l" r="r" t="t"/>
              <a:pathLst>
                <a:path extrusionOk="0" h="79251" w="75949">
                  <a:moveTo>
                    <a:pt x="69403" y="67536"/>
                  </a:moveTo>
                  <a:cubicBezTo>
                    <a:pt x="57782" y="69536"/>
                    <a:pt x="46162" y="66774"/>
                    <a:pt x="36542" y="60011"/>
                  </a:cubicBezTo>
                  <a:cubicBezTo>
                    <a:pt x="26921" y="53248"/>
                    <a:pt x="20634" y="43057"/>
                    <a:pt x="18635" y="31436"/>
                  </a:cubicBezTo>
                  <a:cubicBezTo>
                    <a:pt x="17968" y="27626"/>
                    <a:pt x="17872" y="23816"/>
                    <a:pt x="18158" y="20006"/>
                  </a:cubicBezTo>
                  <a:cubicBezTo>
                    <a:pt x="19206" y="21244"/>
                    <a:pt x="20825" y="22006"/>
                    <a:pt x="22444" y="22006"/>
                  </a:cubicBezTo>
                  <a:cubicBezTo>
                    <a:pt x="23397" y="22006"/>
                    <a:pt x="24349" y="21816"/>
                    <a:pt x="25207" y="21244"/>
                  </a:cubicBezTo>
                  <a:cubicBezTo>
                    <a:pt x="27873" y="19720"/>
                    <a:pt x="28826" y="16292"/>
                    <a:pt x="27302" y="13625"/>
                  </a:cubicBezTo>
                  <a:lnTo>
                    <a:pt x="21206" y="2861"/>
                  </a:lnTo>
                  <a:cubicBezTo>
                    <a:pt x="20444" y="1528"/>
                    <a:pt x="19301" y="670"/>
                    <a:pt x="17872" y="194"/>
                  </a:cubicBezTo>
                  <a:cubicBezTo>
                    <a:pt x="16443" y="-187"/>
                    <a:pt x="14920" y="4"/>
                    <a:pt x="13586" y="670"/>
                  </a:cubicBezTo>
                  <a:lnTo>
                    <a:pt x="2823" y="6767"/>
                  </a:lnTo>
                  <a:cubicBezTo>
                    <a:pt x="156" y="8290"/>
                    <a:pt x="-797" y="11719"/>
                    <a:pt x="727" y="14386"/>
                  </a:cubicBezTo>
                  <a:cubicBezTo>
                    <a:pt x="2061" y="16768"/>
                    <a:pt x="4823" y="17720"/>
                    <a:pt x="7300" y="16958"/>
                  </a:cubicBezTo>
                  <a:cubicBezTo>
                    <a:pt x="6633" y="22387"/>
                    <a:pt x="6728" y="27817"/>
                    <a:pt x="7585" y="33246"/>
                  </a:cubicBezTo>
                  <a:cubicBezTo>
                    <a:pt x="10062" y="47819"/>
                    <a:pt x="17968" y="60487"/>
                    <a:pt x="30065" y="69060"/>
                  </a:cubicBezTo>
                  <a:cubicBezTo>
                    <a:pt x="39494" y="75823"/>
                    <a:pt x="50543" y="79252"/>
                    <a:pt x="61973" y="79252"/>
                  </a:cubicBezTo>
                  <a:cubicBezTo>
                    <a:pt x="65021" y="79252"/>
                    <a:pt x="68165" y="78966"/>
                    <a:pt x="71307" y="78490"/>
                  </a:cubicBezTo>
                  <a:cubicBezTo>
                    <a:pt x="74356" y="78013"/>
                    <a:pt x="76356" y="75061"/>
                    <a:pt x="75880" y="72013"/>
                  </a:cubicBezTo>
                  <a:cubicBezTo>
                    <a:pt x="75403" y="68965"/>
                    <a:pt x="72450" y="66964"/>
                    <a:pt x="69403" y="67441"/>
                  </a:cubicBezTo>
                  <a:lnTo>
                    <a:pt x="69403" y="674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8849702" y="4466522"/>
              <a:ext cx="75854" cy="79378"/>
            </a:xfrm>
            <a:custGeom>
              <a:rect b="b" l="l" r="r" t="t"/>
              <a:pathLst>
                <a:path extrusionOk="0" h="79378" w="75854">
                  <a:moveTo>
                    <a:pt x="6452" y="11846"/>
                  </a:moveTo>
                  <a:cubicBezTo>
                    <a:pt x="18072" y="9846"/>
                    <a:pt x="29693" y="12608"/>
                    <a:pt x="39313" y="19371"/>
                  </a:cubicBezTo>
                  <a:cubicBezTo>
                    <a:pt x="48933" y="26134"/>
                    <a:pt x="55220" y="36325"/>
                    <a:pt x="57220" y="47946"/>
                  </a:cubicBezTo>
                  <a:cubicBezTo>
                    <a:pt x="57887" y="51756"/>
                    <a:pt x="57982" y="55566"/>
                    <a:pt x="57696" y="59376"/>
                  </a:cubicBezTo>
                  <a:cubicBezTo>
                    <a:pt x="55982" y="57376"/>
                    <a:pt x="53029" y="56804"/>
                    <a:pt x="50648" y="58138"/>
                  </a:cubicBezTo>
                  <a:cubicBezTo>
                    <a:pt x="47981" y="59662"/>
                    <a:pt x="47028" y="63091"/>
                    <a:pt x="48552" y="65758"/>
                  </a:cubicBezTo>
                  <a:lnTo>
                    <a:pt x="54649" y="76521"/>
                  </a:lnTo>
                  <a:cubicBezTo>
                    <a:pt x="55410" y="77855"/>
                    <a:pt x="56553" y="78712"/>
                    <a:pt x="57982" y="79188"/>
                  </a:cubicBezTo>
                  <a:cubicBezTo>
                    <a:pt x="58458" y="79283"/>
                    <a:pt x="58934" y="79379"/>
                    <a:pt x="59506" y="79379"/>
                  </a:cubicBezTo>
                  <a:cubicBezTo>
                    <a:pt x="60459" y="79379"/>
                    <a:pt x="61411" y="79093"/>
                    <a:pt x="62269" y="78616"/>
                  </a:cubicBezTo>
                  <a:lnTo>
                    <a:pt x="73032" y="72521"/>
                  </a:lnTo>
                  <a:cubicBezTo>
                    <a:pt x="75699" y="70997"/>
                    <a:pt x="76651" y="67567"/>
                    <a:pt x="75127" y="64900"/>
                  </a:cubicBezTo>
                  <a:cubicBezTo>
                    <a:pt x="73793" y="62519"/>
                    <a:pt x="71031" y="61567"/>
                    <a:pt x="68555" y="62329"/>
                  </a:cubicBezTo>
                  <a:cubicBezTo>
                    <a:pt x="69222" y="56900"/>
                    <a:pt x="69126" y="51470"/>
                    <a:pt x="68269" y="46041"/>
                  </a:cubicBezTo>
                  <a:cubicBezTo>
                    <a:pt x="65793" y="31468"/>
                    <a:pt x="57887" y="18800"/>
                    <a:pt x="45790" y="10227"/>
                  </a:cubicBezTo>
                  <a:cubicBezTo>
                    <a:pt x="33789" y="1655"/>
                    <a:pt x="19120" y="-1679"/>
                    <a:pt x="4642" y="797"/>
                  </a:cubicBezTo>
                  <a:cubicBezTo>
                    <a:pt x="1594" y="1274"/>
                    <a:pt x="-406" y="4226"/>
                    <a:pt x="70" y="7274"/>
                  </a:cubicBezTo>
                  <a:cubicBezTo>
                    <a:pt x="546" y="10322"/>
                    <a:pt x="3499" y="12323"/>
                    <a:pt x="6547" y="11846"/>
                  </a:cubicBezTo>
                  <a:lnTo>
                    <a:pt x="6547" y="118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5" name="Google Shape;455;p22"/>
          <p:cNvGrpSpPr/>
          <p:nvPr/>
        </p:nvGrpSpPr>
        <p:grpSpPr>
          <a:xfrm>
            <a:off x="2793095" y="1754967"/>
            <a:ext cx="426110" cy="410171"/>
            <a:chOff x="9399840" y="3245513"/>
            <a:chExt cx="381000" cy="366748"/>
          </a:xfrm>
        </p:grpSpPr>
        <p:sp>
          <p:nvSpPr>
            <p:cNvPr id="456" name="Google Shape;456;p22"/>
            <p:cNvSpPr/>
            <p:nvPr/>
          </p:nvSpPr>
          <p:spPr>
            <a:xfrm>
              <a:off x="9492194" y="3329329"/>
              <a:ext cx="42012" cy="42044"/>
            </a:xfrm>
            <a:custGeom>
              <a:rect b="b" l="l" r="r" t="t"/>
              <a:pathLst>
                <a:path extrusionOk="0" h="42044" w="42012">
                  <a:moveTo>
                    <a:pt x="31471" y="2801"/>
                  </a:moveTo>
                  <a:cubicBezTo>
                    <a:pt x="26613" y="39"/>
                    <a:pt x="20994" y="-723"/>
                    <a:pt x="15565" y="706"/>
                  </a:cubicBezTo>
                  <a:cubicBezTo>
                    <a:pt x="10135" y="2134"/>
                    <a:pt x="5659" y="5659"/>
                    <a:pt x="2801" y="10516"/>
                  </a:cubicBezTo>
                  <a:cubicBezTo>
                    <a:pt x="39" y="15374"/>
                    <a:pt x="-723" y="20994"/>
                    <a:pt x="706" y="26423"/>
                  </a:cubicBezTo>
                  <a:cubicBezTo>
                    <a:pt x="2135" y="31852"/>
                    <a:pt x="5659" y="36329"/>
                    <a:pt x="10516" y="39187"/>
                  </a:cubicBezTo>
                  <a:cubicBezTo>
                    <a:pt x="13755" y="41092"/>
                    <a:pt x="17374" y="42044"/>
                    <a:pt x="20994" y="42044"/>
                  </a:cubicBezTo>
                  <a:cubicBezTo>
                    <a:pt x="22804" y="42044"/>
                    <a:pt x="24614" y="41758"/>
                    <a:pt x="26423" y="41282"/>
                  </a:cubicBezTo>
                  <a:cubicBezTo>
                    <a:pt x="31853" y="39853"/>
                    <a:pt x="36329" y="36329"/>
                    <a:pt x="39187" y="31471"/>
                  </a:cubicBezTo>
                  <a:cubicBezTo>
                    <a:pt x="44997" y="21470"/>
                    <a:pt x="41568" y="8611"/>
                    <a:pt x="31471" y="2801"/>
                  </a:cubicBezTo>
                  <a:lnTo>
                    <a:pt x="31471" y="2801"/>
                  </a:lnTo>
                  <a:close/>
                  <a:moveTo>
                    <a:pt x="29471" y="25947"/>
                  </a:moveTo>
                  <a:cubicBezTo>
                    <a:pt x="28138" y="28233"/>
                    <a:pt x="26042" y="29852"/>
                    <a:pt x="23471" y="30519"/>
                  </a:cubicBezTo>
                  <a:cubicBezTo>
                    <a:pt x="20899" y="31186"/>
                    <a:pt x="18327" y="30805"/>
                    <a:pt x="16041" y="29566"/>
                  </a:cubicBezTo>
                  <a:cubicBezTo>
                    <a:pt x="13755" y="28233"/>
                    <a:pt x="12136" y="26137"/>
                    <a:pt x="11469" y="23566"/>
                  </a:cubicBezTo>
                  <a:cubicBezTo>
                    <a:pt x="10802" y="20994"/>
                    <a:pt x="11183" y="18422"/>
                    <a:pt x="12421" y="16136"/>
                  </a:cubicBezTo>
                  <a:cubicBezTo>
                    <a:pt x="13755" y="13850"/>
                    <a:pt x="15850" y="12231"/>
                    <a:pt x="18422" y="11564"/>
                  </a:cubicBezTo>
                  <a:cubicBezTo>
                    <a:pt x="19280" y="11374"/>
                    <a:pt x="20137" y="11183"/>
                    <a:pt x="20994" y="11183"/>
                  </a:cubicBezTo>
                  <a:cubicBezTo>
                    <a:pt x="22708" y="11183"/>
                    <a:pt x="24328" y="11659"/>
                    <a:pt x="25852" y="12517"/>
                  </a:cubicBezTo>
                  <a:cubicBezTo>
                    <a:pt x="30519" y="15184"/>
                    <a:pt x="32138" y="21280"/>
                    <a:pt x="29471" y="25947"/>
                  </a:cubicBezTo>
                  <a:lnTo>
                    <a:pt x="29471" y="259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9484899" y="3545966"/>
              <a:ext cx="37147" cy="11239"/>
            </a:xfrm>
            <a:custGeom>
              <a:rect b="b" l="l" r="r" t="t"/>
              <a:pathLst>
                <a:path extrusionOk="0" h="11239" w="37147">
                  <a:moveTo>
                    <a:pt x="5620" y="11240"/>
                  </a:moveTo>
                  <a:lnTo>
                    <a:pt x="31528" y="11240"/>
                  </a:lnTo>
                  <a:cubicBezTo>
                    <a:pt x="34576" y="11240"/>
                    <a:pt x="37148" y="8763"/>
                    <a:pt x="37148" y="5620"/>
                  </a:cubicBezTo>
                  <a:cubicBezTo>
                    <a:pt x="37148" y="2476"/>
                    <a:pt x="34671" y="0"/>
                    <a:pt x="31528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" name="Google Shape;458;p22"/>
            <p:cNvGrpSpPr/>
            <p:nvPr/>
          </p:nvGrpSpPr>
          <p:grpSpPr>
            <a:xfrm>
              <a:off x="9399840" y="3245513"/>
              <a:ext cx="381000" cy="366748"/>
              <a:chOff x="9399840" y="3245513"/>
              <a:chExt cx="381000" cy="366748"/>
            </a:xfrm>
          </p:grpSpPr>
          <p:sp>
            <p:nvSpPr>
              <p:cNvPr id="459" name="Google Shape;459;p22"/>
              <p:cNvSpPr/>
              <p:nvPr/>
            </p:nvSpPr>
            <p:spPr>
              <a:xfrm>
                <a:off x="9484994" y="3564540"/>
                <a:ext cx="84772" cy="11239"/>
              </a:xfrm>
              <a:custGeom>
                <a:rect b="b" l="l" r="r" t="t"/>
                <a:pathLst>
                  <a:path extrusionOk="0" h="11239" w="84772">
                    <a:moveTo>
                      <a:pt x="79153" y="0"/>
                    </a:moveTo>
                    <a:lnTo>
                      <a:pt x="5620" y="0"/>
                    </a:lnTo>
                    <a:cubicBezTo>
                      <a:pt x="2572" y="0"/>
                      <a:pt x="0" y="2477"/>
                      <a:pt x="0" y="5620"/>
                    </a:cubicBezTo>
                    <a:cubicBezTo>
                      <a:pt x="0" y="8763"/>
                      <a:pt x="2477" y="11240"/>
                      <a:pt x="5620" y="11240"/>
                    </a:cubicBezTo>
                    <a:lnTo>
                      <a:pt x="79153" y="11240"/>
                    </a:lnTo>
                    <a:cubicBezTo>
                      <a:pt x="82201" y="11240"/>
                      <a:pt x="84773" y="8763"/>
                      <a:pt x="84773" y="5620"/>
                    </a:cubicBezTo>
                    <a:cubicBezTo>
                      <a:pt x="84773" y="2477"/>
                      <a:pt x="82296" y="0"/>
                      <a:pt x="79153" y="0"/>
                    </a:cubicBezTo>
                    <a:lnTo>
                      <a:pt x="791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22"/>
              <p:cNvSpPr/>
              <p:nvPr/>
            </p:nvSpPr>
            <p:spPr>
              <a:xfrm>
                <a:off x="9399840" y="3245513"/>
                <a:ext cx="381000" cy="366748"/>
              </a:xfrm>
              <a:custGeom>
                <a:rect b="b" l="l" r="r" t="t"/>
                <a:pathLst>
                  <a:path extrusionOk="0" h="366748" w="381000">
                    <a:moveTo>
                      <a:pt x="350139" y="230636"/>
                    </a:moveTo>
                    <a:lnTo>
                      <a:pt x="350139" y="169962"/>
                    </a:lnTo>
                    <a:cubicBezTo>
                      <a:pt x="350139" y="162151"/>
                      <a:pt x="345472" y="155388"/>
                      <a:pt x="338709" y="152436"/>
                    </a:cubicBezTo>
                    <a:lnTo>
                      <a:pt x="341090" y="148340"/>
                    </a:lnTo>
                    <a:cubicBezTo>
                      <a:pt x="343186" y="144625"/>
                      <a:pt x="343758" y="140339"/>
                      <a:pt x="342710" y="136243"/>
                    </a:cubicBezTo>
                    <a:cubicBezTo>
                      <a:pt x="341566" y="132147"/>
                      <a:pt x="338995" y="128718"/>
                      <a:pt x="335280" y="126528"/>
                    </a:cubicBezTo>
                    <a:lnTo>
                      <a:pt x="323374" y="119670"/>
                    </a:lnTo>
                    <a:lnTo>
                      <a:pt x="323374" y="68425"/>
                    </a:lnTo>
                    <a:cubicBezTo>
                      <a:pt x="323374" y="57852"/>
                      <a:pt x="314706" y="49184"/>
                      <a:pt x="304133" y="49184"/>
                    </a:cubicBezTo>
                    <a:lnTo>
                      <a:pt x="221361" y="49184"/>
                    </a:lnTo>
                    <a:cubicBezTo>
                      <a:pt x="216789" y="49184"/>
                      <a:pt x="212503" y="50804"/>
                      <a:pt x="209074" y="53661"/>
                    </a:cubicBezTo>
                    <a:lnTo>
                      <a:pt x="119825" y="2131"/>
                    </a:lnTo>
                    <a:cubicBezTo>
                      <a:pt x="116110" y="35"/>
                      <a:pt x="111823" y="-536"/>
                      <a:pt x="107728" y="512"/>
                    </a:cubicBezTo>
                    <a:cubicBezTo>
                      <a:pt x="103632" y="1655"/>
                      <a:pt x="100203" y="4226"/>
                      <a:pt x="98013" y="7941"/>
                    </a:cubicBezTo>
                    <a:lnTo>
                      <a:pt x="53245" y="85475"/>
                    </a:lnTo>
                    <a:lnTo>
                      <a:pt x="19241" y="85475"/>
                    </a:lnTo>
                    <a:cubicBezTo>
                      <a:pt x="8668" y="85475"/>
                      <a:pt x="0" y="94142"/>
                      <a:pt x="0" y="104715"/>
                    </a:cubicBezTo>
                    <a:lnTo>
                      <a:pt x="0" y="270260"/>
                    </a:lnTo>
                    <a:cubicBezTo>
                      <a:pt x="0" y="273308"/>
                      <a:pt x="2477" y="275879"/>
                      <a:pt x="5620" y="275879"/>
                    </a:cubicBezTo>
                    <a:cubicBezTo>
                      <a:pt x="8763" y="275879"/>
                      <a:pt x="11239" y="273403"/>
                      <a:pt x="11239" y="270260"/>
                    </a:cubicBezTo>
                    <a:lnTo>
                      <a:pt x="11239" y="104715"/>
                    </a:lnTo>
                    <a:cubicBezTo>
                      <a:pt x="11239" y="100238"/>
                      <a:pt x="14859" y="96619"/>
                      <a:pt x="19336" y="96619"/>
                    </a:cubicBezTo>
                    <a:lnTo>
                      <a:pt x="46863" y="96619"/>
                    </a:lnTo>
                    <a:lnTo>
                      <a:pt x="21907" y="139862"/>
                    </a:lnTo>
                    <a:cubicBezTo>
                      <a:pt x="19812" y="143577"/>
                      <a:pt x="19241" y="147863"/>
                      <a:pt x="20288" y="151959"/>
                    </a:cubicBezTo>
                    <a:cubicBezTo>
                      <a:pt x="21431" y="156055"/>
                      <a:pt x="24003" y="159484"/>
                      <a:pt x="27718" y="161675"/>
                    </a:cubicBezTo>
                    <a:lnTo>
                      <a:pt x="53054" y="176343"/>
                    </a:lnTo>
                    <a:lnTo>
                      <a:pt x="53054" y="325219"/>
                    </a:lnTo>
                    <a:cubicBezTo>
                      <a:pt x="53054" y="336649"/>
                      <a:pt x="43720" y="345983"/>
                      <a:pt x="32290" y="345983"/>
                    </a:cubicBezTo>
                    <a:cubicBezTo>
                      <a:pt x="32290" y="345983"/>
                      <a:pt x="32290" y="345983"/>
                      <a:pt x="32195" y="345983"/>
                    </a:cubicBezTo>
                    <a:cubicBezTo>
                      <a:pt x="32195" y="345983"/>
                      <a:pt x="32195" y="345983"/>
                      <a:pt x="32099" y="345983"/>
                    </a:cubicBezTo>
                    <a:cubicBezTo>
                      <a:pt x="20670" y="345983"/>
                      <a:pt x="11335" y="336649"/>
                      <a:pt x="11335" y="325219"/>
                    </a:cubicBezTo>
                    <a:lnTo>
                      <a:pt x="11335" y="294929"/>
                    </a:lnTo>
                    <a:cubicBezTo>
                      <a:pt x="11335" y="291882"/>
                      <a:pt x="8858" y="289310"/>
                      <a:pt x="5715" y="289310"/>
                    </a:cubicBezTo>
                    <a:cubicBezTo>
                      <a:pt x="2572" y="289310"/>
                      <a:pt x="95" y="291786"/>
                      <a:pt x="95" y="294929"/>
                    </a:cubicBezTo>
                    <a:lnTo>
                      <a:pt x="95" y="325219"/>
                    </a:lnTo>
                    <a:cubicBezTo>
                      <a:pt x="95" y="342840"/>
                      <a:pt x="14383" y="357128"/>
                      <a:pt x="32004" y="357128"/>
                    </a:cubicBezTo>
                    <a:cubicBezTo>
                      <a:pt x="32004" y="357128"/>
                      <a:pt x="32004" y="357128"/>
                      <a:pt x="32099" y="357128"/>
                    </a:cubicBezTo>
                    <a:cubicBezTo>
                      <a:pt x="32099" y="357128"/>
                      <a:pt x="32099" y="357128"/>
                      <a:pt x="32195" y="357128"/>
                    </a:cubicBezTo>
                    <a:lnTo>
                      <a:pt x="268700" y="357128"/>
                    </a:lnTo>
                    <a:cubicBezTo>
                      <a:pt x="279654" y="363224"/>
                      <a:pt x="292227" y="366748"/>
                      <a:pt x="305562" y="366748"/>
                    </a:cubicBezTo>
                    <a:cubicBezTo>
                      <a:pt x="347186" y="366748"/>
                      <a:pt x="381000" y="332934"/>
                      <a:pt x="381000" y="291310"/>
                    </a:cubicBezTo>
                    <a:cubicBezTo>
                      <a:pt x="381000" y="266354"/>
                      <a:pt x="368808" y="244161"/>
                      <a:pt x="350044" y="230445"/>
                    </a:cubicBezTo>
                    <a:lnTo>
                      <a:pt x="350044" y="230445"/>
                    </a:lnTo>
                    <a:close/>
                    <a:moveTo>
                      <a:pt x="221361" y="60424"/>
                    </a:moveTo>
                    <a:lnTo>
                      <a:pt x="304133" y="60424"/>
                    </a:lnTo>
                    <a:cubicBezTo>
                      <a:pt x="308610" y="60424"/>
                      <a:pt x="312230" y="64044"/>
                      <a:pt x="312230" y="68520"/>
                    </a:cubicBezTo>
                    <a:lnTo>
                      <a:pt x="312230" y="113288"/>
                    </a:lnTo>
                    <a:lnTo>
                      <a:pt x="298038" y="105096"/>
                    </a:lnTo>
                    <a:cubicBezTo>
                      <a:pt x="298038" y="105096"/>
                      <a:pt x="298038" y="104620"/>
                      <a:pt x="298038" y="104429"/>
                    </a:cubicBezTo>
                    <a:lnTo>
                      <a:pt x="298038" y="89666"/>
                    </a:lnTo>
                    <a:cubicBezTo>
                      <a:pt x="298038" y="82236"/>
                      <a:pt x="291941" y="76140"/>
                      <a:pt x="284512" y="76140"/>
                    </a:cubicBezTo>
                    <a:lnTo>
                      <a:pt x="247745" y="76140"/>
                    </a:lnTo>
                    <a:lnTo>
                      <a:pt x="220695" y="60519"/>
                    </a:lnTo>
                    <a:cubicBezTo>
                      <a:pt x="220695" y="60519"/>
                      <a:pt x="221075" y="60519"/>
                      <a:pt x="221361" y="60519"/>
                    </a:cubicBezTo>
                    <a:lnTo>
                      <a:pt x="221361" y="60519"/>
                    </a:lnTo>
                    <a:close/>
                    <a:moveTo>
                      <a:pt x="286893" y="98619"/>
                    </a:moveTo>
                    <a:lnTo>
                      <a:pt x="267081" y="87189"/>
                    </a:lnTo>
                    <a:lnTo>
                      <a:pt x="284512" y="87189"/>
                    </a:lnTo>
                    <a:cubicBezTo>
                      <a:pt x="285845" y="87189"/>
                      <a:pt x="286893" y="88237"/>
                      <a:pt x="286893" y="89570"/>
                    </a:cubicBezTo>
                    <a:lnTo>
                      <a:pt x="286893" y="98619"/>
                    </a:lnTo>
                    <a:close/>
                    <a:moveTo>
                      <a:pt x="56579" y="346079"/>
                    </a:moveTo>
                    <a:cubicBezTo>
                      <a:pt x="61341" y="340459"/>
                      <a:pt x="64294" y="333220"/>
                      <a:pt x="64294" y="325314"/>
                    </a:cubicBezTo>
                    <a:lnTo>
                      <a:pt x="64294" y="169962"/>
                    </a:lnTo>
                    <a:cubicBezTo>
                      <a:pt x="64294" y="165485"/>
                      <a:pt x="67913" y="161865"/>
                      <a:pt x="72390" y="161865"/>
                    </a:cubicBezTo>
                    <a:lnTo>
                      <a:pt x="239459" y="161865"/>
                    </a:lnTo>
                    <a:cubicBezTo>
                      <a:pt x="242507" y="161865"/>
                      <a:pt x="245079" y="159389"/>
                      <a:pt x="245079" y="156245"/>
                    </a:cubicBezTo>
                    <a:cubicBezTo>
                      <a:pt x="245079" y="153102"/>
                      <a:pt x="242602" y="150626"/>
                      <a:pt x="239459" y="150626"/>
                    </a:cubicBezTo>
                    <a:lnTo>
                      <a:pt x="230696" y="150626"/>
                    </a:lnTo>
                    <a:cubicBezTo>
                      <a:pt x="233363" y="130909"/>
                      <a:pt x="224028" y="111287"/>
                      <a:pt x="206407" y="101096"/>
                    </a:cubicBezTo>
                    <a:cubicBezTo>
                      <a:pt x="182785" y="87475"/>
                      <a:pt x="152400" y="95571"/>
                      <a:pt x="138779" y="119193"/>
                    </a:cubicBezTo>
                    <a:cubicBezTo>
                      <a:pt x="133255" y="128813"/>
                      <a:pt x="131064" y="139767"/>
                      <a:pt x="132588" y="150530"/>
                    </a:cubicBezTo>
                    <a:lnTo>
                      <a:pt x="105156" y="150530"/>
                    </a:lnTo>
                    <a:cubicBezTo>
                      <a:pt x="104870" y="149007"/>
                      <a:pt x="103918" y="147673"/>
                      <a:pt x="102489" y="146911"/>
                    </a:cubicBezTo>
                    <a:lnTo>
                      <a:pt x="77153" y="132338"/>
                    </a:lnTo>
                    <a:cubicBezTo>
                      <a:pt x="74486" y="130814"/>
                      <a:pt x="71057" y="131671"/>
                      <a:pt x="69532" y="134338"/>
                    </a:cubicBezTo>
                    <a:cubicBezTo>
                      <a:pt x="68009" y="137005"/>
                      <a:pt x="68866" y="140434"/>
                      <a:pt x="71533" y="141958"/>
                    </a:cubicBezTo>
                    <a:lnTo>
                      <a:pt x="86487" y="150530"/>
                    </a:lnTo>
                    <a:lnTo>
                      <a:pt x="72580" y="150530"/>
                    </a:lnTo>
                    <a:lnTo>
                      <a:pt x="57626" y="141863"/>
                    </a:lnTo>
                    <a:lnTo>
                      <a:pt x="117920" y="37469"/>
                    </a:lnTo>
                    <a:lnTo>
                      <a:pt x="128588" y="43660"/>
                    </a:lnTo>
                    <a:lnTo>
                      <a:pt x="117539" y="62710"/>
                    </a:lnTo>
                    <a:cubicBezTo>
                      <a:pt x="115158" y="66806"/>
                      <a:pt x="116586" y="72140"/>
                      <a:pt x="120682" y="74521"/>
                    </a:cubicBezTo>
                    <a:lnTo>
                      <a:pt x="135827" y="83284"/>
                    </a:lnTo>
                    <a:cubicBezTo>
                      <a:pt x="137160" y="84046"/>
                      <a:pt x="138589" y="84427"/>
                      <a:pt x="140113" y="84427"/>
                    </a:cubicBezTo>
                    <a:cubicBezTo>
                      <a:pt x="140875" y="84427"/>
                      <a:pt x="141637" y="84332"/>
                      <a:pt x="142399" y="84141"/>
                    </a:cubicBezTo>
                    <a:cubicBezTo>
                      <a:pt x="144589" y="83570"/>
                      <a:pt x="146495" y="82141"/>
                      <a:pt x="147638" y="80141"/>
                    </a:cubicBezTo>
                    <a:lnTo>
                      <a:pt x="158687" y="61091"/>
                    </a:lnTo>
                    <a:lnTo>
                      <a:pt x="184214" y="75854"/>
                    </a:lnTo>
                    <a:cubicBezTo>
                      <a:pt x="186880" y="77378"/>
                      <a:pt x="190310" y="76521"/>
                      <a:pt x="191834" y="73854"/>
                    </a:cubicBezTo>
                    <a:cubicBezTo>
                      <a:pt x="193357" y="71187"/>
                      <a:pt x="192500" y="67758"/>
                      <a:pt x="189833" y="66234"/>
                    </a:cubicBezTo>
                    <a:lnTo>
                      <a:pt x="118682" y="25182"/>
                    </a:lnTo>
                    <a:cubicBezTo>
                      <a:pt x="117443" y="24420"/>
                      <a:pt x="115920" y="24229"/>
                      <a:pt x="114491" y="24610"/>
                    </a:cubicBezTo>
                    <a:cubicBezTo>
                      <a:pt x="113062" y="24991"/>
                      <a:pt x="111823" y="25944"/>
                      <a:pt x="111062" y="27182"/>
                    </a:cubicBezTo>
                    <a:lnTo>
                      <a:pt x="45244" y="141196"/>
                    </a:lnTo>
                    <a:cubicBezTo>
                      <a:pt x="44482" y="142434"/>
                      <a:pt x="44291" y="143958"/>
                      <a:pt x="44672" y="145387"/>
                    </a:cubicBezTo>
                    <a:cubicBezTo>
                      <a:pt x="45054" y="146816"/>
                      <a:pt x="46006" y="148054"/>
                      <a:pt x="47244" y="148816"/>
                    </a:cubicBezTo>
                    <a:lnTo>
                      <a:pt x="59341" y="155769"/>
                    </a:lnTo>
                    <a:cubicBezTo>
                      <a:pt x="57055" y="157960"/>
                      <a:pt x="55245" y="160722"/>
                      <a:pt x="54197" y="163866"/>
                    </a:cubicBezTo>
                    <a:lnTo>
                      <a:pt x="33433" y="151864"/>
                    </a:lnTo>
                    <a:cubicBezTo>
                      <a:pt x="32290" y="151197"/>
                      <a:pt x="31528" y="150245"/>
                      <a:pt x="31242" y="149007"/>
                    </a:cubicBezTo>
                    <a:cubicBezTo>
                      <a:pt x="30861" y="147768"/>
                      <a:pt x="31052" y="146435"/>
                      <a:pt x="31718" y="145387"/>
                    </a:cubicBezTo>
                    <a:lnTo>
                      <a:pt x="107918" y="13370"/>
                    </a:lnTo>
                    <a:cubicBezTo>
                      <a:pt x="108585" y="12228"/>
                      <a:pt x="109633" y="11466"/>
                      <a:pt x="110871" y="11180"/>
                    </a:cubicBezTo>
                    <a:cubicBezTo>
                      <a:pt x="112109" y="10894"/>
                      <a:pt x="113348" y="10989"/>
                      <a:pt x="114491" y="11656"/>
                    </a:cubicBezTo>
                    <a:lnTo>
                      <a:pt x="329851" y="136053"/>
                    </a:lnTo>
                    <a:cubicBezTo>
                      <a:pt x="330994" y="136719"/>
                      <a:pt x="331756" y="137672"/>
                      <a:pt x="332041" y="138910"/>
                    </a:cubicBezTo>
                    <a:cubicBezTo>
                      <a:pt x="332327" y="140148"/>
                      <a:pt x="332232" y="141482"/>
                      <a:pt x="331565" y="142529"/>
                    </a:cubicBezTo>
                    <a:lnTo>
                      <a:pt x="326898" y="150530"/>
                    </a:lnTo>
                    <a:lnTo>
                      <a:pt x="315849" y="150530"/>
                    </a:lnTo>
                    <a:lnTo>
                      <a:pt x="318040" y="146720"/>
                    </a:lnTo>
                    <a:cubicBezTo>
                      <a:pt x="319564" y="144054"/>
                      <a:pt x="318707" y="140624"/>
                      <a:pt x="316039" y="139100"/>
                    </a:cubicBezTo>
                    <a:lnTo>
                      <a:pt x="211264" y="78617"/>
                    </a:lnTo>
                    <a:cubicBezTo>
                      <a:pt x="208598" y="77093"/>
                      <a:pt x="205169" y="77950"/>
                      <a:pt x="203645" y="80617"/>
                    </a:cubicBezTo>
                    <a:cubicBezTo>
                      <a:pt x="202121" y="83284"/>
                      <a:pt x="202978" y="86713"/>
                      <a:pt x="205645" y="88237"/>
                    </a:cubicBezTo>
                    <a:lnTo>
                      <a:pt x="305562" y="145958"/>
                    </a:lnTo>
                    <a:lnTo>
                      <a:pt x="302895" y="150530"/>
                    </a:lnTo>
                    <a:lnTo>
                      <a:pt x="294418" y="150530"/>
                    </a:lnTo>
                    <a:cubicBezTo>
                      <a:pt x="294418" y="148721"/>
                      <a:pt x="293370" y="146911"/>
                      <a:pt x="291655" y="145958"/>
                    </a:cubicBezTo>
                    <a:lnTo>
                      <a:pt x="266319" y="131385"/>
                    </a:lnTo>
                    <a:cubicBezTo>
                      <a:pt x="263652" y="129861"/>
                      <a:pt x="260223" y="130719"/>
                      <a:pt x="258699" y="133386"/>
                    </a:cubicBezTo>
                    <a:cubicBezTo>
                      <a:pt x="257175" y="136053"/>
                      <a:pt x="258033" y="139482"/>
                      <a:pt x="260699" y="141005"/>
                    </a:cubicBezTo>
                    <a:lnTo>
                      <a:pt x="277178" y="150530"/>
                    </a:lnTo>
                    <a:lnTo>
                      <a:pt x="264129" y="150530"/>
                    </a:lnTo>
                    <a:cubicBezTo>
                      <a:pt x="261081" y="150530"/>
                      <a:pt x="258509" y="153007"/>
                      <a:pt x="258509" y="156150"/>
                    </a:cubicBezTo>
                    <a:cubicBezTo>
                      <a:pt x="258509" y="159294"/>
                      <a:pt x="260985" y="161770"/>
                      <a:pt x="264129" y="161770"/>
                    </a:cubicBezTo>
                    <a:lnTo>
                      <a:pt x="330898" y="161770"/>
                    </a:lnTo>
                    <a:cubicBezTo>
                      <a:pt x="335375" y="161770"/>
                      <a:pt x="338995" y="165390"/>
                      <a:pt x="338995" y="169866"/>
                    </a:cubicBezTo>
                    <a:lnTo>
                      <a:pt x="338995" y="223683"/>
                    </a:lnTo>
                    <a:cubicBezTo>
                      <a:pt x="328899" y="218729"/>
                      <a:pt x="317659" y="215872"/>
                      <a:pt x="305658" y="215872"/>
                    </a:cubicBezTo>
                    <a:cubicBezTo>
                      <a:pt x="264033" y="215872"/>
                      <a:pt x="230220" y="249686"/>
                      <a:pt x="230220" y="291310"/>
                    </a:cubicBezTo>
                    <a:cubicBezTo>
                      <a:pt x="230220" y="312741"/>
                      <a:pt x="239268" y="332172"/>
                      <a:pt x="253651" y="345888"/>
                    </a:cubicBezTo>
                    <a:lnTo>
                      <a:pt x="56483" y="345888"/>
                    </a:lnTo>
                    <a:close/>
                    <a:moveTo>
                      <a:pt x="148304" y="125003"/>
                    </a:moveTo>
                    <a:cubicBezTo>
                      <a:pt x="158877" y="106716"/>
                      <a:pt x="182404" y="100429"/>
                      <a:pt x="200692" y="111002"/>
                    </a:cubicBezTo>
                    <a:cubicBezTo>
                      <a:pt x="214789" y="119193"/>
                      <a:pt x="222123" y="135100"/>
                      <a:pt x="219266" y="150816"/>
                    </a:cubicBezTo>
                    <a:lnTo>
                      <a:pt x="194120" y="150816"/>
                    </a:lnTo>
                    <a:cubicBezTo>
                      <a:pt x="193357" y="146625"/>
                      <a:pt x="190786" y="142720"/>
                      <a:pt x="186880" y="140434"/>
                    </a:cubicBezTo>
                    <a:lnTo>
                      <a:pt x="181928" y="137576"/>
                    </a:lnTo>
                    <a:cubicBezTo>
                      <a:pt x="180785" y="136910"/>
                      <a:pt x="180023" y="135671"/>
                      <a:pt x="180023" y="134243"/>
                    </a:cubicBezTo>
                    <a:cubicBezTo>
                      <a:pt x="180023" y="133576"/>
                      <a:pt x="180213" y="132909"/>
                      <a:pt x="180499" y="132338"/>
                    </a:cubicBezTo>
                    <a:cubicBezTo>
                      <a:pt x="181546" y="130528"/>
                      <a:pt x="183832" y="129861"/>
                      <a:pt x="185642" y="130909"/>
                    </a:cubicBezTo>
                    <a:lnTo>
                      <a:pt x="190595" y="133766"/>
                    </a:lnTo>
                    <a:cubicBezTo>
                      <a:pt x="191929" y="134529"/>
                      <a:pt x="192691" y="136053"/>
                      <a:pt x="192500" y="137576"/>
                    </a:cubicBezTo>
                    <a:cubicBezTo>
                      <a:pt x="192120" y="140624"/>
                      <a:pt x="194310" y="143387"/>
                      <a:pt x="197358" y="143768"/>
                    </a:cubicBezTo>
                    <a:cubicBezTo>
                      <a:pt x="200406" y="144149"/>
                      <a:pt x="203168" y="141958"/>
                      <a:pt x="203549" y="138910"/>
                    </a:cubicBezTo>
                    <a:cubicBezTo>
                      <a:pt x="204216" y="133862"/>
                      <a:pt x="202216" y="128909"/>
                      <a:pt x="198406" y="125670"/>
                    </a:cubicBezTo>
                    <a:lnTo>
                      <a:pt x="198787" y="125003"/>
                    </a:lnTo>
                    <a:cubicBezTo>
                      <a:pt x="200311" y="122337"/>
                      <a:pt x="199454" y="118908"/>
                      <a:pt x="196787" y="117383"/>
                    </a:cubicBezTo>
                    <a:cubicBezTo>
                      <a:pt x="194120" y="115859"/>
                      <a:pt x="190691" y="116717"/>
                      <a:pt x="189166" y="119384"/>
                    </a:cubicBezTo>
                    <a:lnTo>
                      <a:pt x="188786" y="120050"/>
                    </a:lnTo>
                    <a:cubicBezTo>
                      <a:pt x="182118" y="117669"/>
                      <a:pt x="174498" y="120336"/>
                      <a:pt x="170879" y="126718"/>
                    </a:cubicBezTo>
                    <a:cubicBezTo>
                      <a:pt x="169545" y="129004"/>
                      <a:pt x="168879" y="131576"/>
                      <a:pt x="168879" y="134148"/>
                    </a:cubicBezTo>
                    <a:cubicBezTo>
                      <a:pt x="168879" y="139482"/>
                      <a:pt x="171736" y="144434"/>
                      <a:pt x="176403" y="147101"/>
                    </a:cubicBezTo>
                    <a:lnTo>
                      <a:pt x="181356" y="149959"/>
                    </a:lnTo>
                    <a:cubicBezTo>
                      <a:pt x="181356" y="149959"/>
                      <a:pt x="181928" y="150340"/>
                      <a:pt x="182213" y="150626"/>
                    </a:cubicBezTo>
                    <a:lnTo>
                      <a:pt x="170783" y="150626"/>
                    </a:lnTo>
                    <a:cubicBezTo>
                      <a:pt x="170593" y="147578"/>
                      <a:pt x="167926" y="145292"/>
                      <a:pt x="164878" y="145482"/>
                    </a:cubicBezTo>
                    <a:cubicBezTo>
                      <a:pt x="162116" y="145673"/>
                      <a:pt x="159925" y="147863"/>
                      <a:pt x="159734" y="150626"/>
                    </a:cubicBezTo>
                    <a:lnTo>
                      <a:pt x="143828" y="150626"/>
                    </a:lnTo>
                    <a:cubicBezTo>
                      <a:pt x="142304" y="141767"/>
                      <a:pt x="143828" y="132719"/>
                      <a:pt x="148400" y="124813"/>
                    </a:cubicBezTo>
                    <a:lnTo>
                      <a:pt x="148400" y="124813"/>
                    </a:lnTo>
                    <a:close/>
                    <a:moveTo>
                      <a:pt x="148876" y="55757"/>
                    </a:moveTo>
                    <a:lnTo>
                      <a:pt x="139160" y="72616"/>
                    </a:lnTo>
                    <a:lnTo>
                      <a:pt x="128397" y="66425"/>
                    </a:lnTo>
                    <a:lnTo>
                      <a:pt x="138113" y="49566"/>
                    </a:lnTo>
                    <a:lnTo>
                      <a:pt x="148876" y="55757"/>
                    </a:lnTo>
                    <a:close/>
                    <a:moveTo>
                      <a:pt x="305658" y="355794"/>
                    </a:moveTo>
                    <a:cubicBezTo>
                      <a:pt x="270224" y="355794"/>
                      <a:pt x="241364" y="326933"/>
                      <a:pt x="241364" y="291500"/>
                    </a:cubicBezTo>
                    <a:cubicBezTo>
                      <a:pt x="241364" y="256067"/>
                      <a:pt x="270224" y="227207"/>
                      <a:pt x="305658" y="227207"/>
                    </a:cubicBezTo>
                    <a:cubicBezTo>
                      <a:pt x="341090" y="227207"/>
                      <a:pt x="369951" y="256067"/>
                      <a:pt x="369951" y="291500"/>
                    </a:cubicBezTo>
                    <a:cubicBezTo>
                      <a:pt x="369951" y="326933"/>
                      <a:pt x="341090" y="355794"/>
                      <a:pt x="305658" y="355794"/>
                    </a:cubicBezTo>
                    <a:lnTo>
                      <a:pt x="305658" y="35579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1" name="Google Shape;461;p22"/>
            <p:cNvSpPr/>
            <p:nvPr/>
          </p:nvSpPr>
          <p:spPr>
            <a:xfrm>
              <a:off x="9686257" y="3503390"/>
              <a:ext cx="38290" cy="67341"/>
            </a:xfrm>
            <a:custGeom>
              <a:rect b="b" l="l" r="r" t="t"/>
              <a:pathLst>
                <a:path extrusionOk="0" h="67341" w="38290">
                  <a:moveTo>
                    <a:pt x="22384" y="28480"/>
                  </a:moveTo>
                  <a:lnTo>
                    <a:pt x="16097" y="28480"/>
                  </a:lnTo>
                  <a:cubicBezTo>
                    <a:pt x="13431" y="28480"/>
                    <a:pt x="11239" y="26289"/>
                    <a:pt x="11239" y="23622"/>
                  </a:cubicBezTo>
                  <a:cubicBezTo>
                    <a:pt x="11239" y="20955"/>
                    <a:pt x="13431" y="18764"/>
                    <a:pt x="16097" y="18764"/>
                  </a:cubicBezTo>
                  <a:lnTo>
                    <a:pt x="22384" y="18764"/>
                  </a:lnTo>
                  <a:cubicBezTo>
                    <a:pt x="24003" y="18764"/>
                    <a:pt x="25527" y="19526"/>
                    <a:pt x="26384" y="20860"/>
                  </a:cubicBezTo>
                  <a:cubicBezTo>
                    <a:pt x="28099" y="23432"/>
                    <a:pt x="31623" y="24098"/>
                    <a:pt x="34100" y="22384"/>
                  </a:cubicBezTo>
                  <a:cubicBezTo>
                    <a:pt x="36672" y="20669"/>
                    <a:pt x="37338" y="17145"/>
                    <a:pt x="35623" y="14669"/>
                  </a:cubicBezTo>
                  <a:cubicBezTo>
                    <a:pt x="33147" y="10954"/>
                    <a:pt x="29146" y="8477"/>
                    <a:pt x="24765" y="7811"/>
                  </a:cubicBezTo>
                  <a:lnTo>
                    <a:pt x="24765" y="5620"/>
                  </a:lnTo>
                  <a:cubicBezTo>
                    <a:pt x="24765" y="2572"/>
                    <a:pt x="22289" y="0"/>
                    <a:pt x="19145" y="0"/>
                  </a:cubicBezTo>
                  <a:cubicBezTo>
                    <a:pt x="16002" y="0"/>
                    <a:pt x="13525" y="2477"/>
                    <a:pt x="13525" y="5620"/>
                  </a:cubicBezTo>
                  <a:lnTo>
                    <a:pt x="13525" y="7811"/>
                  </a:lnTo>
                  <a:cubicBezTo>
                    <a:pt x="5810" y="8954"/>
                    <a:pt x="0" y="15621"/>
                    <a:pt x="0" y="23622"/>
                  </a:cubicBezTo>
                  <a:cubicBezTo>
                    <a:pt x="0" y="32480"/>
                    <a:pt x="7144" y="39624"/>
                    <a:pt x="16002" y="39624"/>
                  </a:cubicBezTo>
                  <a:lnTo>
                    <a:pt x="22289" y="39624"/>
                  </a:lnTo>
                  <a:cubicBezTo>
                    <a:pt x="24955" y="39624"/>
                    <a:pt x="27147" y="41815"/>
                    <a:pt x="27147" y="44482"/>
                  </a:cubicBezTo>
                  <a:cubicBezTo>
                    <a:pt x="27147" y="47149"/>
                    <a:pt x="24955" y="49340"/>
                    <a:pt x="22289" y="49340"/>
                  </a:cubicBezTo>
                  <a:lnTo>
                    <a:pt x="16002" y="49340"/>
                  </a:lnTo>
                  <a:cubicBezTo>
                    <a:pt x="14097" y="49340"/>
                    <a:pt x="12287" y="48196"/>
                    <a:pt x="11525" y="46387"/>
                  </a:cubicBezTo>
                  <a:cubicBezTo>
                    <a:pt x="10287" y="43529"/>
                    <a:pt x="7048" y="42196"/>
                    <a:pt x="4191" y="43434"/>
                  </a:cubicBezTo>
                  <a:cubicBezTo>
                    <a:pt x="1334" y="44672"/>
                    <a:pt x="0" y="47911"/>
                    <a:pt x="1238" y="50768"/>
                  </a:cubicBezTo>
                  <a:cubicBezTo>
                    <a:pt x="3429" y="55912"/>
                    <a:pt x="8097" y="59531"/>
                    <a:pt x="13525" y="60388"/>
                  </a:cubicBezTo>
                  <a:lnTo>
                    <a:pt x="13525" y="61722"/>
                  </a:lnTo>
                  <a:cubicBezTo>
                    <a:pt x="13525" y="64770"/>
                    <a:pt x="16002" y="67342"/>
                    <a:pt x="19145" y="67342"/>
                  </a:cubicBezTo>
                  <a:cubicBezTo>
                    <a:pt x="22289" y="67342"/>
                    <a:pt x="24765" y="64865"/>
                    <a:pt x="24765" y="61722"/>
                  </a:cubicBezTo>
                  <a:lnTo>
                    <a:pt x="24765" y="60293"/>
                  </a:lnTo>
                  <a:cubicBezTo>
                    <a:pt x="32481" y="59150"/>
                    <a:pt x="38291" y="52483"/>
                    <a:pt x="38291" y="44482"/>
                  </a:cubicBezTo>
                  <a:cubicBezTo>
                    <a:pt x="38291" y="35624"/>
                    <a:pt x="31147" y="28480"/>
                    <a:pt x="22289" y="28480"/>
                  </a:cubicBezTo>
                  <a:lnTo>
                    <a:pt x="22289" y="284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9651110" y="3482625"/>
              <a:ext cx="108775" cy="108775"/>
            </a:xfrm>
            <a:custGeom>
              <a:rect b="b" l="l" r="r" t="t"/>
              <a:pathLst>
                <a:path extrusionOk="0" h="108775" w="108775">
                  <a:moveTo>
                    <a:pt x="54388" y="0"/>
                  </a:moveTo>
                  <a:cubicBezTo>
                    <a:pt x="24384" y="0"/>
                    <a:pt x="0" y="24384"/>
                    <a:pt x="0" y="54388"/>
                  </a:cubicBezTo>
                  <a:cubicBezTo>
                    <a:pt x="0" y="84392"/>
                    <a:pt x="24384" y="108775"/>
                    <a:pt x="54388" y="108775"/>
                  </a:cubicBezTo>
                  <a:cubicBezTo>
                    <a:pt x="84391" y="108775"/>
                    <a:pt x="108775" y="84392"/>
                    <a:pt x="108775" y="54388"/>
                  </a:cubicBezTo>
                  <a:cubicBezTo>
                    <a:pt x="108775" y="24384"/>
                    <a:pt x="84391" y="0"/>
                    <a:pt x="54388" y="0"/>
                  </a:cubicBezTo>
                  <a:lnTo>
                    <a:pt x="54388" y="0"/>
                  </a:lnTo>
                  <a:close/>
                  <a:moveTo>
                    <a:pt x="54388" y="97631"/>
                  </a:moveTo>
                  <a:cubicBezTo>
                    <a:pt x="30575" y="97631"/>
                    <a:pt x="11144" y="78296"/>
                    <a:pt x="11144" y="54388"/>
                  </a:cubicBezTo>
                  <a:cubicBezTo>
                    <a:pt x="11144" y="30480"/>
                    <a:pt x="30480" y="11144"/>
                    <a:pt x="54388" y="11144"/>
                  </a:cubicBezTo>
                  <a:cubicBezTo>
                    <a:pt x="78296" y="11144"/>
                    <a:pt x="97631" y="30480"/>
                    <a:pt x="97631" y="54388"/>
                  </a:cubicBezTo>
                  <a:cubicBezTo>
                    <a:pt x="97631" y="78296"/>
                    <a:pt x="78200" y="97631"/>
                    <a:pt x="54388" y="97631"/>
                  </a:cubicBezTo>
                  <a:lnTo>
                    <a:pt x="54388" y="976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3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Stock Market Infographics</a:t>
            </a:r>
            <a:endParaRPr/>
          </a:p>
        </p:txBody>
      </p:sp>
      <p:sp>
        <p:nvSpPr>
          <p:cNvPr id="468" name="Google Shape;468;p23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23"/>
          <p:cNvSpPr txBox="1"/>
          <p:nvPr/>
        </p:nvSpPr>
        <p:spPr>
          <a:xfrm flipH="1">
            <a:off x="4070112" y="1689098"/>
            <a:ext cx="1003800" cy="43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20XX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4265404" y="986398"/>
            <a:ext cx="613200" cy="61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1" name="Google Shape;471;p23"/>
          <p:cNvSpPr txBox="1"/>
          <p:nvPr/>
        </p:nvSpPr>
        <p:spPr>
          <a:xfrm>
            <a:off x="1003525" y="2432198"/>
            <a:ext cx="83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2" name="Google Shape;472;p23"/>
          <p:cNvSpPr txBox="1"/>
          <p:nvPr/>
        </p:nvSpPr>
        <p:spPr>
          <a:xfrm>
            <a:off x="3108517" y="2432198"/>
            <a:ext cx="83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3" name="Google Shape;473;p23"/>
          <p:cNvSpPr txBox="1"/>
          <p:nvPr/>
        </p:nvSpPr>
        <p:spPr>
          <a:xfrm>
            <a:off x="5213509" y="2432198"/>
            <a:ext cx="83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Q3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4" name="Google Shape;474;p23"/>
          <p:cNvSpPr txBox="1"/>
          <p:nvPr/>
        </p:nvSpPr>
        <p:spPr>
          <a:xfrm>
            <a:off x="7318502" y="2432198"/>
            <a:ext cx="83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Q4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5" name="Google Shape;475;p23"/>
          <p:cNvSpPr txBox="1"/>
          <p:nvPr/>
        </p:nvSpPr>
        <p:spPr>
          <a:xfrm>
            <a:off x="2557563" y="4077102"/>
            <a:ext cx="193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6" name="Google Shape;476;p23"/>
          <p:cNvSpPr txBox="1"/>
          <p:nvPr/>
        </p:nvSpPr>
        <p:spPr>
          <a:xfrm>
            <a:off x="452567" y="4077102"/>
            <a:ext cx="193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7" name="Google Shape;477;p23"/>
          <p:cNvSpPr txBox="1"/>
          <p:nvPr/>
        </p:nvSpPr>
        <p:spPr>
          <a:xfrm>
            <a:off x="4662560" y="4077102"/>
            <a:ext cx="193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8" name="Google Shape;478;p23"/>
          <p:cNvSpPr txBox="1"/>
          <p:nvPr/>
        </p:nvSpPr>
        <p:spPr>
          <a:xfrm>
            <a:off x="6767556" y="4077102"/>
            <a:ext cx="193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9" name="Google Shape;479;p23"/>
          <p:cNvSpPr txBox="1"/>
          <p:nvPr/>
        </p:nvSpPr>
        <p:spPr>
          <a:xfrm>
            <a:off x="2557563" y="3821225"/>
            <a:ext cx="1932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Mercury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0" name="Google Shape;480;p23"/>
          <p:cNvSpPr txBox="1"/>
          <p:nvPr/>
        </p:nvSpPr>
        <p:spPr>
          <a:xfrm>
            <a:off x="4662560" y="3821225"/>
            <a:ext cx="1932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Saturn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1" name="Google Shape;481;p23"/>
          <p:cNvSpPr txBox="1"/>
          <p:nvPr/>
        </p:nvSpPr>
        <p:spPr>
          <a:xfrm>
            <a:off x="452567" y="3821225"/>
            <a:ext cx="1932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Earth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2" name="Google Shape;482;p23"/>
          <p:cNvSpPr txBox="1"/>
          <p:nvPr/>
        </p:nvSpPr>
        <p:spPr>
          <a:xfrm>
            <a:off x="6767556" y="3821225"/>
            <a:ext cx="1932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483" name="Google Shape;483;p23"/>
          <p:cNvCxnSpPr>
            <a:stCxn id="469" idx="2"/>
            <a:endCxn id="474" idx="0"/>
          </p:cNvCxnSpPr>
          <p:nvPr/>
        </p:nvCxnSpPr>
        <p:spPr>
          <a:xfrm flipH="1" rot="-5400000">
            <a:off x="5996862" y="695348"/>
            <a:ext cx="312000" cy="3161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23"/>
          <p:cNvCxnSpPr>
            <a:stCxn id="469" idx="2"/>
            <a:endCxn id="471" idx="0"/>
          </p:cNvCxnSpPr>
          <p:nvPr/>
        </p:nvCxnSpPr>
        <p:spPr>
          <a:xfrm rot="5400000">
            <a:off x="2839362" y="699548"/>
            <a:ext cx="312000" cy="3153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23"/>
          <p:cNvCxnSpPr>
            <a:stCxn id="469" idx="2"/>
            <a:endCxn id="472" idx="0"/>
          </p:cNvCxnSpPr>
          <p:nvPr/>
        </p:nvCxnSpPr>
        <p:spPr>
          <a:xfrm rot="5400000">
            <a:off x="3891912" y="1752098"/>
            <a:ext cx="312000" cy="1048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23"/>
          <p:cNvCxnSpPr>
            <a:stCxn id="469" idx="2"/>
            <a:endCxn id="473" idx="0"/>
          </p:cNvCxnSpPr>
          <p:nvPr/>
        </p:nvCxnSpPr>
        <p:spPr>
          <a:xfrm flipH="1" rot="-5400000">
            <a:off x="4944312" y="1747898"/>
            <a:ext cx="312000" cy="1056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" name="Google Shape;487;p23"/>
          <p:cNvSpPr txBox="1"/>
          <p:nvPr/>
        </p:nvSpPr>
        <p:spPr>
          <a:xfrm>
            <a:off x="1003517" y="2859988"/>
            <a:ext cx="830400" cy="5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8" name="Google Shape;488;p23"/>
          <p:cNvSpPr txBox="1"/>
          <p:nvPr/>
        </p:nvSpPr>
        <p:spPr>
          <a:xfrm>
            <a:off x="3108513" y="2859988"/>
            <a:ext cx="830400" cy="5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9" name="Google Shape;489;p23"/>
          <p:cNvSpPr txBox="1"/>
          <p:nvPr/>
        </p:nvSpPr>
        <p:spPr>
          <a:xfrm>
            <a:off x="5213510" y="2859988"/>
            <a:ext cx="830400" cy="5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90" name="Google Shape;490;p23"/>
          <p:cNvSpPr txBox="1"/>
          <p:nvPr/>
        </p:nvSpPr>
        <p:spPr>
          <a:xfrm>
            <a:off x="7318506" y="2859988"/>
            <a:ext cx="830400" cy="5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91" name="Google Shape;491;p23"/>
          <p:cNvGrpSpPr/>
          <p:nvPr/>
        </p:nvGrpSpPr>
        <p:grpSpPr>
          <a:xfrm>
            <a:off x="4436288" y="1079935"/>
            <a:ext cx="271431" cy="426110"/>
            <a:chOff x="4029360" y="3838575"/>
            <a:chExt cx="242696" cy="381000"/>
          </a:xfrm>
        </p:grpSpPr>
        <p:sp>
          <p:nvSpPr>
            <p:cNvPr id="492" name="Google Shape;492;p23"/>
            <p:cNvSpPr/>
            <p:nvPr/>
          </p:nvSpPr>
          <p:spPr>
            <a:xfrm>
              <a:off x="4029360" y="3838575"/>
              <a:ext cx="242696" cy="381000"/>
            </a:xfrm>
            <a:custGeom>
              <a:rect b="b" l="l" r="r" t="t"/>
              <a:pathLst>
                <a:path extrusionOk="0" h="381000" w="242696">
                  <a:moveTo>
                    <a:pt x="229457" y="36195"/>
                  </a:moveTo>
                  <a:lnTo>
                    <a:pt x="201073" y="36195"/>
                  </a:lnTo>
                  <a:lnTo>
                    <a:pt x="201073" y="23908"/>
                  </a:lnTo>
                  <a:cubicBezTo>
                    <a:pt x="201073" y="10668"/>
                    <a:pt x="190309" y="0"/>
                    <a:pt x="177165" y="0"/>
                  </a:cubicBezTo>
                  <a:cubicBezTo>
                    <a:pt x="177165" y="0"/>
                    <a:pt x="177165" y="0"/>
                    <a:pt x="177165" y="0"/>
                  </a:cubicBezTo>
                  <a:cubicBezTo>
                    <a:pt x="177165" y="0"/>
                    <a:pt x="177165" y="0"/>
                    <a:pt x="177165" y="0"/>
                  </a:cubicBezTo>
                  <a:lnTo>
                    <a:pt x="75819" y="0"/>
                  </a:lnTo>
                  <a:cubicBezTo>
                    <a:pt x="62579" y="0"/>
                    <a:pt x="51911" y="10763"/>
                    <a:pt x="51911" y="23908"/>
                  </a:cubicBezTo>
                  <a:lnTo>
                    <a:pt x="51911" y="47720"/>
                  </a:lnTo>
                  <a:cubicBezTo>
                    <a:pt x="51911" y="50768"/>
                    <a:pt x="54388" y="53340"/>
                    <a:pt x="57531" y="53340"/>
                  </a:cubicBezTo>
                  <a:cubicBezTo>
                    <a:pt x="60674" y="53340"/>
                    <a:pt x="63151" y="50863"/>
                    <a:pt x="63151" y="47720"/>
                  </a:cubicBezTo>
                  <a:lnTo>
                    <a:pt x="63151" y="23908"/>
                  </a:lnTo>
                  <a:cubicBezTo>
                    <a:pt x="63151" y="16859"/>
                    <a:pt x="68866" y="11144"/>
                    <a:pt x="75914" y="11144"/>
                  </a:cubicBezTo>
                  <a:lnTo>
                    <a:pt x="156972" y="11144"/>
                  </a:lnTo>
                  <a:cubicBezTo>
                    <a:pt x="154591" y="14859"/>
                    <a:pt x="153257" y="19241"/>
                    <a:pt x="153257" y="23908"/>
                  </a:cubicBezTo>
                  <a:lnTo>
                    <a:pt x="153257" y="124968"/>
                  </a:lnTo>
                  <a:lnTo>
                    <a:pt x="63151" y="124968"/>
                  </a:lnTo>
                  <a:lnTo>
                    <a:pt x="63151" y="72580"/>
                  </a:lnTo>
                  <a:cubicBezTo>
                    <a:pt x="63151" y="69533"/>
                    <a:pt x="60674" y="66961"/>
                    <a:pt x="57531" y="66961"/>
                  </a:cubicBezTo>
                  <a:cubicBezTo>
                    <a:pt x="54388" y="66961"/>
                    <a:pt x="51911" y="69437"/>
                    <a:pt x="51911" y="72580"/>
                  </a:cubicBezTo>
                  <a:lnTo>
                    <a:pt x="51911" y="89630"/>
                  </a:lnTo>
                  <a:lnTo>
                    <a:pt x="20479" y="89630"/>
                  </a:lnTo>
                  <a:cubicBezTo>
                    <a:pt x="9144" y="89630"/>
                    <a:pt x="0" y="98774"/>
                    <a:pt x="0" y="110109"/>
                  </a:cubicBezTo>
                  <a:lnTo>
                    <a:pt x="0" y="360521"/>
                  </a:lnTo>
                  <a:cubicBezTo>
                    <a:pt x="0" y="371856"/>
                    <a:pt x="9144" y="381000"/>
                    <a:pt x="20479" y="381000"/>
                  </a:cubicBezTo>
                  <a:lnTo>
                    <a:pt x="195834" y="381000"/>
                  </a:lnTo>
                  <a:cubicBezTo>
                    <a:pt x="207169" y="381000"/>
                    <a:pt x="216313" y="371856"/>
                    <a:pt x="216313" y="360521"/>
                  </a:cubicBezTo>
                  <a:lnTo>
                    <a:pt x="216313" y="327184"/>
                  </a:lnTo>
                  <a:cubicBezTo>
                    <a:pt x="216313" y="324136"/>
                    <a:pt x="213836" y="321564"/>
                    <a:pt x="210693" y="321564"/>
                  </a:cubicBezTo>
                  <a:cubicBezTo>
                    <a:pt x="207550" y="321564"/>
                    <a:pt x="205073" y="324041"/>
                    <a:pt x="205073" y="327184"/>
                  </a:cubicBezTo>
                  <a:lnTo>
                    <a:pt x="205073" y="360521"/>
                  </a:lnTo>
                  <a:cubicBezTo>
                    <a:pt x="205073" y="365665"/>
                    <a:pt x="200882" y="369856"/>
                    <a:pt x="195739" y="369856"/>
                  </a:cubicBezTo>
                  <a:lnTo>
                    <a:pt x="20383" y="369856"/>
                  </a:lnTo>
                  <a:cubicBezTo>
                    <a:pt x="15240" y="369856"/>
                    <a:pt x="11049" y="365665"/>
                    <a:pt x="11049" y="360521"/>
                  </a:cubicBezTo>
                  <a:lnTo>
                    <a:pt x="11049" y="110109"/>
                  </a:lnTo>
                  <a:cubicBezTo>
                    <a:pt x="11049" y="104966"/>
                    <a:pt x="15240" y="100775"/>
                    <a:pt x="20383" y="100775"/>
                  </a:cubicBezTo>
                  <a:lnTo>
                    <a:pt x="31242" y="100775"/>
                  </a:lnTo>
                  <a:lnTo>
                    <a:pt x="31242" y="123158"/>
                  </a:lnTo>
                  <a:cubicBezTo>
                    <a:pt x="31242" y="130302"/>
                    <a:pt x="37052" y="136208"/>
                    <a:pt x="44291" y="136208"/>
                  </a:cubicBezTo>
                  <a:lnTo>
                    <a:pt x="174212" y="136208"/>
                  </a:lnTo>
                  <a:cubicBezTo>
                    <a:pt x="181356" y="136208"/>
                    <a:pt x="187262" y="130397"/>
                    <a:pt x="187262" y="123158"/>
                  </a:cubicBezTo>
                  <a:lnTo>
                    <a:pt x="187262" y="100775"/>
                  </a:lnTo>
                  <a:lnTo>
                    <a:pt x="195834" y="100775"/>
                  </a:lnTo>
                  <a:cubicBezTo>
                    <a:pt x="200978" y="100775"/>
                    <a:pt x="205169" y="104966"/>
                    <a:pt x="205169" y="110109"/>
                  </a:cubicBezTo>
                  <a:lnTo>
                    <a:pt x="205169" y="302419"/>
                  </a:lnTo>
                  <a:cubicBezTo>
                    <a:pt x="205169" y="305467"/>
                    <a:pt x="207645" y="308038"/>
                    <a:pt x="210788" y="308038"/>
                  </a:cubicBezTo>
                  <a:cubicBezTo>
                    <a:pt x="213932" y="308038"/>
                    <a:pt x="216408" y="305562"/>
                    <a:pt x="216408" y="302419"/>
                  </a:cubicBezTo>
                  <a:lnTo>
                    <a:pt x="216408" y="172403"/>
                  </a:lnTo>
                  <a:lnTo>
                    <a:pt x="219456" y="172403"/>
                  </a:lnTo>
                  <a:cubicBezTo>
                    <a:pt x="232315" y="172403"/>
                    <a:pt x="242697" y="161639"/>
                    <a:pt x="242697" y="148495"/>
                  </a:cubicBezTo>
                  <a:lnTo>
                    <a:pt x="242697" y="49339"/>
                  </a:lnTo>
                  <a:cubicBezTo>
                    <a:pt x="242697" y="42196"/>
                    <a:pt x="236887" y="36290"/>
                    <a:pt x="229648" y="36290"/>
                  </a:cubicBezTo>
                  <a:lnTo>
                    <a:pt x="229648" y="36290"/>
                  </a:lnTo>
                  <a:close/>
                  <a:moveTo>
                    <a:pt x="42196" y="123158"/>
                  </a:moveTo>
                  <a:lnTo>
                    <a:pt x="42196" y="100775"/>
                  </a:lnTo>
                  <a:lnTo>
                    <a:pt x="51625" y="100775"/>
                  </a:lnTo>
                  <a:lnTo>
                    <a:pt x="51625" y="124968"/>
                  </a:lnTo>
                  <a:lnTo>
                    <a:pt x="44101" y="124968"/>
                  </a:lnTo>
                  <a:cubicBezTo>
                    <a:pt x="43053" y="124968"/>
                    <a:pt x="42196" y="124111"/>
                    <a:pt x="42196" y="123063"/>
                  </a:cubicBezTo>
                  <a:lnTo>
                    <a:pt x="42196" y="123063"/>
                  </a:lnTo>
                  <a:close/>
                  <a:moveTo>
                    <a:pt x="176879" y="11144"/>
                  </a:moveTo>
                  <a:cubicBezTo>
                    <a:pt x="176879" y="11144"/>
                    <a:pt x="176879" y="11144"/>
                    <a:pt x="176879" y="11144"/>
                  </a:cubicBezTo>
                  <a:cubicBezTo>
                    <a:pt x="176879" y="11144"/>
                    <a:pt x="176879" y="11144"/>
                    <a:pt x="176879" y="11144"/>
                  </a:cubicBezTo>
                  <a:cubicBezTo>
                    <a:pt x="183928" y="11144"/>
                    <a:pt x="189643" y="16859"/>
                    <a:pt x="189643" y="23908"/>
                  </a:cubicBezTo>
                  <a:lnTo>
                    <a:pt x="189643" y="89535"/>
                  </a:lnTo>
                  <a:lnTo>
                    <a:pt x="163925" y="89535"/>
                  </a:lnTo>
                  <a:lnTo>
                    <a:pt x="163925" y="23908"/>
                  </a:lnTo>
                  <a:cubicBezTo>
                    <a:pt x="163925" y="16859"/>
                    <a:pt x="169640" y="11144"/>
                    <a:pt x="176689" y="11144"/>
                  </a:cubicBezTo>
                  <a:lnTo>
                    <a:pt x="176689" y="11144"/>
                  </a:lnTo>
                  <a:close/>
                  <a:moveTo>
                    <a:pt x="175927" y="123158"/>
                  </a:moveTo>
                  <a:cubicBezTo>
                    <a:pt x="175927" y="124206"/>
                    <a:pt x="175070" y="125063"/>
                    <a:pt x="174022" y="125063"/>
                  </a:cubicBezTo>
                  <a:lnTo>
                    <a:pt x="164021" y="125063"/>
                  </a:lnTo>
                  <a:lnTo>
                    <a:pt x="164021" y="100870"/>
                  </a:lnTo>
                  <a:lnTo>
                    <a:pt x="175832" y="100870"/>
                  </a:lnTo>
                  <a:lnTo>
                    <a:pt x="175832" y="123254"/>
                  </a:lnTo>
                  <a:close/>
                  <a:moveTo>
                    <a:pt x="231267" y="148400"/>
                  </a:moveTo>
                  <a:cubicBezTo>
                    <a:pt x="231267" y="155448"/>
                    <a:pt x="225838" y="161163"/>
                    <a:pt x="219170" y="161163"/>
                  </a:cubicBezTo>
                  <a:lnTo>
                    <a:pt x="216122" y="161163"/>
                  </a:lnTo>
                  <a:lnTo>
                    <a:pt x="216122" y="110014"/>
                  </a:lnTo>
                  <a:cubicBezTo>
                    <a:pt x="216122" y="100584"/>
                    <a:pt x="209741" y="92678"/>
                    <a:pt x="201073" y="90297"/>
                  </a:cubicBezTo>
                  <a:lnTo>
                    <a:pt x="201073" y="47339"/>
                  </a:lnTo>
                  <a:lnTo>
                    <a:pt x="229457" y="47339"/>
                  </a:lnTo>
                  <a:cubicBezTo>
                    <a:pt x="230505" y="47339"/>
                    <a:pt x="231362" y="48196"/>
                    <a:pt x="231362" y="49244"/>
                  </a:cubicBezTo>
                  <a:lnTo>
                    <a:pt x="231362" y="148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3"/>
            <p:cNvSpPr/>
            <p:nvPr/>
          </p:nvSpPr>
          <p:spPr>
            <a:xfrm>
              <a:off x="4054411" y="3988974"/>
              <a:ext cx="165639" cy="68961"/>
            </a:xfrm>
            <a:custGeom>
              <a:rect b="b" l="l" r="r" t="t"/>
              <a:pathLst>
                <a:path extrusionOk="0" h="68961" w="165639">
                  <a:moveTo>
                    <a:pt x="165640" y="13049"/>
                  </a:moveTo>
                  <a:cubicBezTo>
                    <a:pt x="165640" y="5906"/>
                    <a:pt x="159829" y="0"/>
                    <a:pt x="152590" y="0"/>
                  </a:cubicBezTo>
                  <a:lnTo>
                    <a:pt x="13049" y="0"/>
                  </a:lnTo>
                  <a:cubicBezTo>
                    <a:pt x="5905" y="0"/>
                    <a:pt x="0" y="5810"/>
                    <a:pt x="0" y="13049"/>
                  </a:cubicBezTo>
                  <a:lnTo>
                    <a:pt x="0" y="55912"/>
                  </a:lnTo>
                  <a:cubicBezTo>
                    <a:pt x="0" y="63056"/>
                    <a:pt x="5810" y="68961"/>
                    <a:pt x="13049" y="68961"/>
                  </a:cubicBezTo>
                  <a:lnTo>
                    <a:pt x="102775" y="68961"/>
                  </a:lnTo>
                  <a:cubicBezTo>
                    <a:pt x="105823" y="68961"/>
                    <a:pt x="108394" y="66485"/>
                    <a:pt x="108394" y="63341"/>
                  </a:cubicBezTo>
                  <a:cubicBezTo>
                    <a:pt x="108394" y="60198"/>
                    <a:pt x="105918" y="57722"/>
                    <a:pt x="102775" y="57722"/>
                  </a:cubicBezTo>
                  <a:lnTo>
                    <a:pt x="13049" y="57722"/>
                  </a:lnTo>
                  <a:cubicBezTo>
                    <a:pt x="12001" y="57722"/>
                    <a:pt x="11144" y="56864"/>
                    <a:pt x="11144" y="55817"/>
                  </a:cubicBezTo>
                  <a:lnTo>
                    <a:pt x="11144" y="12954"/>
                  </a:lnTo>
                  <a:cubicBezTo>
                    <a:pt x="11144" y="11906"/>
                    <a:pt x="12001" y="11049"/>
                    <a:pt x="13049" y="11049"/>
                  </a:cubicBezTo>
                  <a:lnTo>
                    <a:pt x="152590" y="11049"/>
                  </a:lnTo>
                  <a:cubicBezTo>
                    <a:pt x="153638" y="11049"/>
                    <a:pt x="154496" y="11906"/>
                    <a:pt x="154496" y="12954"/>
                  </a:cubicBezTo>
                  <a:lnTo>
                    <a:pt x="154496" y="55817"/>
                  </a:lnTo>
                  <a:cubicBezTo>
                    <a:pt x="154496" y="56864"/>
                    <a:pt x="153638" y="57722"/>
                    <a:pt x="152590" y="57722"/>
                  </a:cubicBezTo>
                  <a:lnTo>
                    <a:pt x="127540" y="57722"/>
                  </a:lnTo>
                  <a:cubicBezTo>
                    <a:pt x="124492" y="57722"/>
                    <a:pt x="121920" y="60198"/>
                    <a:pt x="121920" y="63341"/>
                  </a:cubicBezTo>
                  <a:cubicBezTo>
                    <a:pt x="121920" y="66485"/>
                    <a:pt x="124396" y="68961"/>
                    <a:pt x="127540" y="68961"/>
                  </a:cubicBezTo>
                  <a:lnTo>
                    <a:pt x="152590" y="68961"/>
                  </a:lnTo>
                  <a:cubicBezTo>
                    <a:pt x="159734" y="68961"/>
                    <a:pt x="165640" y="63151"/>
                    <a:pt x="165640" y="55912"/>
                  </a:cubicBezTo>
                  <a:lnTo>
                    <a:pt x="165640" y="130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4052887" y="407088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3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3" y="0"/>
                    <a:pt x="0" y="5143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3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4052887" y="4111751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4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3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3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4052887" y="415270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24384" y="0"/>
                  </a:moveTo>
                  <a:lnTo>
                    <a:pt x="11525" y="0"/>
                  </a:lnTo>
                  <a:cubicBezTo>
                    <a:pt x="5143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3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ubicBezTo>
                    <a:pt x="35909" y="5144"/>
                    <a:pt x="30766" y="0"/>
                    <a:pt x="24384" y="0"/>
                  </a:cubicBezTo>
                  <a:lnTo>
                    <a:pt x="24384" y="0"/>
                  </a:lnTo>
                  <a:close/>
                  <a:moveTo>
                    <a:pt x="24765" y="22479"/>
                  </a:moveTo>
                  <a:cubicBezTo>
                    <a:pt x="24765" y="22479"/>
                    <a:pt x="24575" y="22860"/>
                    <a:pt x="24384" y="22860"/>
                  </a:cubicBezTo>
                  <a:lnTo>
                    <a:pt x="11525" y="22860"/>
                  </a:lnTo>
                  <a:cubicBezTo>
                    <a:pt x="11525" y="22860"/>
                    <a:pt x="11144" y="22670"/>
                    <a:pt x="11144" y="22479"/>
                  </a:cubicBezTo>
                  <a:lnTo>
                    <a:pt x="11144" y="11430"/>
                  </a:lnTo>
                  <a:cubicBezTo>
                    <a:pt x="11144" y="11430"/>
                    <a:pt x="11335" y="11049"/>
                    <a:pt x="11525" y="11049"/>
                  </a:cubicBezTo>
                  <a:lnTo>
                    <a:pt x="24384" y="11049"/>
                  </a:lnTo>
                  <a:cubicBezTo>
                    <a:pt x="24384" y="11049"/>
                    <a:pt x="24765" y="11240"/>
                    <a:pt x="24765" y="11430"/>
                  </a:cubicBezTo>
                  <a:lnTo>
                    <a:pt x="24765" y="22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4096130" y="407088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3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4" y="0"/>
                    <a:pt x="0" y="5143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4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4096130" y="4111751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4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4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4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4096130" y="415270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24384" y="0"/>
                  </a:moveTo>
                  <a:lnTo>
                    <a:pt x="11525" y="0"/>
                  </a:lnTo>
                  <a:cubicBezTo>
                    <a:pt x="5144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4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ubicBezTo>
                    <a:pt x="35909" y="5144"/>
                    <a:pt x="30766" y="0"/>
                    <a:pt x="24384" y="0"/>
                  </a:cubicBezTo>
                  <a:lnTo>
                    <a:pt x="24384" y="0"/>
                  </a:lnTo>
                  <a:close/>
                  <a:moveTo>
                    <a:pt x="24765" y="22479"/>
                  </a:moveTo>
                  <a:cubicBezTo>
                    <a:pt x="24765" y="22479"/>
                    <a:pt x="24575" y="22860"/>
                    <a:pt x="24384" y="22860"/>
                  </a:cubicBezTo>
                  <a:lnTo>
                    <a:pt x="11525" y="22860"/>
                  </a:lnTo>
                  <a:cubicBezTo>
                    <a:pt x="11525" y="22860"/>
                    <a:pt x="11144" y="22670"/>
                    <a:pt x="11144" y="22479"/>
                  </a:cubicBezTo>
                  <a:lnTo>
                    <a:pt x="11144" y="11430"/>
                  </a:lnTo>
                  <a:cubicBezTo>
                    <a:pt x="11144" y="11430"/>
                    <a:pt x="11335" y="11049"/>
                    <a:pt x="11525" y="11049"/>
                  </a:cubicBezTo>
                  <a:lnTo>
                    <a:pt x="24384" y="11049"/>
                  </a:lnTo>
                  <a:cubicBezTo>
                    <a:pt x="24384" y="11049"/>
                    <a:pt x="24765" y="11240"/>
                    <a:pt x="24765" y="11430"/>
                  </a:cubicBezTo>
                  <a:lnTo>
                    <a:pt x="24765" y="22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4139469" y="407088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3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4" y="0"/>
                    <a:pt x="0" y="5143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4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4139469" y="4111751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4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4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4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4139469" y="415270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24384" y="0"/>
                  </a:moveTo>
                  <a:lnTo>
                    <a:pt x="11525" y="0"/>
                  </a:lnTo>
                  <a:cubicBezTo>
                    <a:pt x="5144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4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ubicBezTo>
                    <a:pt x="35909" y="5144"/>
                    <a:pt x="30766" y="0"/>
                    <a:pt x="24384" y="0"/>
                  </a:cubicBezTo>
                  <a:lnTo>
                    <a:pt x="24384" y="0"/>
                  </a:lnTo>
                  <a:close/>
                  <a:moveTo>
                    <a:pt x="24765" y="22479"/>
                  </a:moveTo>
                  <a:cubicBezTo>
                    <a:pt x="24765" y="22479"/>
                    <a:pt x="24575" y="22860"/>
                    <a:pt x="24384" y="22860"/>
                  </a:cubicBezTo>
                  <a:lnTo>
                    <a:pt x="11525" y="22860"/>
                  </a:lnTo>
                  <a:cubicBezTo>
                    <a:pt x="11525" y="22860"/>
                    <a:pt x="11144" y="22670"/>
                    <a:pt x="11144" y="22479"/>
                  </a:cubicBezTo>
                  <a:lnTo>
                    <a:pt x="11144" y="11430"/>
                  </a:lnTo>
                  <a:cubicBezTo>
                    <a:pt x="11144" y="11430"/>
                    <a:pt x="11335" y="11049"/>
                    <a:pt x="11525" y="11049"/>
                  </a:cubicBezTo>
                  <a:lnTo>
                    <a:pt x="24384" y="11049"/>
                  </a:lnTo>
                  <a:cubicBezTo>
                    <a:pt x="24384" y="11049"/>
                    <a:pt x="24765" y="11240"/>
                    <a:pt x="24765" y="11430"/>
                  </a:cubicBezTo>
                  <a:lnTo>
                    <a:pt x="24765" y="22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4182807" y="407088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3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3" y="0"/>
                    <a:pt x="0" y="5143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3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3"/>
            <p:cNvSpPr/>
            <p:nvPr/>
          </p:nvSpPr>
          <p:spPr>
            <a:xfrm>
              <a:off x="4182807" y="4111751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4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3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3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3"/>
            <p:cNvSpPr/>
            <p:nvPr/>
          </p:nvSpPr>
          <p:spPr>
            <a:xfrm>
              <a:off x="4182807" y="415270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24384" y="0"/>
                  </a:moveTo>
                  <a:lnTo>
                    <a:pt x="11525" y="0"/>
                  </a:lnTo>
                  <a:cubicBezTo>
                    <a:pt x="5143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3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ubicBezTo>
                    <a:pt x="35909" y="5144"/>
                    <a:pt x="30766" y="0"/>
                    <a:pt x="24384" y="0"/>
                  </a:cubicBezTo>
                  <a:lnTo>
                    <a:pt x="24384" y="0"/>
                  </a:lnTo>
                  <a:close/>
                  <a:moveTo>
                    <a:pt x="24765" y="22479"/>
                  </a:moveTo>
                  <a:cubicBezTo>
                    <a:pt x="24765" y="22479"/>
                    <a:pt x="24575" y="22860"/>
                    <a:pt x="24384" y="22860"/>
                  </a:cubicBezTo>
                  <a:lnTo>
                    <a:pt x="11525" y="22860"/>
                  </a:lnTo>
                  <a:cubicBezTo>
                    <a:pt x="11525" y="22860"/>
                    <a:pt x="11144" y="22670"/>
                    <a:pt x="11144" y="22479"/>
                  </a:cubicBezTo>
                  <a:lnTo>
                    <a:pt x="11144" y="11430"/>
                  </a:lnTo>
                  <a:cubicBezTo>
                    <a:pt x="11144" y="11430"/>
                    <a:pt x="11335" y="11049"/>
                    <a:pt x="11525" y="11049"/>
                  </a:cubicBezTo>
                  <a:lnTo>
                    <a:pt x="24384" y="11049"/>
                  </a:lnTo>
                  <a:cubicBezTo>
                    <a:pt x="24384" y="11049"/>
                    <a:pt x="24765" y="11240"/>
                    <a:pt x="24765" y="11430"/>
                  </a:cubicBezTo>
                  <a:lnTo>
                    <a:pt x="24765" y="22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3"/>
            <p:cNvSpPr/>
            <p:nvPr/>
          </p:nvSpPr>
          <p:spPr>
            <a:xfrm>
              <a:off x="4078699" y="4026979"/>
              <a:ext cx="23145" cy="11239"/>
            </a:xfrm>
            <a:custGeom>
              <a:rect b="b" l="l" r="r" t="t"/>
              <a:pathLst>
                <a:path extrusionOk="0" h="11239" w="23145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17526" y="11240"/>
                  </a:lnTo>
                  <a:cubicBezTo>
                    <a:pt x="20574" y="11240"/>
                    <a:pt x="23146" y="8763"/>
                    <a:pt x="23146" y="5620"/>
                  </a:cubicBezTo>
                  <a:cubicBezTo>
                    <a:pt x="23146" y="2476"/>
                    <a:pt x="20669" y="0"/>
                    <a:pt x="17526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3"/>
            <p:cNvSpPr/>
            <p:nvPr/>
          </p:nvSpPr>
          <p:spPr>
            <a:xfrm>
              <a:off x="4110037" y="4026979"/>
              <a:ext cx="23145" cy="11239"/>
            </a:xfrm>
            <a:custGeom>
              <a:rect b="b" l="l" r="r" t="t"/>
              <a:pathLst>
                <a:path extrusionOk="0" h="11239" w="23145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17526" y="11240"/>
                  </a:lnTo>
                  <a:cubicBezTo>
                    <a:pt x="20574" y="11240"/>
                    <a:pt x="23146" y="8763"/>
                    <a:pt x="23146" y="5620"/>
                  </a:cubicBezTo>
                  <a:cubicBezTo>
                    <a:pt x="23146" y="2476"/>
                    <a:pt x="20669" y="0"/>
                    <a:pt x="17526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3"/>
            <p:cNvSpPr/>
            <p:nvPr/>
          </p:nvSpPr>
          <p:spPr>
            <a:xfrm>
              <a:off x="4141374" y="4026979"/>
              <a:ext cx="23145" cy="11239"/>
            </a:xfrm>
            <a:custGeom>
              <a:rect b="b" l="l" r="r" t="t"/>
              <a:pathLst>
                <a:path extrusionOk="0" h="11239" w="23145">
                  <a:moveTo>
                    <a:pt x="17526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7526" y="11240"/>
                  </a:lnTo>
                  <a:cubicBezTo>
                    <a:pt x="20574" y="11240"/>
                    <a:pt x="23146" y="8763"/>
                    <a:pt x="23146" y="5620"/>
                  </a:cubicBezTo>
                  <a:cubicBezTo>
                    <a:pt x="23146" y="2476"/>
                    <a:pt x="20669" y="0"/>
                    <a:pt x="17526" y="0"/>
                  </a:cubicBezTo>
                  <a:lnTo>
                    <a:pt x="175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3"/>
            <p:cNvSpPr/>
            <p:nvPr/>
          </p:nvSpPr>
          <p:spPr>
            <a:xfrm>
              <a:off x="4172616" y="4026884"/>
              <a:ext cx="23145" cy="11239"/>
            </a:xfrm>
            <a:custGeom>
              <a:rect b="b" l="l" r="r" t="t"/>
              <a:pathLst>
                <a:path extrusionOk="0" h="11239" w="23145">
                  <a:moveTo>
                    <a:pt x="17526" y="11239"/>
                  </a:moveTo>
                  <a:cubicBezTo>
                    <a:pt x="20574" y="11239"/>
                    <a:pt x="23146" y="8763"/>
                    <a:pt x="23146" y="5620"/>
                  </a:cubicBezTo>
                  <a:cubicBezTo>
                    <a:pt x="23146" y="2476"/>
                    <a:pt x="20669" y="0"/>
                    <a:pt x="17526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17526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0" name="Google Shape;510;p23"/>
          <p:cNvCxnSpPr>
            <a:stCxn id="487" idx="2"/>
            <a:endCxn id="481" idx="0"/>
          </p:cNvCxnSpPr>
          <p:nvPr/>
        </p:nvCxnSpPr>
        <p:spPr>
          <a:xfrm>
            <a:off x="1418717" y="3363988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  <p:cxnSp>
        <p:nvCxnSpPr>
          <p:cNvPr id="511" name="Google Shape;511;p23"/>
          <p:cNvCxnSpPr>
            <a:stCxn id="488" idx="2"/>
            <a:endCxn id="479" idx="0"/>
          </p:cNvCxnSpPr>
          <p:nvPr/>
        </p:nvCxnSpPr>
        <p:spPr>
          <a:xfrm>
            <a:off x="3523713" y="3363988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  <p:cxnSp>
        <p:nvCxnSpPr>
          <p:cNvPr id="512" name="Google Shape;512;p23"/>
          <p:cNvCxnSpPr>
            <a:stCxn id="489" idx="2"/>
            <a:endCxn id="480" idx="0"/>
          </p:cNvCxnSpPr>
          <p:nvPr/>
        </p:nvCxnSpPr>
        <p:spPr>
          <a:xfrm>
            <a:off x="5628710" y="3363988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  <p:cxnSp>
        <p:nvCxnSpPr>
          <p:cNvPr id="513" name="Google Shape;513;p23"/>
          <p:cNvCxnSpPr>
            <a:stCxn id="490" idx="2"/>
            <a:endCxn id="482" idx="0"/>
          </p:cNvCxnSpPr>
          <p:nvPr/>
        </p:nvCxnSpPr>
        <p:spPr>
          <a:xfrm>
            <a:off x="7733706" y="3363988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Stock Market Infographics</a:t>
            </a:r>
            <a:endParaRPr/>
          </a:p>
        </p:txBody>
      </p:sp>
      <p:sp>
        <p:nvSpPr>
          <p:cNvPr id="519" name="Google Shape;519;p24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24"/>
          <p:cNvSpPr/>
          <p:nvPr/>
        </p:nvSpPr>
        <p:spPr>
          <a:xfrm>
            <a:off x="798075" y="3599050"/>
            <a:ext cx="1783800" cy="51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1" name="Google Shape;521;p24"/>
          <p:cNvSpPr/>
          <p:nvPr/>
        </p:nvSpPr>
        <p:spPr>
          <a:xfrm>
            <a:off x="2719438" y="3247500"/>
            <a:ext cx="1783800" cy="869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2" name="Google Shape;522;p24"/>
          <p:cNvSpPr/>
          <p:nvPr/>
        </p:nvSpPr>
        <p:spPr>
          <a:xfrm>
            <a:off x="4640750" y="2897550"/>
            <a:ext cx="1783800" cy="121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3" name="Google Shape;523;p24"/>
          <p:cNvSpPr/>
          <p:nvPr/>
        </p:nvSpPr>
        <p:spPr>
          <a:xfrm>
            <a:off x="6562075" y="2735700"/>
            <a:ext cx="1783800" cy="1380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4" name="Google Shape;524;p24"/>
          <p:cNvSpPr txBox="1"/>
          <p:nvPr/>
        </p:nvSpPr>
        <p:spPr>
          <a:xfrm flipH="1">
            <a:off x="1188112" y="2666048"/>
            <a:ext cx="1003800" cy="43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20XX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25" name="Google Shape;525;p24"/>
          <p:cNvSpPr txBox="1"/>
          <p:nvPr/>
        </p:nvSpPr>
        <p:spPr>
          <a:xfrm flipH="1">
            <a:off x="3109437" y="2315248"/>
            <a:ext cx="1003800" cy="43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20XX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26" name="Google Shape;526;p24"/>
          <p:cNvSpPr txBox="1"/>
          <p:nvPr/>
        </p:nvSpPr>
        <p:spPr>
          <a:xfrm flipH="1">
            <a:off x="5030737" y="1956598"/>
            <a:ext cx="1003800" cy="43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20XX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27" name="Google Shape;527;p24"/>
          <p:cNvSpPr txBox="1"/>
          <p:nvPr/>
        </p:nvSpPr>
        <p:spPr>
          <a:xfrm flipH="1">
            <a:off x="6952062" y="1802773"/>
            <a:ext cx="1003800" cy="43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20XX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28" name="Google Shape;528;p24"/>
          <p:cNvSpPr/>
          <p:nvPr/>
        </p:nvSpPr>
        <p:spPr>
          <a:xfrm>
            <a:off x="1383404" y="1975685"/>
            <a:ext cx="613200" cy="61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9" name="Google Shape;529;p24"/>
          <p:cNvSpPr/>
          <p:nvPr/>
        </p:nvSpPr>
        <p:spPr>
          <a:xfrm>
            <a:off x="3304729" y="1627260"/>
            <a:ext cx="613200" cy="61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5226029" y="1267185"/>
            <a:ext cx="613200" cy="61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1" name="Google Shape;531;p24"/>
          <p:cNvSpPr/>
          <p:nvPr/>
        </p:nvSpPr>
        <p:spPr>
          <a:xfrm>
            <a:off x="7147354" y="1113360"/>
            <a:ext cx="613200" cy="61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32" name="Google Shape;532;p24"/>
          <p:cNvCxnSpPr>
            <a:stCxn id="524" idx="2"/>
            <a:endCxn id="520" idx="0"/>
          </p:cNvCxnSpPr>
          <p:nvPr/>
        </p:nvCxnSpPr>
        <p:spPr>
          <a:xfrm>
            <a:off x="1690012" y="3097148"/>
            <a:ext cx="0" cy="5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  <p:cxnSp>
        <p:nvCxnSpPr>
          <p:cNvPr id="533" name="Google Shape;533;p24"/>
          <p:cNvCxnSpPr>
            <a:stCxn id="525" idx="2"/>
            <a:endCxn id="521" idx="0"/>
          </p:cNvCxnSpPr>
          <p:nvPr/>
        </p:nvCxnSpPr>
        <p:spPr>
          <a:xfrm>
            <a:off x="3611337" y="2746348"/>
            <a:ext cx="0" cy="50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  <p:cxnSp>
        <p:nvCxnSpPr>
          <p:cNvPr id="534" name="Google Shape;534;p24"/>
          <p:cNvCxnSpPr>
            <a:stCxn id="526" idx="2"/>
            <a:endCxn id="522" idx="0"/>
          </p:cNvCxnSpPr>
          <p:nvPr/>
        </p:nvCxnSpPr>
        <p:spPr>
          <a:xfrm>
            <a:off x="5532637" y="2387698"/>
            <a:ext cx="0" cy="51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  <p:cxnSp>
        <p:nvCxnSpPr>
          <p:cNvPr id="535" name="Google Shape;535;p24"/>
          <p:cNvCxnSpPr>
            <a:stCxn id="527" idx="2"/>
            <a:endCxn id="523" idx="0"/>
          </p:cNvCxnSpPr>
          <p:nvPr/>
        </p:nvCxnSpPr>
        <p:spPr>
          <a:xfrm>
            <a:off x="7453962" y="2233873"/>
            <a:ext cx="0" cy="5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  <p:grpSp>
        <p:nvGrpSpPr>
          <p:cNvPr id="536" name="Google Shape;536;p24"/>
          <p:cNvGrpSpPr/>
          <p:nvPr/>
        </p:nvGrpSpPr>
        <p:grpSpPr>
          <a:xfrm>
            <a:off x="7243302" y="1200935"/>
            <a:ext cx="421318" cy="426323"/>
            <a:chOff x="7847741" y="4438554"/>
            <a:chExt cx="376715" cy="381190"/>
          </a:xfrm>
        </p:grpSpPr>
        <p:sp>
          <p:nvSpPr>
            <p:cNvPr id="537" name="Google Shape;537;p24"/>
            <p:cNvSpPr/>
            <p:nvPr/>
          </p:nvSpPr>
          <p:spPr>
            <a:xfrm>
              <a:off x="7847837" y="4808505"/>
              <a:ext cx="27336" cy="11239"/>
            </a:xfrm>
            <a:custGeom>
              <a:rect b="b" l="l" r="r" t="t"/>
              <a:pathLst>
                <a:path extrusionOk="0" h="11239" w="27336">
                  <a:moveTo>
                    <a:pt x="21717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21717" y="11240"/>
                  </a:lnTo>
                  <a:cubicBezTo>
                    <a:pt x="24765" y="11240"/>
                    <a:pt x="27337" y="8763"/>
                    <a:pt x="27337" y="5620"/>
                  </a:cubicBezTo>
                  <a:cubicBezTo>
                    <a:pt x="27337" y="2477"/>
                    <a:pt x="24861" y="0"/>
                    <a:pt x="21717" y="0"/>
                  </a:cubicBezTo>
                  <a:lnTo>
                    <a:pt x="217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7883842" y="4808505"/>
              <a:ext cx="17525" cy="11239"/>
            </a:xfrm>
            <a:custGeom>
              <a:rect b="b" l="l" r="r" t="t"/>
              <a:pathLst>
                <a:path extrusionOk="0" h="11239" w="17525">
                  <a:moveTo>
                    <a:pt x="11906" y="0"/>
                  </a:move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11906" y="11240"/>
                  </a:lnTo>
                  <a:cubicBezTo>
                    <a:pt x="14954" y="11240"/>
                    <a:pt x="17526" y="8763"/>
                    <a:pt x="17526" y="5620"/>
                  </a:cubicBezTo>
                  <a:cubicBezTo>
                    <a:pt x="17526" y="2477"/>
                    <a:pt x="15050" y="0"/>
                    <a:pt x="11906" y="0"/>
                  </a:cubicBezTo>
                  <a:lnTo>
                    <a:pt x="11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7847837" y="4787741"/>
              <a:ext cx="82676" cy="11239"/>
            </a:xfrm>
            <a:custGeom>
              <a:rect b="b" l="l" r="r" t="t"/>
              <a:pathLst>
                <a:path extrusionOk="0" h="11239" w="82676">
                  <a:moveTo>
                    <a:pt x="77058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77058" y="11239"/>
                  </a:lnTo>
                  <a:cubicBezTo>
                    <a:pt x="80106" y="11239"/>
                    <a:pt x="82677" y="8763"/>
                    <a:pt x="82677" y="5620"/>
                  </a:cubicBezTo>
                  <a:cubicBezTo>
                    <a:pt x="82677" y="2477"/>
                    <a:pt x="80201" y="0"/>
                    <a:pt x="77058" y="0"/>
                  </a:cubicBezTo>
                  <a:lnTo>
                    <a:pt x="770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7880317" y="4438554"/>
              <a:ext cx="27336" cy="11239"/>
            </a:xfrm>
            <a:custGeom>
              <a:rect b="b" l="l" r="r" t="t"/>
              <a:pathLst>
                <a:path extrusionOk="0" h="11239" w="27336">
                  <a:moveTo>
                    <a:pt x="5619" y="11239"/>
                  </a:moveTo>
                  <a:lnTo>
                    <a:pt x="21717" y="11239"/>
                  </a:lnTo>
                  <a:cubicBezTo>
                    <a:pt x="24765" y="11239"/>
                    <a:pt x="27337" y="8763"/>
                    <a:pt x="27337" y="5620"/>
                  </a:cubicBezTo>
                  <a:cubicBezTo>
                    <a:pt x="27337" y="2476"/>
                    <a:pt x="24860" y="0"/>
                    <a:pt x="21717" y="0"/>
                  </a:cubicBez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7916226" y="4438554"/>
              <a:ext cx="17526" cy="11239"/>
            </a:xfrm>
            <a:custGeom>
              <a:rect b="b" l="l" r="r" t="t"/>
              <a:pathLst>
                <a:path extrusionOk="0" h="11239" w="17526">
                  <a:moveTo>
                    <a:pt x="5620" y="11239"/>
                  </a:moveTo>
                  <a:lnTo>
                    <a:pt x="11906" y="11239"/>
                  </a:lnTo>
                  <a:cubicBezTo>
                    <a:pt x="14954" y="11239"/>
                    <a:pt x="17526" y="8763"/>
                    <a:pt x="17526" y="5620"/>
                  </a:cubicBezTo>
                  <a:cubicBezTo>
                    <a:pt x="17526" y="2476"/>
                    <a:pt x="15050" y="0"/>
                    <a:pt x="11906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24"/>
            <p:cNvSpPr/>
            <p:nvPr/>
          </p:nvSpPr>
          <p:spPr>
            <a:xfrm>
              <a:off x="7880317" y="4459319"/>
              <a:ext cx="82676" cy="11239"/>
            </a:xfrm>
            <a:custGeom>
              <a:rect b="b" l="l" r="r" t="t"/>
              <a:pathLst>
                <a:path extrusionOk="0" h="11239" w="82676">
                  <a:moveTo>
                    <a:pt x="5619" y="11240"/>
                  </a:moveTo>
                  <a:lnTo>
                    <a:pt x="77057" y="11240"/>
                  </a:lnTo>
                  <a:cubicBezTo>
                    <a:pt x="80105" y="11240"/>
                    <a:pt x="82677" y="8763"/>
                    <a:pt x="82677" y="5620"/>
                  </a:cubicBezTo>
                  <a:cubicBezTo>
                    <a:pt x="82677" y="2476"/>
                    <a:pt x="80200" y="0"/>
                    <a:pt x="77057" y="0"/>
                  </a:cubicBez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5619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8035194" y="4446174"/>
              <a:ext cx="175074" cy="159638"/>
            </a:xfrm>
            <a:custGeom>
              <a:rect b="b" l="l" r="r" t="t"/>
              <a:pathLst>
                <a:path extrusionOk="0" h="159638" w="175074">
                  <a:moveTo>
                    <a:pt x="5524" y="130683"/>
                  </a:moveTo>
                  <a:lnTo>
                    <a:pt x="54387" y="130683"/>
                  </a:lnTo>
                  <a:cubicBezTo>
                    <a:pt x="55912" y="130683"/>
                    <a:pt x="57245" y="130112"/>
                    <a:pt x="58293" y="129064"/>
                  </a:cubicBezTo>
                  <a:lnTo>
                    <a:pt x="87344" y="100013"/>
                  </a:lnTo>
                  <a:cubicBezTo>
                    <a:pt x="98679" y="113824"/>
                    <a:pt x="105823" y="131255"/>
                    <a:pt x="106680" y="150019"/>
                  </a:cubicBezTo>
                  <a:cubicBezTo>
                    <a:pt x="106966" y="155448"/>
                    <a:pt x="111347" y="159639"/>
                    <a:pt x="116681" y="159639"/>
                  </a:cubicBezTo>
                  <a:lnTo>
                    <a:pt x="127921" y="159639"/>
                  </a:lnTo>
                  <a:cubicBezTo>
                    <a:pt x="130969" y="159639"/>
                    <a:pt x="133540" y="157163"/>
                    <a:pt x="133540" y="154019"/>
                  </a:cubicBezTo>
                  <a:cubicBezTo>
                    <a:pt x="133540" y="150876"/>
                    <a:pt x="131064" y="148400"/>
                    <a:pt x="127921" y="148400"/>
                  </a:cubicBezTo>
                  <a:lnTo>
                    <a:pt x="117729" y="148400"/>
                  </a:lnTo>
                  <a:cubicBezTo>
                    <a:pt x="116586" y="127540"/>
                    <a:pt x="108680" y="107823"/>
                    <a:pt x="95345" y="91916"/>
                  </a:cubicBezTo>
                  <a:lnTo>
                    <a:pt x="103441" y="83820"/>
                  </a:lnTo>
                  <a:cubicBezTo>
                    <a:pt x="105632" y="81629"/>
                    <a:pt x="105632" y="78105"/>
                    <a:pt x="103441" y="75914"/>
                  </a:cubicBezTo>
                  <a:cubicBezTo>
                    <a:pt x="101250" y="73724"/>
                    <a:pt x="97726" y="73724"/>
                    <a:pt x="95535" y="75914"/>
                  </a:cubicBezTo>
                  <a:lnTo>
                    <a:pt x="87725" y="83725"/>
                  </a:lnTo>
                  <a:cubicBezTo>
                    <a:pt x="71056" y="67818"/>
                    <a:pt x="49435" y="58483"/>
                    <a:pt x="26479" y="57150"/>
                  </a:cubicBezTo>
                  <a:lnTo>
                    <a:pt x="26479" y="11049"/>
                  </a:lnTo>
                  <a:cubicBezTo>
                    <a:pt x="100965" y="13907"/>
                    <a:pt x="160877" y="73914"/>
                    <a:pt x="163830" y="148400"/>
                  </a:cubicBezTo>
                  <a:lnTo>
                    <a:pt x="152685" y="148400"/>
                  </a:lnTo>
                  <a:cubicBezTo>
                    <a:pt x="149637" y="148400"/>
                    <a:pt x="147066" y="150876"/>
                    <a:pt x="147066" y="154019"/>
                  </a:cubicBezTo>
                  <a:cubicBezTo>
                    <a:pt x="147066" y="157163"/>
                    <a:pt x="149542" y="159639"/>
                    <a:pt x="152685" y="159639"/>
                  </a:cubicBezTo>
                  <a:lnTo>
                    <a:pt x="164972" y="159639"/>
                  </a:lnTo>
                  <a:cubicBezTo>
                    <a:pt x="167735" y="159639"/>
                    <a:pt x="170306" y="158591"/>
                    <a:pt x="172212" y="156591"/>
                  </a:cubicBezTo>
                  <a:cubicBezTo>
                    <a:pt x="174117" y="154591"/>
                    <a:pt x="175164" y="152019"/>
                    <a:pt x="175069" y="149352"/>
                  </a:cubicBezTo>
                  <a:cubicBezTo>
                    <a:pt x="172593" y="68104"/>
                    <a:pt x="106966" y="2477"/>
                    <a:pt x="25717" y="0"/>
                  </a:cubicBezTo>
                  <a:cubicBezTo>
                    <a:pt x="22955" y="0"/>
                    <a:pt x="20383" y="953"/>
                    <a:pt x="18479" y="2858"/>
                  </a:cubicBezTo>
                  <a:cubicBezTo>
                    <a:pt x="16478" y="4763"/>
                    <a:pt x="15430" y="7334"/>
                    <a:pt x="15430" y="10097"/>
                  </a:cubicBezTo>
                  <a:lnTo>
                    <a:pt x="15430" y="58388"/>
                  </a:lnTo>
                  <a:cubicBezTo>
                    <a:pt x="15430" y="63722"/>
                    <a:pt x="19621" y="68104"/>
                    <a:pt x="25050" y="68390"/>
                  </a:cubicBezTo>
                  <a:cubicBezTo>
                    <a:pt x="46101" y="69342"/>
                    <a:pt x="65341" y="78200"/>
                    <a:pt x="79819" y="91916"/>
                  </a:cubicBezTo>
                  <a:lnTo>
                    <a:pt x="52101" y="119634"/>
                  </a:lnTo>
                  <a:lnTo>
                    <a:pt x="5619" y="119634"/>
                  </a:lnTo>
                  <a:cubicBezTo>
                    <a:pt x="2571" y="119634"/>
                    <a:pt x="0" y="122110"/>
                    <a:pt x="0" y="125254"/>
                  </a:cubicBezTo>
                  <a:cubicBezTo>
                    <a:pt x="0" y="128397"/>
                    <a:pt x="2476" y="130874"/>
                    <a:pt x="5619" y="130874"/>
                  </a:cubicBezTo>
                  <a:lnTo>
                    <a:pt x="5619" y="1308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8035099" y="4608480"/>
              <a:ext cx="27336" cy="11239"/>
            </a:xfrm>
            <a:custGeom>
              <a:rect b="b" l="l" r="r" t="t"/>
              <a:pathLst>
                <a:path extrusionOk="0" h="11239" w="27336">
                  <a:moveTo>
                    <a:pt x="5619" y="11240"/>
                  </a:moveTo>
                  <a:lnTo>
                    <a:pt x="21717" y="11240"/>
                  </a:lnTo>
                  <a:cubicBezTo>
                    <a:pt x="24765" y="11240"/>
                    <a:pt x="27337" y="8763"/>
                    <a:pt x="27337" y="5620"/>
                  </a:cubicBezTo>
                  <a:cubicBezTo>
                    <a:pt x="27337" y="2477"/>
                    <a:pt x="24860" y="0"/>
                    <a:pt x="21717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5619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8071103" y="4608575"/>
              <a:ext cx="17526" cy="11239"/>
            </a:xfrm>
            <a:custGeom>
              <a:rect b="b" l="l" r="r" t="t"/>
              <a:pathLst>
                <a:path extrusionOk="0" h="11239" w="17526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1906" y="11239"/>
                  </a:lnTo>
                  <a:cubicBezTo>
                    <a:pt x="14954" y="11239"/>
                    <a:pt x="17526" y="8763"/>
                    <a:pt x="17526" y="5620"/>
                  </a:cubicBezTo>
                  <a:cubicBezTo>
                    <a:pt x="17526" y="2477"/>
                    <a:pt x="15050" y="0"/>
                    <a:pt x="11906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8035099" y="4587811"/>
              <a:ext cx="76200" cy="11239"/>
            </a:xfrm>
            <a:custGeom>
              <a:rect b="b" l="l" r="r" t="t"/>
              <a:pathLst>
                <a:path extrusionOk="0" h="11239" w="76200">
                  <a:moveTo>
                    <a:pt x="5619" y="11239"/>
                  </a:moveTo>
                  <a:lnTo>
                    <a:pt x="70580" y="11239"/>
                  </a:lnTo>
                  <a:cubicBezTo>
                    <a:pt x="73628" y="11239"/>
                    <a:pt x="76200" y="8763"/>
                    <a:pt x="76200" y="5620"/>
                  </a:cubicBezTo>
                  <a:cubicBezTo>
                    <a:pt x="76200" y="2477"/>
                    <a:pt x="73723" y="0"/>
                    <a:pt x="70580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7847741" y="4481607"/>
              <a:ext cx="376714" cy="314039"/>
            </a:xfrm>
            <a:custGeom>
              <a:rect b="b" l="l" r="r" t="t"/>
              <a:pathLst>
                <a:path extrusionOk="0" h="314039" w="376714">
                  <a:moveTo>
                    <a:pt x="318326" y="259175"/>
                  </a:moveTo>
                  <a:cubicBezTo>
                    <a:pt x="319374" y="260223"/>
                    <a:pt x="320803" y="260795"/>
                    <a:pt x="322231" y="260795"/>
                  </a:cubicBezTo>
                  <a:lnTo>
                    <a:pt x="371094" y="260795"/>
                  </a:lnTo>
                  <a:cubicBezTo>
                    <a:pt x="374142" y="260795"/>
                    <a:pt x="376714" y="258318"/>
                    <a:pt x="376714" y="255175"/>
                  </a:cubicBezTo>
                  <a:cubicBezTo>
                    <a:pt x="376714" y="252031"/>
                    <a:pt x="374238" y="249555"/>
                    <a:pt x="371094" y="249555"/>
                  </a:cubicBezTo>
                  <a:lnTo>
                    <a:pt x="324612" y="249555"/>
                  </a:lnTo>
                  <a:lnTo>
                    <a:pt x="304705" y="229648"/>
                  </a:lnTo>
                  <a:cubicBezTo>
                    <a:pt x="314992" y="209645"/>
                    <a:pt x="320803" y="187357"/>
                    <a:pt x="321469" y="164306"/>
                  </a:cubicBezTo>
                  <a:cubicBezTo>
                    <a:pt x="321469" y="161544"/>
                    <a:pt x="320516" y="158972"/>
                    <a:pt x="318611" y="157067"/>
                  </a:cubicBezTo>
                  <a:cubicBezTo>
                    <a:pt x="316706" y="155067"/>
                    <a:pt x="314135" y="154019"/>
                    <a:pt x="311372" y="154019"/>
                  </a:cubicBezTo>
                  <a:lnTo>
                    <a:pt x="263081" y="154019"/>
                  </a:lnTo>
                  <a:cubicBezTo>
                    <a:pt x="257746" y="154019"/>
                    <a:pt x="253365" y="158210"/>
                    <a:pt x="253079" y="163639"/>
                  </a:cubicBezTo>
                  <a:cubicBezTo>
                    <a:pt x="251651" y="194786"/>
                    <a:pt x="234029" y="221171"/>
                    <a:pt x="208598" y="234982"/>
                  </a:cubicBezTo>
                  <a:lnTo>
                    <a:pt x="187453" y="213836"/>
                  </a:lnTo>
                  <a:cubicBezTo>
                    <a:pt x="186404" y="212788"/>
                    <a:pt x="184976" y="212217"/>
                    <a:pt x="183547" y="212217"/>
                  </a:cubicBezTo>
                  <a:lnTo>
                    <a:pt x="136493" y="212217"/>
                  </a:lnTo>
                  <a:cubicBezTo>
                    <a:pt x="133445" y="212217"/>
                    <a:pt x="130874" y="214693"/>
                    <a:pt x="130874" y="217837"/>
                  </a:cubicBezTo>
                  <a:cubicBezTo>
                    <a:pt x="130874" y="220980"/>
                    <a:pt x="133350" y="223456"/>
                    <a:pt x="136493" y="223456"/>
                  </a:cubicBezTo>
                  <a:lnTo>
                    <a:pt x="181261" y="223456"/>
                  </a:lnTo>
                  <a:lnTo>
                    <a:pt x="197834" y="240030"/>
                  </a:lnTo>
                  <a:cubicBezTo>
                    <a:pt x="188405" y="243554"/>
                    <a:pt x="178118" y="245459"/>
                    <a:pt x="167450" y="245459"/>
                  </a:cubicBezTo>
                  <a:cubicBezTo>
                    <a:pt x="166974" y="245459"/>
                    <a:pt x="166593" y="245459"/>
                    <a:pt x="166116" y="245459"/>
                  </a:cubicBezTo>
                  <a:cubicBezTo>
                    <a:pt x="146400" y="245173"/>
                    <a:pt x="127159" y="237934"/>
                    <a:pt x="112014" y="225076"/>
                  </a:cubicBezTo>
                  <a:cubicBezTo>
                    <a:pt x="109633" y="223075"/>
                    <a:pt x="106109" y="223361"/>
                    <a:pt x="104109" y="225742"/>
                  </a:cubicBezTo>
                  <a:cubicBezTo>
                    <a:pt x="102108" y="228124"/>
                    <a:pt x="102394" y="231648"/>
                    <a:pt x="104775" y="233648"/>
                  </a:cubicBezTo>
                  <a:cubicBezTo>
                    <a:pt x="120872" y="247269"/>
                    <a:pt x="140970" y="255365"/>
                    <a:pt x="161830" y="256508"/>
                  </a:cubicBezTo>
                  <a:lnTo>
                    <a:pt x="161830" y="302609"/>
                  </a:lnTo>
                  <a:cubicBezTo>
                    <a:pt x="131064" y="301371"/>
                    <a:pt x="102680" y="290322"/>
                    <a:pt x="79725" y="272415"/>
                  </a:cubicBezTo>
                  <a:lnTo>
                    <a:pt x="97060" y="255079"/>
                  </a:lnTo>
                  <a:cubicBezTo>
                    <a:pt x="99251" y="252889"/>
                    <a:pt x="99251" y="249364"/>
                    <a:pt x="97060" y="247174"/>
                  </a:cubicBezTo>
                  <a:cubicBezTo>
                    <a:pt x="94869" y="244983"/>
                    <a:pt x="91345" y="244983"/>
                    <a:pt x="89154" y="247174"/>
                  </a:cubicBezTo>
                  <a:lnTo>
                    <a:pt x="71152" y="265176"/>
                  </a:lnTo>
                  <a:cubicBezTo>
                    <a:pt x="43720" y="240125"/>
                    <a:pt x="26004" y="204692"/>
                    <a:pt x="24479" y="165354"/>
                  </a:cubicBezTo>
                  <a:lnTo>
                    <a:pt x="70581" y="165354"/>
                  </a:lnTo>
                  <a:cubicBezTo>
                    <a:pt x="71533" y="182785"/>
                    <a:pt x="77248" y="199549"/>
                    <a:pt x="87154" y="214122"/>
                  </a:cubicBezTo>
                  <a:cubicBezTo>
                    <a:pt x="88202" y="215741"/>
                    <a:pt x="90011" y="216598"/>
                    <a:pt x="91726" y="216598"/>
                  </a:cubicBezTo>
                  <a:cubicBezTo>
                    <a:pt x="92774" y="216598"/>
                    <a:pt x="93917" y="216313"/>
                    <a:pt x="94869" y="215646"/>
                  </a:cubicBezTo>
                  <a:cubicBezTo>
                    <a:pt x="97441" y="213931"/>
                    <a:pt x="98108" y="210407"/>
                    <a:pt x="96298" y="207931"/>
                  </a:cubicBezTo>
                  <a:cubicBezTo>
                    <a:pt x="86869" y="194120"/>
                    <a:pt x="81820" y="178117"/>
                    <a:pt x="81439" y="161449"/>
                  </a:cubicBezTo>
                  <a:cubicBezTo>
                    <a:pt x="80582" y="115252"/>
                    <a:pt x="116015" y="76962"/>
                    <a:pt x="162020" y="74200"/>
                  </a:cubicBezTo>
                  <a:cubicBezTo>
                    <a:pt x="167354" y="73914"/>
                    <a:pt x="171450" y="69532"/>
                    <a:pt x="171450" y="64198"/>
                  </a:cubicBezTo>
                  <a:lnTo>
                    <a:pt x="171450" y="52864"/>
                  </a:lnTo>
                  <a:cubicBezTo>
                    <a:pt x="171450" y="49816"/>
                    <a:pt x="168974" y="47244"/>
                    <a:pt x="165831" y="47244"/>
                  </a:cubicBezTo>
                  <a:cubicBezTo>
                    <a:pt x="162687" y="47244"/>
                    <a:pt x="160211" y="49721"/>
                    <a:pt x="160211" y="52864"/>
                  </a:cubicBezTo>
                  <a:lnTo>
                    <a:pt x="160211" y="63055"/>
                  </a:lnTo>
                  <a:cubicBezTo>
                    <a:pt x="135636" y="64770"/>
                    <a:pt x="112967" y="75724"/>
                    <a:pt x="96108" y="93821"/>
                  </a:cubicBezTo>
                  <a:cubicBezTo>
                    <a:pt x="80582" y="110490"/>
                    <a:pt x="71628" y="131731"/>
                    <a:pt x="70295" y="154210"/>
                  </a:cubicBezTo>
                  <a:lnTo>
                    <a:pt x="24194" y="154210"/>
                  </a:lnTo>
                  <a:cubicBezTo>
                    <a:pt x="26289" y="100774"/>
                    <a:pt x="58674" y="54007"/>
                    <a:pt x="104680" y="31337"/>
                  </a:cubicBezTo>
                  <a:lnTo>
                    <a:pt x="121254" y="47911"/>
                  </a:lnTo>
                  <a:cubicBezTo>
                    <a:pt x="122301" y="48958"/>
                    <a:pt x="123730" y="49530"/>
                    <a:pt x="125159" y="49530"/>
                  </a:cubicBezTo>
                  <a:cubicBezTo>
                    <a:pt x="126588" y="49530"/>
                    <a:pt x="128016" y="48958"/>
                    <a:pt x="129064" y="47911"/>
                  </a:cubicBezTo>
                  <a:cubicBezTo>
                    <a:pt x="131255" y="45720"/>
                    <a:pt x="131255" y="42196"/>
                    <a:pt x="129064" y="40005"/>
                  </a:cubicBezTo>
                  <a:lnTo>
                    <a:pt x="115538" y="26479"/>
                  </a:lnTo>
                  <a:cubicBezTo>
                    <a:pt x="129445" y="21050"/>
                    <a:pt x="144495" y="17716"/>
                    <a:pt x="160115" y="16954"/>
                  </a:cubicBezTo>
                  <a:lnTo>
                    <a:pt x="160115" y="28004"/>
                  </a:lnTo>
                  <a:cubicBezTo>
                    <a:pt x="160115" y="31051"/>
                    <a:pt x="162592" y="33623"/>
                    <a:pt x="165735" y="33623"/>
                  </a:cubicBezTo>
                  <a:cubicBezTo>
                    <a:pt x="168879" y="33623"/>
                    <a:pt x="171355" y="31147"/>
                    <a:pt x="171355" y="28004"/>
                  </a:cubicBezTo>
                  <a:lnTo>
                    <a:pt x="171355" y="15716"/>
                  </a:lnTo>
                  <a:cubicBezTo>
                    <a:pt x="171355" y="13049"/>
                    <a:pt x="170212" y="10382"/>
                    <a:pt x="168307" y="8477"/>
                  </a:cubicBezTo>
                  <a:cubicBezTo>
                    <a:pt x="166307" y="6572"/>
                    <a:pt x="163640" y="5620"/>
                    <a:pt x="160973" y="5715"/>
                  </a:cubicBezTo>
                  <a:cubicBezTo>
                    <a:pt x="142113" y="6477"/>
                    <a:pt x="123920" y="10573"/>
                    <a:pt x="106966" y="17812"/>
                  </a:cubicBezTo>
                  <a:lnTo>
                    <a:pt x="90774" y="1619"/>
                  </a:lnTo>
                  <a:cubicBezTo>
                    <a:pt x="89726" y="571"/>
                    <a:pt x="88297" y="0"/>
                    <a:pt x="86869" y="0"/>
                  </a:cubicBezTo>
                  <a:lnTo>
                    <a:pt x="38005" y="0"/>
                  </a:lnTo>
                  <a:cubicBezTo>
                    <a:pt x="34957" y="0"/>
                    <a:pt x="32385" y="2476"/>
                    <a:pt x="32385" y="5620"/>
                  </a:cubicBezTo>
                  <a:cubicBezTo>
                    <a:pt x="32385" y="8763"/>
                    <a:pt x="34862" y="11239"/>
                    <a:pt x="38005" y="11239"/>
                  </a:cubicBezTo>
                  <a:lnTo>
                    <a:pt x="84487" y="11239"/>
                  </a:lnTo>
                  <a:lnTo>
                    <a:pt x="96203" y="22955"/>
                  </a:lnTo>
                  <a:cubicBezTo>
                    <a:pt x="81249" y="30766"/>
                    <a:pt x="67533" y="40957"/>
                    <a:pt x="55626" y="53530"/>
                  </a:cubicBezTo>
                  <a:cubicBezTo>
                    <a:pt x="27718" y="82772"/>
                    <a:pt x="12573" y="121158"/>
                    <a:pt x="12954" y="161449"/>
                  </a:cubicBezTo>
                  <a:cubicBezTo>
                    <a:pt x="13335" y="201930"/>
                    <a:pt x="29528" y="240125"/>
                    <a:pt x="58388" y="268891"/>
                  </a:cubicBezTo>
                  <a:cubicBezTo>
                    <a:pt x="59913" y="270415"/>
                    <a:pt x="61436" y="271843"/>
                    <a:pt x="62961" y="273272"/>
                  </a:cubicBezTo>
                  <a:lnTo>
                    <a:pt x="52102" y="284131"/>
                  </a:lnTo>
                  <a:lnTo>
                    <a:pt x="5620" y="284131"/>
                  </a:lnTo>
                  <a:cubicBezTo>
                    <a:pt x="2572" y="284131"/>
                    <a:pt x="0" y="286607"/>
                    <a:pt x="0" y="289750"/>
                  </a:cubicBezTo>
                  <a:cubicBezTo>
                    <a:pt x="0" y="292894"/>
                    <a:pt x="2477" y="295370"/>
                    <a:pt x="5620" y="295370"/>
                  </a:cubicBezTo>
                  <a:lnTo>
                    <a:pt x="54483" y="295370"/>
                  </a:lnTo>
                  <a:cubicBezTo>
                    <a:pt x="56007" y="295370"/>
                    <a:pt x="57341" y="294799"/>
                    <a:pt x="58388" y="293751"/>
                  </a:cubicBezTo>
                  <a:lnTo>
                    <a:pt x="71533" y="280606"/>
                  </a:lnTo>
                  <a:cubicBezTo>
                    <a:pt x="98393" y="302038"/>
                    <a:pt x="131350" y="313849"/>
                    <a:pt x="166021" y="314039"/>
                  </a:cubicBezTo>
                  <a:cubicBezTo>
                    <a:pt x="166402" y="314039"/>
                    <a:pt x="166878" y="314039"/>
                    <a:pt x="167259" y="314039"/>
                  </a:cubicBezTo>
                  <a:cubicBezTo>
                    <a:pt x="207359" y="314039"/>
                    <a:pt x="245269" y="298704"/>
                    <a:pt x="274225" y="270796"/>
                  </a:cubicBezTo>
                  <a:cubicBezTo>
                    <a:pt x="283845" y="261556"/>
                    <a:pt x="292132" y="251174"/>
                    <a:pt x="298895" y="240030"/>
                  </a:cubicBezTo>
                  <a:lnTo>
                    <a:pt x="318231" y="259366"/>
                  </a:lnTo>
                  <a:close/>
                  <a:moveTo>
                    <a:pt x="172879" y="302609"/>
                  </a:moveTo>
                  <a:lnTo>
                    <a:pt x="172879" y="256508"/>
                  </a:lnTo>
                  <a:cubicBezTo>
                    <a:pt x="184500" y="255841"/>
                    <a:pt x="195739" y="253174"/>
                    <a:pt x="206216" y="248507"/>
                  </a:cubicBezTo>
                  <a:lnTo>
                    <a:pt x="221838" y="264128"/>
                  </a:lnTo>
                  <a:cubicBezTo>
                    <a:pt x="222885" y="265176"/>
                    <a:pt x="224314" y="265747"/>
                    <a:pt x="225743" y="265747"/>
                  </a:cubicBezTo>
                  <a:cubicBezTo>
                    <a:pt x="227172" y="265747"/>
                    <a:pt x="228600" y="265176"/>
                    <a:pt x="229648" y="264128"/>
                  </a:cubicBezTo>
                  <a:cubicBezTo>
                    <a:pt x="231839" y="261938"/>
                    <a:pt x="231839" y="258413"/>
                    <a:pt x="229648" y="256222"/>
                  </a:cubicBezTo>
                  <a:lnTo>
                    <a:pt x="216599" y="243173"/>
                  </a:lnTo>
                  <a:cubicBezTo>
                    <a:pt x="222695" y="239554"/>
                    <a:pt x="228505" y="235172"/>
                    <a:pt x="233839" y="230219"/>
                  </a:cubicBezTo>
                  <a:cubicBezTo>
                    <a:pt x="234696" y="229457"/>
                    <a:pt x="235458" y="228600"/>
                    <a:pt x="236315" y="227838"/>
                  </a:cubicBezTo>
                  <a:cubicBezTo>
                    <a:pt x="246793" y="238220"/>
                    <a:pt x="257652" y="249079"/>
                    <a:pt x="268700" y="260128"/>
                  </a:cubicBezTo>
                  <a:cubicBezTo>
                    <a:pt x="243936" y="285083"/>
                    <a:pt x="210121" y="301085"/>
                    <a:pt x="172974" y="302609"/>
                  </a:cubicBezTo>
                  <a:lnTo>
                    <a:pt x="172974" y="302609"/>
                  </a:lnTo>
                  <a:close/>
                  <a:moveTo>
                    <a:pt x="276225" y="251936"/>
                  </a:moveTo>
                  <a:cubicBezTo>
                    <a:pt x="265081" y="240792"/>
                    <a:pt x="254222" y="229933"/>
                    <a:pt x="243745" y="219456"/>
                  </a:cubicBezTo>
                  <a:cubicBezTo>
                    <a:pt x="255937" y="203930"/>
                    <a:pt x="263081" y="185166"/>
                    <a:pt x="264224" y="165354"/>
                  </a:cubicBezTo>
                  <a:lnTo>
                    <a:pt x="310325" y="165354"/>
                  </a:lnTo>
                  <a:cubicBezTo>
                    <a:pt x="309563" y="185356"/>
                    <a:pt x="304610" y="204311"/>
                    <a:pt x="296323" y="221361"/>
                  </a:cubicBezTo>
                  <a:lnTo>
                    <a:pt x="287846" y="212884"/>
                  </a:lnTo>
                  <a:cubicBezTo>
                    <a:pt x="285655" y="210693"/>
                    <a:pt x="282131" y="210693"/>
                    <a:pt x="279940" y="212884"/>
                  </a:cubicBezTo>
                  <a:cubicBezTo>
                    <a:pt x="277749" y="215074"/>
                    <a:pt x="277749" y="218599"/>
                    <a:pt x="279940" y="220789"/>
                  </a:cubicBezTo>
                  <a:lnTo>
                    <a:pt x="290799" y="231648"/>
                  </a:lnTo>
                  <a:cubicBezTo>
                    <a:pt x="286512" y="238887"/>
                    <a:pt x="281750" y="245650"/>
                    <a:pt x="276320" y="251936"/>
                  </a:cubicBezTo>
                  <a:lnTo>
                    <a:pt x="276320" y="2519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8197119" y="4774120"/>
              <a:ext cx="27336" cy="11239"/>
            </a:xfrm>
            <a:custGeom>
              <a:rect b="b" l="l" r="r" t="t"/>
              <a:pathLst>
                <a:path extrusionOk="0" h="11239" w="27336">
                  <a:moveTo>
                    <a:pt x="21717" y="0"/>
                  </a:move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6" y="11239"/>
                    <a:pt x="5619" y="11239"/>
                  </a:cubicBezTo>
                  <a:lnTo>
                    <a:pt x="21717" y="11239"/>
                  </a:lnTo>
                  <a:cubicBezTo>
                    <a:pt x="24765" y="11239"/>
                    <a:pt x="27337" y="8763"/>
                    <a:pt x="27337" y="5620"/>
                  </a:cubicBezTo>
                  <a:cubicBezTo>
                    <a:pt x="27337" y="2477"/>
                    <a:pt x="24860" y="0"/>
                    <a:pt x="21717" y="0"/>
                  </a:cubicBezTo>
                  <a:lnTo>
                    <a:pt x="217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8171020" y="4774120"/>
              <a:ext cx="17526" cy="11239"/>
            </a:xfrm>
            <a:custGeom>
              <a:rect b="b" l="l" r="r" t="t"/>
              <a:pathLst>
                <a:path extrusionOk="0" h="11239" w="17526">
                  <a:moveTo>
                    <a:pt x="11906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1906" y="11239"/>
                  </a:lnTo>
                  <a:cubicBezTo>
                    <a:pt x="14954" y="11239"/>
                    <a:pt x="17526" y="8763"/>
                    <a:pt x="17526" y="5620"/>
                  </a:cubicBezTo>
                  <a:cubicBezTo>
                    <a:pt x="17526" y="2477"/>
                    <a:pt x="15050" y="0"/>
                    <a:pt x="11906" y="0"/>
                  </a:cubicBezTo>
                  <a:lnTo>
                    <a:pt x="11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8148256" y="4753451"/>
              <a:ext cx="76200" cy="11239"/>
            </a:xfrm>
            <a:custGeom>
              <a:rect b="b" l="l" r="r" t="t"/>
              <a:pathLst>
                <a:path extrusionOk="0" h="11239" w="76200">
                  <a:moveTo>
                    <a:pt x="70580" y="0"/>
                  </a:move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19" y="11240"/>
                  </a:cubicBezTo>
                  <a:lnTo>
                    <a:pt x="70580" y="11240"/>
                  </a:lnTo>
                  <a:cubicBezTo>
                    <a:pt x="73628" y="11240"/>
                    <a:pt x="76200" y="8763"/>
                    <a:pt x="76200" y="5620"/>
                  </a:cubicBezTo>
                  <a:cubicBezTo>
                    <a:pt x="76200" y="2477"/>
                    <a:pt x="73723" y="0"/>
                    <a:pt x="70580" y="0"/>
                  </a:cubicBezTo>
                  <a:lnTo>
                    <a:pt x="705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7978520" y="4648200"/>
              <a:ext cx="27336" cy="11239"/>
            </a:xfrm>
            <a:custGeom>
              <a:rect b="b" l="l" r="r" t="t"/>
              <a:pathLst>
                <a:path extrusionOk="0" h="11239" w="27336">
                  <a:moveTo>
                    <a:pt x="5619" y="11239"/>
                  </a:moveTo>
                  <a:lnTo>
                    <a:pt x="21717" y="11239"/>
                  </a:lnTo>
                  <a:cubicBezTo>
                    <a:pt x="24765" y="11239"/>
                    <a:pt x="27337" y="8763"/>
                    <a:pt x="27337" y="5620"/>
                  </a:cubicBezTo>
                  <a:cubicBezTo>
                    <a:pt x="27337" y="2477"/>
                    <a:pt x="24860" y="0"/>
                    <a:pt x="21717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8014524" y="4648200"/>
              <a:ext cx="17526" cy="11239"/>
            </a:xfrm>
            <a:custGeom>
              <a:rect b="b" l="l" r="r" t="t"/>
              <a:pathLst>
                <a:path extrusionOk="0" h="11239" w="17526">
                  <a:moveTo>
                    <a:pt x="0" y="5620"/>
                  </a:moveTo>
                  <a:cubicBezTo>
                    <a:pt x="0" y="8668"/>
                    <a:pt x="2477" y="11239"/>
                    <a:pt x="5620" y="11239"/>
                  </a:cubicBezTo>
                  <a:lnTo>
                    <a:pt x="11906" y="11239"/>
                  </a:lnTo>
                  <a:cubicBezTo>
                    <a:pt x="14954" y="11239"/>
                    <a:pt x="17526" y="8763"/>
                    <a:pt x="17526" y="5620"/>
                  </a:cubicBezTo>
                  <a:cubicBezTo>
                    <a:pt x="17526" y="2477"/>
                    <a:pt x="15050" y="0"/>
                    <a:pt x="1190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4"/>
            <p:cNvSpPr/>
            <p:nvPr/>
          </p:nvSpPr>
          <p:spPr>
            <a:xfrm>
              <a:off x="7978520" y="4668964"/>
              <a:ext cx="79438" cy="11239"/>
            </a:xfrm>
            <a:custGeom>
              <a:rect b="b" l="l" r="r" t="t"/>
              <a:pathLst>
                <a:path extrusionOk="0" h="11239" w="79438">
                  <a:moveTo>
                    <a:pt x="5619" y="11239"/>
                  </a:moveTo>
                  <a:lnTo>
                    <a:pt x="73819" y="11239"/>
                  </a:lnTo>
                  <a:cubicBezTo>
                    <a:pt x="76867" y="11239"/>
                    <a:pt x="79438" y="8763"/>
                    <a:pt x="79438" y="5620"/>
                  </a:cubicBezTo>
                  <a:cubicBezTo>
                    <a:pt x="79438" y="2477"/>
                    <a:pt x="76962" y="0"/>
                    <a:pt x="73819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4" name="Google Shape;554;p24"/>
          <p:cNvGrpSpPr/>
          <p:nvPr/>
        </p:nvGrpSpPr>
        <p:grpSpPr>
          <a:xfrm>
            <a:off x="1512093" y="2069183"/>
            <a:ext cx="355842" cy="426217"/>
            <a:chOff x="9431178" y="3838765"/>
            <a:chExt cx="318171" cy="381095"/>
          </a:xfrm>
        </p:grpSpPr>
        <p:sp>
          <p:nvSpPr>
            <p:cNvPr id="555" name="Google Shape;555;p24"/>
            <p:cNvSpPr/>
            <p:nvPr/>
          </p:nvSpPr>
          <p:spPr>
            <a:xfrm>
              <a:off x="9509854" y="4158233"/>
              <a:ext cx="68008" cy="11239"/>
            </a:xfrm>
            <a:custGeom>
              <a:rect b="b" l="l" r="r" t="t"/>
              <a:pathLst>
                <a:path extrusionOk="0" h="11239" w="68008">
                  <a:moveTo>
                    <a:pt x="0" y="5620"/>
                  </a:moveTo>
                  <a:cubicBezTo>
                    <a:pt x="0" y="8668"/>
                    <a:pt x="2477" y="11240"/>
                    <a:pt x="5620" y="11240"/>
                  </a:cubicBezTo>
                  <a:lnTo>
                    <a:pt x="62389" y="11240"/>
                  </a:lnTo>
                  <a:cubicBezTo>
                    <a:pt x="65437" y="11240"/>
                    <a:pt x="68009" y="8763"/>
                    <a:pt x="68009" y="5620"/>
                  </a:cubicBezTo>
                  <a:cubicBezTo>
                    <a:pt x="68009" y="2477"/>
                    <a:pt x="65532" y="0"/>
                    <a:pt x="62389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9474135" y="4158233"/>
              <a:ext cx="26670" cy="11239"/>
            </a:xfrm>
            <a:custGeom>
              <a:rect b="b" l="l" r="r" t="t"/>
              <a:pathLst>
                <a:path extrusionOk="0" h="11239" w="26670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21050" y="11240"/>
                  </a:lnTo>
                  <a:cubicBezTo>
                    <a:pt x="24099" y="11240"/>
                    <a:pt x="26670" y="8763"/>
                    <a:pt x="26670" y="5620"/>
                  </a:cubicBezTo>
                  <a:cubicBezTo>
                    <a:pt x="26670" y="2477"/>
                    <a:pt x="24194" y="0"/>
                    <a:pt x="2105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24"/>
            <p:cNvSpPr/>
            <p:nvPr/>
          </p:nvSpPr>
          <p:spPr>
            <a:xfrm>
              <a:off x="9474135" y="4137755"/>
              <a:ext cx="64103" cy="11239"/>
            </a:xfrm>
            <a:custGeom>
              <a:rect b="b" l="l" r="r" t="t"/>
              <a:pathLst>
                <a:path extrusionOk="0" h="11239" w="64103">
                  <a:moveTo>
                    <a:pt x="58484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8484" y="11239"/>
                  </a:lnTo>
                  <a:cubicBezTo>
                    <a:pt x="61532" y="11239"/>
                    <a:pt x="64104" y="8763"/>
                    <a:pt x="64104" y="5620"/>
                  </a:cubicBezTo>
                  <a:cubicBezTo>
                    <a:pt x="64104" y="2476"/>
                    <a:pt x="61627" y="0"/>
                    <a:pt x="58484" y="0"/>
                  </a:cubicBezTo>
                  <a:lnTo>
                    <a:pt x="58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24"/>
            <p:cNvSpPr/>
            <p:nvPr/>
          </p:nvSpPr>
          <p:spPr>
            <a:xfrm>
              <a:off x="9513283" y="3997070"/>
              <a:ext cx="11239" cy="15716"/>
            </a:xfrm>
            <a:custGeom>
              <a:rect b="b" l="l" r="r" t="t"/>
              <a:pathLst>
                <a:path extrusionOk="0" h="15716" w="11239">
                  <a:moveTo>
                    <a:pt x="0" y="5620"/>
                  </a:moveTo>
                  <a:lnTo>
                    <a:pt x="0" y="10096"/>
                  </a:lnTo>
                  <a:cubicBezTo>
                    <a:pt x="0" y="13145"/>
                    <a:pt x="2477" y="15716"/>
                    <a:pt x="5619" y="15716"/>
                  </a:cubicBezTo>
                  <a:cubicBezTo>
                    <a:pt x="8763" y="15716"/>
                    <a:pt x="11239" y="13240"/>
                    <a:pt x="11239" y="10096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19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9576148" y="3979163"/>
              <a:ext cx="11239" cy="15716"/>
            </a:xfrm>
            <a:custGeom>
              <a:rect b="b" l="l" r="r" t="t"/>
              <a:pathLst>
                <a:path extrusionOk="0" h="15716" w="11239">
                  <a:moveTo>
                    <a:pt x="0" y="5620"/>
                  </a:moveTo>
                  <a:lnTo>
                    <a:pt x="0" y="10097"/>
                  </a:lnTo>
                  <a:cubicBezTo>
                    <a:pt x="0" y="13145"/>
                    <a:pt x="2477" y="15716"/>
                    <a:pt x="5620" y="15716"/>
                  </a:cubicBezTo>
                  <a:cubicBezTo>
                    <a:pt x="8763" y="15716"/>
                    <a:pt x="11239" y="13240"/>
                    <a:pt x="11239" y="10097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0" name="Google Shape;560;p24"/>
            <p:cNvGrpSpPr/>
            <p:nvPr/>
          </p:nvGrpSpPr>
          <p:grpSpPr>
            <a:xfrm>
              <a:off x="9431178" y="3838765"/>
              <a:ext cx="318171" cy="381095"/>
              <a:chOff x="9431178" y="3838765"/>
              <a:chExt cx="318171" cy="381095"/>
            </a:xfrm>
          </p:grpSpPr>
          <p:sp>
            <p:nvSpPr>
              <p:cNvPr id="561" name="Google Shape;561;p24"/>
              <p:cNvSpPr/>
              <p:nvPr/>
            </p:nvSpPr>
            <p:spPr>
              <a:xfrm>
                <a:off x="9635965" y="3940778"/>
                <a:ext cx="11239" cy="15716"/>
              </a:xfrm>
              <a:custGeom>
                <a:rect b="b" l="l" r="r" t="t"/>
                <a:pathLst>
                  <a:path extrusionOk="0" h="15716" w="11239">
                    <a:moveTo>
                      <a:pt x="5619" y="15716"/>
                    </a:moveTo>
                    <a:cubicBezTo>
                      <a:pt x="8667" y="15716"/>
                      <a:pt x="11239" y="13240"/>
                      <a:pt x="11239" y="10096"/>
                    </a:cubicBezTo>
                    <a:lnTo>
                      <a:pt x="11239" y="5620"/>
                    </a:lnTo>
                    <a:cubicBezTo>
                      <a:pt x="11239" y="2572"/>
                      <a:pt x="8763" y="0"/>
                      <a:pt x="5619" y="0"/>
                    </a:cubicBezTo>
                    <a:cubicBezTo>
                      <a:pt x="2476" y="0"/>
                      <a:pt x="0" y="2477"/>
                      <a:pt x="0" y="5620"/>
                    </a:cubicBezTo>
                    <a:lnTo>
                      <a:pt x="0" y="10096"/>
                    </a:lnTo>
                    <a:cubicBezTo>
                      <a:pt x="0" y="13145"/>
                      <a:pt x="2476" y="15716"/>
                      <a:pt x="5619" y="15716"/>
                    </a:cubicBezTo>
                    <a:lnTo>
                      <a:pt x="5619" y="15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24"/>
              <p:cNvSpPr/>
              <p:nvPr/>
            </p:nvSpPr>
            <p:spPr>
              <a:xfrm>
                <a:off x="9431178" y="3838765"/>
                <a:ext cx="318171" cy="381095"/>
              </a:xfrm>
              <a:custGeom>
                <a:rect b="b" l="l" r="r" t="t"/>
                <a:pathLst>
                  <a:path extrusionOk="0" h="381095" w="318171">
                    <a:moveTo>
                      <a:pt x="313087" y="191548"/>
                    </a:moveTo>
                    <a:lnTo>
                      <a:pt x="277749" y="161925"/>
                    </a:lnTo>
                    <a:cubicBezTo>
                      <a:pt x="273653" y="158496"/>
                      <a:pt x="268414" y="157639"/>
                      <a:pt x="263652" y="159163"/>
                    </a:cubicBezTo>
                    <a:lnTo>
                      <a:pt x="263652" y="75152"/>
                    </a:lnTo>
                    <a:cubicBezTo>
                      <a:pt x="263652" y="73628"/>
                      <a:pt x="263080" y="72295"/>
                      <a:pt x="262032" y="71247"/>
                    </a:cubicBezTo>
                    <a:lnTo>
                      <a:pt x="192405" y="1619"/>
                    </a:lnTo>
                    <a:cubicBezTo>
                      <a:pt x="191357" y="571"/>
                      <a:pt x="189929" y="0"/>
                      <a:pt x="188500" y="0"/>
                    </a:cubicBezTo>
                    <a:lnTo>
                      <a:pt x="14954" y="0"/>
                    </a:lnTo>
                    <a:cubicBezTo>
                      <a:pt x="6858" y="0"/>
                      <a:pt x="190" y="6667"/>
                      <a:pt x="190" y="14764"/>
                    </a:cubicBezTo>
                    <a:lnTo>
                      <a:pt x="190" y="261938"/>
                    </a:lnTo>
                    <a:cubicBezTo>
                      <a:pt x="190" y="264985"/>
                      <a:pt x="2667" y="267557"/>
                      <a:pt x="5810" y="267557"/>
                    </a:cubicBezTo>
                    <a:cubicBezTo>
                      <a:pt x="8954" y="267557"/>
                      <a:pt x="11430" y="265081"/>
                      <a:pt x="11430" y="261938"/>
                    </a:cubicBezTo>
                    <a:lnTo>
                      <a:pt x="11430" y="14764"/>
                    </a:lnTo>
                    <a:cubicBezTo>
                      <a:pt x="11430" y="12763"/>
                      <a:pt x="13049" y="11144"/>
                      <a:pt x="15049" y="11144"/>
                    </a:cubicBezTo>
                    <a:lnTo>
                      <a:pt x="182975" y="11144"/>
                    </a:lnTo>
                    <a:lnTo>
                      <a:pt x="182975" y="66008"/>
                    </a:lnTo>
                    <a:cubicBezTo>
                      <a:pt x="182975" y="74200"/>
                      <a:pt x="189643" y="80772"/>
                      <a:pt x="197739" y="80772"/>
                    </a:cubicBezTo>
                    <a:lnTo>
                      <a:pt x="252603" y="80772"/>
                    </a:lnTo>
                    <a:lnTo>
                      <a:pt x="252603" y="168783"/>
                    </a:lnTo>
                    <a:lnTo>
                      <a:pt x="241839" y="180975"/>
                    </a:lnTo>
                    <a:cubicBezTo>
                      <a:pt x="239839" y="183261"/>
                      <a:pt x="240030" y="186785"/>
                      <a:pt x="242316" y="188881"/>
                    </a:cubicBezTo>
                    <a:cubicBezTo>
                      <a:pt x="244602" y="190881"/>
                      <a:pt x="248126" y="190690"/>
                      <a:pt x="250221" y="188404"/>
                    </a:cubicBezTo>
                    <a:lnTo>
                      <a:pt x="265462" y="171069"/>
                    </a:lnTo>
                    <a:cubicBezTo>
                      <a:pt x="266795" y="169545"/>
                      <a:pt x="269081" y="169354"/>
                      <a:pt x="270605" y="170688"/>
                    </a:cubicBezTo>
                    <a:lnTo>
                      <a:pt x="305943" y="200311"/>
                    </a:lnTo>
                    <a:cubicBezTo>
                      <a:pt x="307467" y="201644"/>
                      <a:pt x="307753" y="203835"/>
                      <a:pt x="306419" y="205454"/>
                    </a:cubicBezTo>
                    <a:lnTo>
                      <a:pt x="223075" y="309753"/>
                    </a:lnTo>
                    <a:cubicBezTo>
                      <a:pt x="222409" y="310515"/>
                      <a:pt x="221551" y="310991"/>
                      <a:pt x="220599" y="311086"/>
                    </a:cubicBezTo>
                    <a:cubicBezTo>
                      <a:pt x="219646" y="311182"/>
                      <a:pt x="218598" y="310896"/>
                      <a:pt x="217837" y="310229"/>
                    </a:cubicBezTo>
                    <a:lnTo>
                      <a:pt x="207359" y="301466"/>
                    </a:lnTo>
                    <a:cubicBezTo>
                      <a:pt x="204978" y="299466"/>
                      <a:pt x="201453" y="299752"/>
                      <a:pt x="199454" y="302133"/>
                    </a:cubicBezTo>
                    <a:cubicBezTo>
                      <a:pt x="197453" y="304514"/>
                      <a:pt x="197739" y="308038"/>
                      <a:pt x="200120" y="310039"/>
                    </a:cubicBezTo>
                    <a:lnTo>
                      <a:pt x="207740" y="316421"/>
                    </a:lnTo>
                    <a:lnTo>
                      <a:pt x="200406" y="320802"/>
                    </a:lnTo>
                    <a:cubicBezTo>
                      <a:pt x="193071" y="319468"/>
                      <a:pt x="182975" y="321278"/>
                      <a:pt x="178879" y="322135"/>
                    </a:cubicBezTo>
                    <a:cubicBezTo>
                      <a:pt x="177736" y="322421"/>
                      <a:pt x="176593" y="322135"/>
                      <a:pt x="175641" y="321373"/>
                    </a:cubicBezTo>
                    <a:lnTo>
                      <a:pt x="173641" y="319659"/>
                    </a:lnTo>
                    <a:cubicBezTo>
                      <a:pt x="172783" y="318897"/>
                      <a:pt x="172307" y="317849"/>
                      <a:pt x="172307" y="316611"/>
                    </a:cubicBezTo>
                    <a:cubicBezTo>
                      <a:pt x="172498" y="312420"/>
                      <a:pt x="172498" y="302228"/>
                      <a:pt x="169926" y="295180"/>
                    </a:cubicBezTo>
                    <a:lnTo>
                      <a:pt x="172974" y="287179"/>
                    </a:lnTo>
                    <a:lnTo>
                      <a:pt x="180975" y="293942"/>
                    </a:lnTo>
                    <a:cubicBezTo>
                      <a:pt x="182023" y="294799"/>
                      <a:pt x="183261" y="295275"/>
                      <a:pt x="184595" y="295275"/>
                    </a:cubicBezTo>
                    <a:cubicBezTo>
                      <a:pt x="186214" y="295275"/>
                      <a:pt x="187737" y="294608"/>
                      <a:pt x="188880" y="293275"/>
                    </a:cubicBezTo>
                    <a:cubicBezTo>
                      <a:pt x="190881" y="290893"/>
                      <a:pt x="190595" y="287369"/>
                      <a:pt x="188214" y="285369"/>
                    </a:cubicBezTo>
                    <a:lnTo>
                      <a:pt x="177355" y="276320"/>
                    </a:lnTo>
                    <a:cubicBezTo>
                      <a:pt x="176593" y="275654"/>
                      <a:pt x="176117" y="274796"/>
                      <a:pt x="176022" y="273748"/>
                    </a:cubicBezTo>
                    <a:cubicBezTo>
                      <a:pt x="176022" y="272796"/>
                      <a:pt x="176307" y="271748"/>
                      <a:pt x="176974" y="271081"/>
                    </a:cubicBezTo>
                    <a:lnTo>
                      <a:pt x="233553" y="206978"/>
                    </a:lnTo>
                    <a:cubicBezTo>
                      <a:pt x="235553" y="204692"/>
                      <a:pt x="235362" y="201168"/>
                      <a:pt x="233076" y="199072"/>
                    </a:cubicBezTo>
                    <a:cubicBezTo>
                      <a:pt x="230791" y="197072"/>
                      <a:pt x="227266" y="197263"/>
                      <a:pt x="225171" y="199549"/>
                    </a:cubicBezTo>
                    <a:lnTo>
                      <a:pt x="215836" y="210121"/>
                    </a:lnTo>
                    <a:lnTo>
                      <a:pt x="215836" y="134588"/>
                    </a:lnTo>
                    <a:cubicBezTo>
                      <a:pt x="215836" y="132207"/>
                      <a:pt x="214407" y="130111"/>
                      <a:pt x="212217" y="129350"/>
                    </a:cubicBezTo>
                    <a:cubicBezTo>
                      <a:pt x="210026" y="128588"/>
                      <a:pt x="207550" y="129159"/>
                      <a:pt x="206026" y="130969"/>
                    </a:cubicBezTo>
                    <a:lnTo>
                      <a:pt x="164878" y="179832"/>
                    </a:lnTo>
                    <a:lnTo>
                      <a:pt x="154114" y="170879"/>
                    </a:lnTo>
                    <a:cubicBezTo>
                      <a:pt x="151829" y="168973"/>
                      <a:pt x="148399" y="169164"/>
                      <a:pt x="146399" y="171450"/>
                    </a:cubicBezTo>
                    <a:lnTo>
                      <a:pt x="120872" y="199834"/>
                    </a:lnTo>
                    <a:lnTo>
                      <a:pt x="89630" y="187452"/>
                    </a:lnTo>
                    <a:cubicBezTo>
                      <a:pt x="88011" y="186785"/>
                      <a:pt x="86201" y="186976"/>
                      <a:pt x="84772" y="187833"/>
                    </a:cubicBezTo>
                    <a:lnTo>
                      <a:pt x="54102" y="205740"/>
                    </a:lnTo>
                    <a:lnTo>
                      <a:pt x="54102" y="148590"/>
                    </a:lnTo>
                    <a:cubicBezTo>
                      <a:pt x="54102" y="145542"/>
                      <a:pt x="51625" y="142970"/>
                      <a:pt x="48482" y="142970"/>
                    </a:cubicBezTo>
                    <a:cubicBezTo>
                      <a:pt x="45339" y="142970"/>
                      <a:pt x="42863" y="145447"/>
                      <a:pt x="42863" y="148590"/>
                    </a:cubicBezTo>
                    <a:lnTo>
                      <a:pt x="42863" y="264223"/>
                    </a:lnTo>
                    <a:cubicBezTo>
                      <a:pt x="42863" y="267271"/>
                      <a:pt x="45339" y="269843"/>
                      <a:pt x="48482" y="269843"/>
                    </a:cubicBezTo>
                    <a:lnTo>
                      <a:pt x="165449" y="269843"/>
                    </a:lnTo>
                    <a:cubicBezTo>
                      <a:pt x="164972" y="271463"/>
                      <a:pt x="164878" y="273177"/>
                      <a:pt x="164972" y="274796"/>
                    </a:cubicBezTo>
                    <a:cubicBezTo>
                      <a:pt x="164972" y="275368"/>
                      <a:pt x="165068" y="275939"/>
                      <a:pt x="165259" y="276511"/>
                    </a:cubicBezTo>
                    <a:lnTo>
                      <a:pt x="159353" y="292132"/>
                    </a:lnTo>
                    <a:cubicBezTo>
                      <a:pt x="158496" y="294322"/>
                      <a:pt x="158591" y="296799"/>
                      <a:pt x="159448" y="298990"/>
                    </a:cubicBezTo>
                    <a:cubicBezTo>
                      <a:pt x="160782" y="302323"/>
                      <a:pt x="161544" y="309181"/>
                      <a:pt x="161258" y="316325"/>
                    </a:cubicBezTo>
                    <a:cubicBezTo>
                      <a:pt x="161163" y="319468"/>
                      <a:pt x="162020" y="322517"/>
                      <a:pt x="163735" y="325088"/>
                    </a:cubicBezTo>
                    <a:lnTo>
                      <a:pt x="159734" y="329851"/>
                    </a:lnTo>
                    <a:cubicBezTo>
                      <a:pt x="157734" y="332232"/>
                      <a:pt x="158019" y="335756"/>
                      <a:pt x="160401" y="337756"/>
                    </a:cubicBezTo>
                    <a:cubicBezTo>
                      <a:pt x="161448" y="338614"/>
                      <a:pt x="162687" y="339090"/>
                      <a:pt x="164020" y="339090"/>
                    </a:cubicBezTo>
                    <a:cubicBezTo>
                      <a:pt x="165639" y="339090"/>
                      <a:pt x="167164" y="338423"/>
                      <a:pt x="168307" y="337090"/>
                    </a:cubicBezTo>
                    <a:lnTo>
                      <a:pt x="172307" y="332327"/>
                    </a:lnTo>
                    <a:cubicBezTo>
                      <a:pt x="174117" y="333089"/>
                      <a:pt x="176117" y="333565"/>
                      <a:pt x="178212" y="333565"/>
                    </a:cubicBezTo>
                    <a:cubicBezTo>
                      <a:pt x="179260" y="333565"/>
                      <a:pt x="180308" y="333470"/>
                      <a:pt x="181356" y="333184"/>
                    </a:cubicBezTo>
                    <a:cubicBezTo>
                      <a:pt x="188404" y="331660"/>
                      <a:pt x="195263" y="331184"/>
                      <a:pt x="198787" y="331946"/>
                    </a:cubicBezTo>
                    <a:cubicBezTo>
                      <a:pt x="201168" y="332422"/>
                      <a:pt x="203549" y="332042"/>
                      <a:pt x="205549" y="330898"/>
                    </a:cubicBezTo>
                    <a:lnTo>
                      <a:pt x="219837" y="322326"/>
                    </a:lnTo>
                    <a:cubicBezTo>
                      <a:pt x="219837" y="322326"/>
                      <a:pt x="220027" y="322326"/>
                      <a:pt x="220123" y="322326"/>
                    </a:cubicBezTo>
                    <a:cubicBezTo>
                      <a:pt x="220599" y="322326"/>
                      <a:pt x="221170" y="322326"/>
                      <a:pt x="221646" y="322326"/>
                    </a:cubicBezTo>
                    <a:cubicBezTo>
                      <a:pt x="225647" y="321945"/>
                      <a:pt x="229266" y="319945"/>
                      <a:pt x="231743" y="316801"/>
                    </a:cubicBezTo>
                    <a:lnTo>
                      <a:pt x="252413" y="290893"/>
                    </a:lnTo>
                    <a:lnTo>
                      <a:pt x="252413" y="366331"/>
                    </a:lnTo>
                    <a:cubicBezTo>
                      <a:pt x="252413" y="368332"/>
                      <a:pt x="250793" y="369951"/>
                      <a:pt x="248793" y="369951"/>
                    </a:cubicBezTo>
                    <a:lnTo>
                      <a:pt x="14859" y="369951"/>
                    </a:lnTo>
                    <a:cubicBezTo>
                      <a:pt x="12859" y="369951"/>
                      <a:pt x="11239" y="368332"/>
                      <a:pt x="11239" y="366331"/>
                    </a:cubicBezTo>
                    <a:lnTo>
                      <a:pt x="11239" y="286798"/>
                    </a:lnTo>
                    <a:cubicBezTo>
                      <a:pt x="11239" y="283750"/>
                      <a:pt x="8763" y="281178"/>
                      <a:pt x="5619" y="281178"/>
                    </a:cubicBezTo>
                    <a:cubicBezTo>
                      <a:pt x="2476" y="281178"/>
                      <a:pt x="0" y="283655"/>
                      <a:pt x="0" y="286798"/>
                    </a:cubicBezTo>
                    <a:lnTo>
                      <a:pt x="0" y="366331"/>
                    </a:lnTo>
                    <a:cubicBezTo>
                      <a:pt x="0" y="374428"/>
                      <a:pt x="6667" y="381095"/>
                      <a:pt x="14764" y="381095"/>
                    </a:cubicBezTo>
                    <a:lnTo>
                      <a:pt x="248698" y="381095"/>
                    </a:lnTo>
                    <a:cubicBezTo>
                      <a:pt x="256794" y="381095"/>
                      <a:pt x="263461" y="374428"/>
                      <a:pt x="263461" y="366331"/>
                    </a:cubicBezTo>
                    <a:lnTo>
                      <a:pt x="263461" y="276892"/>
                    </a:lnTo>
                    <a:lnTo>
                      <a:pt x="314896" y="212408"/>
                    </a:lnTo>
                    <a:cubicBezTo>
                      <a:pt x="319944" y="206026"/>
                      <a:pt x="319088" y="196977"/>
                      <a:pt x="312801" y="191738"/>
                    </a:cubicBezTo>
                    <a:lnTo>
                      <a:pt x="312801" y="191738"/>
                    </a:lnTo>
                    <a:close/>
                    <a:moveTo>
                      <a:pt x="194024" y="65818"/>
                    </a:moveTo>
                    <a:lnTo>
                      <a:pt x="194024" y="18859"/>
                    </a:lnTo>
                    <a:lnTo>
                      <a:pt x="244602" y="69437"/>
                    </a:lnTo>
                    <a:lnTo>
                      <a:pt x="197644" y="69437"/>
                    </a:lnTo>
                    <a:cubicBezTo>
                      <a:pt x="195643" y="69437"/>
                      <a:pt x="194024" y="67818"/>
                      <a:pt x="194024" y="65818"/>
                    </a:cubicBezTo>
                    <a:lnTo>
                      <a:pt x="194024" y="65818"/>
                    </a:lnTo>
                    <a:close/>
                    <a:moveTo>
                      <a:pt x="54197" y="218313"/>
                    </a:moveTo>
                    <a:lnTo>
                      <a:pt x="88106" y="198501"/>
                    </a:lnTo>
                    <a:lnTo>
                      <a:pt x="120396" y="211360"/>
                    </a:lnTo>
                    <a:cubicBezTo>
                      <a:pt x="122587" y="212217"/>
                      <a:pt x="125063" y="211646"/>
                      <a:pt x="126587" y="209931"/>
                    </a:cubicBezTo>
                    <a:lnTo>
                      <a:pt x="151162" y="182689"/>
                    </a:lnTo>
                    <a:lnTo>
                      <a:pt x="162115" y="191834"/>
                    </a:lnTo>
                    <a:cubicBezTo>
                      <a:pt x="164496" y="193834"/>
                      <a:pt x="168021" y="193453"/>
                      <a:pt x="169926" y="191167"/>
                    </a:cubicBezTo>
                    <a:lnTo>
                      <a:pt x="204788" y="149828"/>
                    </a:lnTo>
                    <a:lnTo>
                      <a:pt x="204788" y="222790"/>
                    </a:lnTo>
                    <a:lnTo>
                      <a:pt x="183166" y="247269"/>
                    </a:lnTo>
                    <a:cubicBezTo>
                      <a:pt x="182594" y="247079"/>
                      <a:pt x="182118" y="246983"/>
                      <a:pt x="181451" y="246983"/>
                    </a:cubicBezTo>
                    <a:cubicBezTo>
                      <a:pt x="178403" y="246983"/>
                      <a:pt x="175831" y="249460"/>
                      <a:pt x="175831" y="252603"/>
                    </a:cubicBezTo>
                    <a:lnTo>
                      <a:pt x="175831" y="255460"/>
                    </a:lnTo>
                    <a:lnTo>
                      <a:pt x="173260" y="258413"/>
                    </a:lnTo>
                    <a:lnTo>
                      <a:pt x="152781" y="258413"/>
                    </a:lnTo>
                    <a:lnTo>
                      <a:pt x="152781" y="252603"/>
                    </a:lnTo>
                    <a:cubicBezTo>
                      <a:pt x="152781" y="249555"/>
                      <a:pt x="150304" y="246983"/>
                      <a:pt x="147161" y="246983"/>
                    </a:cubicBezTo>
                    <a:cubicBezTo>
                      <a:pt x="144018" y="246983"/>
                      <a:pt x="141541" y="249460"/>
                      <a:pt x="141541" y="252603"/>
                    </a:cubicBezTo>
                    <a:lnTo>
                      <a:pt x="141541" y="258413"/>
                    </a:lnTo>
                    <a:lnTo>
                      <a:pt x="118396" y="258413"/>
                    </a:lnTo>
                    <a:lnTo>
                      <a:pt x="118396" y="252603"/>
                    </a:lnTo>
                    <a:cubicBezTo>
                      <a:pt x="118396" y="249555"/>
                      <a:pt x="115919" y="246983"/>
                      <a:pt x="112776" y="246983"/>
                    </a:cubicBezTo>
                    <a:cubicBezTo>
                      <a:pt x="109632" y="246983"/>
                      <a:pt x="107156" y="249460"/>
                      <a:pt x="107156" y="252603"/>
                    </a:cubicBezTo>
                    <a:lnTo>
                      <a:pt x="107156" y="258413"/>
                    </a:lnTo>
                    <a:lnTo>
                      <a:pt x="84010" y="258413"/>
                    </a:lnTo>
                    <a:lnTo>
                      <a:pt x="84010" y="252603"/>
                    </a:lnTo>
                    <a:cubicBezTo>
                      <a:pt x="84010" y="249555"/>
                      <a:pt x="81534" y="246983"/>
                      <a:pt x="78391" y="246983"/>
                    </a:cubicBezTo>
                    <a:cubicBezTo>
                      <a:pt x="75247" y="246983"/>
                      <a:pt x="72771" y="249460"/>
                      <a:pt x="72771" y="252603"/>
                    </a:cubicBezTo>
                    <a:lnTo>
                      <a:pt x="72771" y="258413"/>
                    </a:lnTo>
                    <a:lnTo>
                      <a:pt x="53816" y="258413"/>
                    </a:lnTo>
                    <a:lnTo>
                      <a:pt x="53816" y="2184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3" name="Google Shape;563;p24"/>
            <p:cNvSpPr/>
            <p:nvPr/>
          </p:nvSpPr>
          <p:spPr>
            <a:xfrm>
              <a:off x="9498138" y="3890200"/>
              <a:ext cx="34480" cy="59245"/>
            </a:xfrm>
            <a:custGeom>
              <a:rect b="b" l="l" r="r" t="t"/>
              <a:pathLst>
                <a:path extrusionOk="0" h="59245" w="34480">
                  <a:moveTo>
                    <a:pt x="20003" y="24384"/>
                  </a:moveTo>
                  <a:lnTo>
                    <a:pt x="14668" y="24384"/>
                  </a:lnTo>
                  <a:cubicBezTo>
                    <a:pt x="12859" y="24384"/>
                    <a:pt x="11335" y="22860"/>
                    <a:pt x="11335" y="21050"/>
                  </a:cubicBezTo>
                  <a:cubicBezTo>
                    <a:pt x="11335" y="19241"/>
                    <a:pt x="12859" y="17717"/>
                    <a:pt x="14668" y="17717"/>
                  </a:cubicBezTo>
                  <a:lnTo>
                    <a:pt x="20003" y="17717"/>
                  </a:lnTo>
                  <a:cubicBezTo>
                    <a:pt x="21146" y="17717"/>
                    <a:pt x="22098" y="18288"/>
                    <a:pt x="22765" y="19145"/>
                  </a:cubicBezTo>
                  <a:cubicBezTo>
                    <a:pt x="24479" y="21717"/>
                    <a:pt x="28004" y="22384"/>
                    <a:pt x="30480" y="20669"/>
                  </a:cubicBezTo>
                  <a:cubicBezTo>
                    <a:pt x="33052" y="18955"/>
                    <a:pt x="33718" y="15430"/>
                    <a:pt x="32004" y="12954"/>
                  </a:cubicBezTo>
                  <a:cubicBezTo>
                    <a:pt x="29813" y="9811"/>
                    <a:pt x="26575" y="7620"/>
                    <a:pt x="22860" y="6858"/>
                  </a:cubicBezTo>
                  <a:lnTo>
                    <a:pt x="22860" y="5620"/>
                  </a:lnTo>
                  <a:cubicBezTo>
                    <a:pt x="22860" y="2572"/>
                    <a:pt x="20384" y="0"/>
                    <a:pt x="17240" y="0"/>
                  </a:cubicBezTo>
                  <a:cubicBezTo>
                    <a:pt x="14097" y="0"/>
                    <a:pt x="11621" y="2476"/>
                    <a:pt x="11621" y="5620"/>
                  </a:cubicBezTo>
                  <a:lnTo>
                    <a:pt x="11621" y="6858"/>
                  </a:lnTo>
                  <a:cubicBezTo>
                    <a:pt x="5049" y="8192"/>
                    <a:pt x="0" y="14097"/>
                    <a:pt x="0" y="21050"/>
                  </a:cubicBezTo>
                  <a:cubicBezTo>
                    <a:pt x="0" y="29051"/>
                    <a:pt x="6477" y="35528"/>
                    <a:pt x="14478" y="35528"/>
                  </a:cubicBezTo>
                  <a:lnTo>
                    <a:pt x="19812" y="35528"/>
                  </a:lnTo>
                  <a:cubicBezTo>
                    <a:pt x="21622" y="35528"/>
                    <a:pt x="23146" y="37052"/>
                    <a:pt x="23146" y="38862"/>
                  </a:cubicBezTo>
                  <a:cubicBezTo>
                    <a:pt x="23146" y="40672"/>
                    <a:pt x="21622" y="42196"/>
                    <a:pt x="19812" y="42196"/>
                  </a:cubicBezTo>
                  <a:lnTo>
                    <a:pt x="14478" y="42196"/>
                  </a:lnTo>
                  <a:cubicBezTo>
                    <a:pt x="13145" y="42196"/>
                    <a:pt x="11906" y="41434"/>
                    <a:pt x="11430" y="40196"/>
                  </a:cubicBezTo>
                  <a:cubicBezTo>
                    <a:pt x="10192" y="37338"/>
                    <a:pt x="6953" y="36004"/>
                    <a:pt x="4096" y="37243"/>
                  </a:cubicBezTo>
                  <a:cubicBezTo>
                    <a:pt x="1238" y="38481"/>
                    <a:pt x="-95" y="41720"/>
                    <a:pt x="1143" y="44577"/>
                  </a:cubicBezTo>
                  <a:cubicBezTo>
                    <a:pt x="3048" y="49054"/>
                    <a:pt x="6953" y="52197"/>
                    <a:pt x="11621" y="53150"/>
                  </a:cubicBezTo>
                  <a:lnTo>
                    <a:pt x="11621" y="53626"/>
                  </a:lnTo>
                  <a:cubicBezTo>
                    <a:pt x="11621" y="56674"/>
                    <a:pt x="14097" y="59246"/>
                    <a:pt x="17240" y="59246"/>
                  </a:cubicBezTo>
                  <a:cubicBezTo>
                    <a:pt x="20384" y="59246"/>
                    <a:pt x="22860" y="56769"/>
                    <a:pt x="22860" y="53626"/>
                  </a:cubicBezTo>
                  <a:lnTo>
                    <a:pt x="22860" y="53150"/>
                  </a:lnTo>
                  <a:cubicBezTo>
                    <a:pt x="29433" y="51816"/>
                    <a:pt x="34480" y="46006"/>
                    <a:pt x="34480" y="38957"/>
                  </a:cubicBezTo>
                  <a:cubicBezTo>
                    <a:pt x="34480" y="30956"/>
                    <a:pt x="28004" y="24479"/>
                    <a:pt x="20003" y="24479"/>
                  </a:cubicBezTo>
                  <a:lnTo>
                    <a:pt x="20003" y="24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9468135" y="3872579"/>
              <a:ext cx="94487" cy="94487"/>
            </a:xfrm>
            <a:custGeom>
              <a:rect b="b" l="l" r="r" t="t"/>
              <a:pathLst>
                <a:path extrusionOk="0" h="94487" w="94487">
                  <a:moveTo>
                    <a:pt x="94488" y="47244"/>
                  </a:moveTo>
                  <a:cubicBezTo>
                    <a:pt x="94488" y="21241"/>
                    <a:pt x="73342" y="0"/>
                    <a:pt x="47244" y="0"/>
                  </a:cubicBezTo>
                  <a:cubicBezTo>
                    <a:pt x="21145" y="0"/>
                    <a:pt x="0" y="21145"/>
                    <a:pt x="0" y="47244"/>
                  </a:cubicBezTo>
                  <a:cubicBezTo>
                    <a:pt x="0" y="73342"/>
                    <a:pt x="21145" y="94488"/>
                    <a:pt x="47244" y="94488"/>
                  </a:cubicBezTo>
                  <a:cubicBezTo>
                    <a:pt x="73342" y="94488"/>
                    <a:pt x="94488" y="73342"/>
                    <a:pt x="94488" y="47244"/>
                  </a:cubicBezTo>
                  <a:lnTo>
                    <a:pt x="94488" y="47244"/>
                  </a:lnTo>
                  <a:close/>
                  <a:moveTo>
                    <a:pt x="47244" y="83344"/>
                  </a:moveTo>
                  <a:cubicBezTo>
                    <a:pt x="27337" y="83344"/>
                    <a:pt x="11144" y="67151"/>
                    <a:pt x="11144" y="47244"/>
                  </a:cubicBezTo>
                  <a:cubicBezTo>
                    <a:pt x="11144" y="27337"/>
                    <a:pt x="27337" y="11144"/>
                    <a:pt x="47244" y="11144"/>
                  </a:cubicBezTo>
                  <a:cubicBezTo>
                    <a:pt x="67151" y="11144"/>
                    <a:pt x="83344" y="27337"/>
                    <a:pt x="83344" y="47244"/>
                  </a:cubicBezTo>
                  <a:cubicBezTo>
                    <a:pt x="83344" y="67151"/>
                    <a:pt x="67151" y="83344"/>
                    <a:pt x="47244" y="83344"/>
                  </a:cubicBezTo>
                  <a:lnTo>
                    <a:pt x="47244" y="833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9571290" y="3902392"/>
              <a:ext cx="23336" cy="11239"/>
            </a:xfrm>
            <a:custGeom>
              <a:rect b="b" l="l" r="r" t="t"/>
              <a:pathLst>
                <a:path extrusionOk="0" h="11239" w="23336">
                  <a:moveTo>
                    <a:pt x="5620" y="11240"/>
                  </a:moveTo>
                  <a:lnTo>
                    <a:pt x="17716" y="11240"/>
                  </a:lnTo>
                  <a:cubicBezTo>
                    <a:pt x="20764" y="11240"/>
                    <a:pt x="23336" y="8763"/>
                    <a:pt x="23336" y="5620"/>
                  </a:cubicBezTo>
                  <a:cubicBezTo>
                    <a:pt x="23336" y="2477"/>
                    <a:pt x="20860" y="0"/>
                    <a:pt x="1771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9571290" y="3921251"/>
              <a:ext cx="38576" cy="11239"/>
            </a:xfrm>
            <a:custGeom>
              <a:rect b="b" l="l" r="r" t="t"/>
              <a:pathLst>
                <a:path extrusionOk="0" h="11239" w="38576">
                  <a:moveTo>
                    <a:pt x="5620" y="11240"/>
                  </a:moveTo>
                  <a:lnTo>
                    <a:pt x="32957" y="11240"/>
                  </a:lnTo>
                  <a:cubicBezTo>
                    <a:pt x="36005" y="11240"/>
                    <a:pt x="38576" y="8763"/>
                    <a:pt x="38576" y="5620"/>
                  </a:cubicBezTo>
                  <a:cubicBezTo>
                    <a:pt x="38576" y="2477"/>
                    <a:pt x="36100" y="0"/>
                    <a:pt x="32957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7" name="Google Shape;567;p24"/>
          <p:cNvGrpSpPr/>
          <p:nvPr/>
        </p:nvGrpSpPr>
        <p:grpSpPr>
          <a:xfrm>
            <a:off x="3398289" y="1788125"/>
            <a:ext cx="426109" cy="312125"/>
            <a:chOff x="7068502" y="3289458"/>
            <a:chExt cx="380999" cy="279082"/>
          </a:xfrm>
        </p:grpSpPr>
        <p:sp>
          <p:nvSpPr>
            <p:cNvPr id="568" name="Google Shape;568;p24"/>
            <p:cNvSpPr/>
            <p:nvPr/>
          </p:nvSpPr>
          <p:spPr>
            <a:xfrm>
              <a:off x="7068502" y="3289458"/>
              <a:ext cx="380999" cy="279082"/>
            </a:xfrm>
            <a:custGeom>
              <a:rect b="b" l="l" r="r" t="t"/>
              <a:pathLst>
                <a:path extrusionOk="0" h="279082" w="380999">
                  <a:moveTo>
                    <a:pt x="362807" y="0"/>
                  </a:moveTo>
                  <a:lnTo>
                    <a:pt x="233362" y="0"/>
                  </a:lnTo>
                  <a:cubicBezTo>
                    <a:pt x="230315" y="0"/>
                    <a:pt x="227743" y="2476"/>
                    <a:pt x="227743" y="5620"/>
                  </a:cubicBezTo>
                  <a:cubicBezTo>
                    <a:pt x="227743" y="8763"/>
                    <a:pt x="230219" y="11239"/>
                    <a:pt x="233362" y="11239"/>
                  </a:cubicBezTo>
                  <a:lnTo>
                    <a:pt x="362807" y="11239"/>
                  </a:lnTo>
                  <a:cubicBezTo>
                    <a:pt x="366712" y="11239"/>
                    <a:pt x="369856" y="14383"/>
                    <a:pt x="369856" y="18288"/>
                  </a:cubicBezTo>
                  <a:lnTo>
                    <a:pt x="369856" y="23527"/>
                  </a:lnTo>
                  <a:lnTo>
                    <a:pt x="257937" y="23527"/>
                  </a:lnTo>
                  <a:cubicBezTo>
                    <a:pt x="254889" y="23527"/>
                    <a:pt x="252317" y="26003"/>
                    <a:pt x="252317" y="29146"/>
                  </a:cubicBezTo>
                  <a:cubicBezTo>
                    <a:pt x="252317" y="32290"/>
                    <a:pt x="254793" y="34766"/>
                    <a:pt x="257937" y="34766"/>
                  </a:cubicBezTo>
                  <a:lnTo>
                    <a:pt x="369856" y="34766"/>
                  </a:lnTo>
                  <a:lnTo>
                    <a:pt x="369856" y="58674"/>
                  </a:lnTo>
                  <a:cubicBezTo>
                    <a:pt x="367665" y="57721"/>
                    <a:pt x="365284" y="57245"/>
                    <a:pt x="362807" y="57245"/>
                  </a:cubicBezTo>
                  <a:lnTo>
                    <a:pt x="18193" y="57245"/>
                  </a:lnTo>
                  <a:cubicBezTo>
                    <a:pt x="15716" y="57245"/>
                    <a:pt x="13335" y="57721"/>
                    <a:pt x="11144" y="58674"/>
                  </a:cubicBezTo>
                  <a:lnTo>
                    <a:pt x="11144" y="42577"/>
                  </a:lnTo>
                  <a:lnTo>
                    <a:pt x="144399" y="42577"/>
                  </a:lnTo>
                  <a:cubicBezTo>
                    <a:pt x="147447" y="42577"/>
                    <a:pt x="150019" y="40100"/>
                    <a:pt x="150019" y="36957"/>
                  </a:cubicBezTo>
                  <a:cubicBezTo>
                    <a:pt x="150019" y="33814"/>
                    <a:pt x="147542" y="31337"/>
                    <a:pt x="144399" y="31337"/>
                  </a:cubicBezTo>
                  <a:lnTo>
                    <a:pt x="11144" y="31337"/>
                  </a:lnTo>
                  <a:lnTo>
                    <a:pt x="11144" y="18288"/>
                  </a:lnTo>
                  <a:cubicBezTo>
                    <a:pt x="11144" y="14383"/>
                    <a:pt x="14288" y="11239"/>
                    <a:pt x="18193" y="11239"/>
                  </a:cubicBezTo>
                  <a:lnTo>
                    <a:pt x="208502" y="11239"/>
                  </a:lnTo>
                  <a:cubicBezTo>
                    <a:pt x="211550" y="11239"/>
                    <a:pt x="214122" y="8763"/>
                    <a:pt x="214122" y="5620"/>
                  </a:cubicBezTo>
                  <a:cubicBezTo>
                    <a:pt x="214122" y="2476"/>
                    <a:pt x="211646" y="0"/>
                    <a:pt x="208502" y="0"/>
                  </a:cubicBezTo>
                  <a:lnTo>
                    <a:pt x="18193" y="0"/>
                  </a:lnTo>
                  <a:cubicBezTo>
                    <a:pt x="8191" y="0"/>
                    <a:pt x="0" y="8192"/>
                    <a:pt x="0" y="18193"/>
                  </a:cubicBezTo>
                  <a:lnTo>
                    <a:pt x="0" y="164497"/>
                  </a:lnTo>
                  <a:cubicBezTo>
                    <a:pt x="0" y="167545"/>
                    <a:pt x="2476" y="170117"/>
                    <a:pt x="5620" y="170117"/>
                  </a:cubicBezTo>
                  <a:cubicBezTo>
                    <a:pt x="8763" y="170117"/>
                    <a:pt x="11239" y="167640"/>
                    <a:pt x="11239" y="164497"/>
                  </a:cubicBezTo>
                  <a:lnTo>
                    <a:pt x="11239" y="75247"/>
                  </a:lnTo>
                  <a:cubicBezTo>
                    <a:pt x="11239" y="71342"/>
                    <a:pt x="14383" y="68199"/>
                    <a:pt x="18288" y="68199"/>
                  </a:cubicBezTo>
                  <a:lnTo>
                    <a:pt x="362903" y="68199"/>
                  </a:lnTo>
                  <a:cubicBezTo>
                    <a:pt x="366808" y="68199"/>
                    <a:pt x="369951" y="71342"/>
                    <a:pt x="369951" y="75247"/>
                  </a:cubicBezTo>
                  <a:lnTo>
                    <a:pt x="369951" y="260890"/>
                  </a:lnTo>
                  <a:cubicBezTo>
                    <a:pt x="369951" y="264795"/>
                    <a:pt x="366808" y="267938"/>
                    <a:pt x="362903" y="267938"/>
                  </a:cubicBezTo>
                  <a:lnTo>
                    <a:pt x="18288" y="267938"/>
                  </a:lnTo>
                  <a:cubicBezTo>
                    <a:pt x="14383" y="267938"/>
                    <a:pt x="11239" y="264795"/>
                    <a:pt x="11239" y="260890"/>
                  </a:cubicBezTo>
                  <a:lnTo>
                    <a:pt x="11239" y="189262"/>
                  </a:lnTo>
                  <a:cubicBezTo>
                    <a:pt x="11239" y="186214"/>
                    <a:pt x="8763" y="183642"/>
                    <a:pt x="5620" y="183642"/>
                  </a:cubicBezTo>
                  <a:cubicBezTo>
                    <a:pt x="2476" y="183642"/>
                    <a:pt x="0" y="186118"/>
                    <a:pt x="0" y="189262"/>
                  </a:cubicBezTo>
                  <a:lnTo>
                    <a:pt x="0" y="260890"/>
                  </a:lnTo>
                  <a:cubicBezTo>
                    <a:pt x="0" y="270891"/>
                    <a:pt x="8191" y="279082"/>
                    <a:pt x="18193" y="279082"/>
                  </a:cubicBezTo>
                  <a:lnTo>
                    <a:pt x="362807" y="279082"/>
                  </a:lnTo>
                  <a:cubicBezTo>
                    <a:pt x="372808" y="279082"/>
                    <a:pt x="381000" y="270891"/>
                    <a:pt x="381000" y="260890"/>
                  </a:cubicBezTo>
                  <a:lnTo>
                    <a:pt x="381000" y="18193"/>
                  </a:lnTo>
                  <a:cubicBezTo>
                    <a:pt x="381000" y="8192"/>
                    <a:pt x="372808" y="0"/>
                    <a:pt x="362807" y="0"/>
                  </a:cubicBezTo>
                  <a:lnTo>
                    <a:pt x="362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7093743" y="3371659"/>
              <a:ext cx="330517" cy="171640"/>
            </a:xfrm>
            <a:custGeom>
              <a:rect b="b" l="l" r="r" t="t"/>
              <a:pathLst>
                <a:path extrusionOk="0" h="171640" w="330517">
                  <a:moveTo>
                    <a:pt x="228029" y="171641"/>
                  </a:moveTo>
                  <a:lnTo>
                    <a:pt x="324898" y="171641"/>
                  </a:lnTo>
                  <a:cubicBezTo>
                    <a:pt x="327946" y="171641"/>
                    <a:pt x="330518" y="169164"/>
                    <a:pt x="330518" y="166021"/>
                  </a:cubicBezTo>
                  <a:lnTo>
                    <a:pt x="330518" y="5620"/>
                  </a:lnTo>
                  <a:cubicBezTo>
                    <a:pt x="330518" y="2572"/>
                    <a:pt x="328041" y="0"/>
                    <a:pt x="324898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lnTo>
                    <a:pt x="0" y="166021"/>
                  </a:lnTo>
                  <a:cubicBezTo>
                    <a:pt x="0" y="169069"/>
                    <a:pt x="2477" y="171641"/>
                    <a:pt x="5620" y="171641"/>
                  </a:cubicBezTo>
                  <a:lnTo>
                    <a:pt x="203264" y="171641"/>
                  </a:lnTo>
                  <a:cubicBezTo>
                    <a:pt x="206311" y="171641"/>
                    <a:pt x="208883" y="169164"/>
                    <a:pt x="208883" y="166021"/>
                  </a:cubicBezTo>
                  <a:cubicBezTo>
                    <a:pt x="208883" y="162878"/>
                    <a:pt x="206407" y="160401"/>
                    <a:pt x="203264" y="160401"/>
                  </a:cubicBezTo>
                  <a:lnTo>
                    <a:pt x="86392" y="160401"/>
                  </a:lnTo>
                  <a:lnTo>
                    <a:pt x="86392" y="132398"/>
                  </a:lnTo>
                  <a:cubicBezTo>
                    <a:pt x="86392" y="127254"/>
                    <a:pt x="82201" y="123063"/>
                    <a:pt x="77057" y="123063"/>
                  </a:cubicBezTo>
                  <a:lnTo>
                    <a:pt x="55816" y="123063"/>
                  </a:lnTo>
                  <a:cubicBezTo>
                    <a:pt x="50673" y="123063"/>
                    <a:pt x="46482" y="127254"/>
                    <a:pt x="46482" y="132398"/>
                  </a:cubicBezTo>
                  <a:lnTo>
                    <a:pt x="46482" y="160401"/>
                  </a:lnTo>
                  <a:lnTo>
                    <a:pt x="11144" y="160401"/>
                  </a:lnTo>
                  <a:lnTo>
                    <a:pt x="11144" y="11240"/>
                  </a:lnTo>
                  <a:lnTo>
                    <a:pt x="243935" y="11240"/>
                  </a:lnTo>
                  <a:lnTo>
                    <a:pt x="243935" y="39243"/>
                  </a:lnTo>
                  <a:cubicBezTo>
                    <a:pt x="243935" y="44387"/>
                    <a:pt x="248126" y="48578"/>
                    <a:pt x="253270" y="48578"/>
                  </a:cubicBezTo>
                  <a:lnTo>
                    <a:pt x="274511" y="48578"/>
                  </a:lnTo>
                  <a:cubicBezTo>
                    <a:pt x="279654" y="48578"/>
                    <a:pt x="283845" y="44387"/>
                    <a:pt x="283845" y="39243"/>
                  </a:cubicBezTo>
                  <a:lnTo>
                    <a:pt x="283845" y="11240"/>
                  </a:lnTo>
                  <a:lnTo>
                    <a:pt x="319278" y="11240"/>
                  </a:lnTo>
                  <a:lnTo>
                    <a:pt x="319278" y="160401"/>
                  </a:lnTo>
                  <a:lnTo>
                    <a:pt x="227933" y="160401"/>
                  </a:lnTo>
                  <a:cubicBezTo>
                    <a:pt x="224885" y="160401"/>
                    <a:pt x="222314" y="162878"/>
                    <a:pt x="222314" y="166021"/>
                  </a:cubicBezTo>
                  <a:cubicBezTo>
                    <a:pt x="222314" y="169164"/>
                    <a:pt x="224790" y="171641"/>
                    <a:pt x="227933" y="171641"/>
                  </a:cubicBezTo>
                  <a:lnTo>
                    <a:pt x="227933" y="171641"/>
                  </a:lnTo>
                  <a:close/>
                  <a:moveTo>
                    <a:pt x="57721" y="134303"/>
                  </a:moveTo>
                  <a:lnTo>
                    <a:pt x="75247" y="134303"/>
                  </a:lnTo>
                  <a:lnTo>
                    <a:pt x="75247" y="160496"/>
                  </a:lnTo>
                  <a:lnTo>
                    <a:pt x="57721" y="160496"/>
                  </a:lnTo>
                  <a:lnTo>
                    <a:pt x="57721" y="134303"/>
                  </a:lnTo>
                  <a:close/>
                  <a:moveTo>
                    <a:pt x="272796" y="37433"/>
                  </a:moveTo>
                  <a:lnTo>
                    <a:pt x="255270" y="37433"/>
                  </a:lnTo>
                  <a:lnTo>
                    <a:pt x="255270" y="11240"/>
                  </a:lnTo>
                  <a:lnTo>
                    <a:pt x="272796" y="11240"/>
                  </a:lnTo>
                  <a:lnTo>
                    <a:pt x="272796" y="374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4"/>
            <p:cNvSpPr/>
            <p:nvPr/>
          </p:nvSpPr>
          <p:spPr>
            <a:xfrm>
              <a:off x="7238523" y="3421379"/>
              <a:ext cx="40957" cy="72675"/>
            </a:xfrm>
            <a:custGeom>
              <a:rect b="b" l="l" r="r" t="t"/>
              <a:pathLst>
                <a:path extrusionOk="0" h="72675" w="40957">
                  <a:moveTo>
                    <a:pt x="24003" y="31052"/>
                  </a:moveTo>
                  <a:lnTo>
                    <a:pt x="17050" y="31052"/>
                  </a:lnTo>
                  <a:cubicBezTo>
                    <a:pt x="13811" y="31052"/>
                    <a:pt x="11239" y="28384"/>
                    <a:pt x="11239" y="25241"/>
                  </a:cubicBezTo>
                  <a:cubicBezTo>
                    <a:pt x="11239" y="22098"/>
                    <a:pt x="13906" y="19431"/>
                    <a:pt x="17050" y="19431"/>
                  </a:cubicBezTo>
                  <a:lnTo>
                    <a:pt x="24003" y="19431"/>
                  </a:lnTo>
                  <a:cubicBezTo>
                    <a:pt x="25908" y="19431"/>
                    <a:pt x="27717" y="20383"/>
                    <a:pt x="28861" y="22003"/>
                  </a:cubicBezTo>
                  <a:cubicBezTo>
                    <a:pt x="30575" y="24575"/>
                    <a:pt x="34099" y="25241"/>
                    <a:pt x="36576" y="23527"/>
                  </a:cubicBezTo>
                  <a:cubicBezTo>
                    <a:pt x="39148" y="21812"/>
                    <a:pt x="39814" y="18288"/>
                    <a:pt x="38100" y="15812"/>
                  </a:cubicBezTo>
                  <a:cubicBezTo>
                    <a:pt x="35338" y="11716"/>
                    <a:pt x="30956" y="9049"/>
                    <a:pt x="26098" y="8477"/>
                  </a:cubicBezTo>
                  <a:lnTo>
                    <a:pt x="26098" y="5620"/>
                  </a:lnTo>
                  <a:cubicBezTo>
                    <a:pt x="26098" y="2572"/>
                    <a:pt x="23622" y="0"/>
                    <a:pt x="20479" y="0"/>
                  </a:cubicBezTo>
                  <a:cubicBezTo>
                    <a:pt x="17335" y="0"/>
                    <a:pt x="14859" y="2477"/>
                    <a:pt x="14859" y="5620"/>
                  </a:cubicBezTo>
                  <a:lnTo>
                    <a:pt x="14859" y="8477"/>
                  </a:lnTo>
                  <a:cubicBezTo>
                    <a:pt x="6477" y="9525"/>
                    <a:pt x="0" y="16669"/>
                    <a:pt x="0" y="25337"/>
                  </a:cubicBezTo>
                  <a:cubicBezTo>
                    <a:pt x="0" y="34671"/>
                    <a:pt x="7620" y="42386"/>
                    <a:pt x="17050" y="42386"/>
                  </a:cubicBezTo>
                  <a:lnTo>
                    <a:pt x="24003" y="42386"/>
                  </a:lnTo>
                  <a:cubicBezTo>
                    <a:pt x="27241" y="42386"/>
                    <a:pt x="29813" y="45053"/>
                    <a:pt x="29813" y="48196"/>
                  </a:cubicBezTo>
                  <a:cubicBezTo>
                    <a:pt x="29813" y="51340"/>
                    <a:pt x="27146" y="54007"/>
                    <a:pt x="24003" y="54007"/>
                  </a:cubicBezTo>
                  <a:lnTo>
                    <a:pt x="17050" y="54007"/>
                  </a:lnTo>
                  <a:cubicBezTo>
                    <a:pt x="14668" y="54007"/>
                    <a:pt x="12573" y="52578"/>
                    <a:pt x="11621" y="50387"/>
                  </a:cubicBezTo>
                  <a:cubicBezTo>
                    <a:pt x="10382" y="47530"/>
                    <a:pt x="7144" y="46196"/>
                    <a:pt x="4286" y="47434"/>
                  </a:cubicBezTo>
                  <a:cubicBezTo>
                    <a:pt x="1429" y="48673"/>
                    <a:pt x="95" y="51911"/>
                    <a:pt x="1333" y="54769"/>
                  </a:cubicBezTo>
                  <a:cubicBezTo>
                    <a:pt x="3715" y="60388"/>
                    <a:pt x="8954" y="64294"/>
                    <a:pt x="14859" y="65056"/>
                  </a:cubicBezTo>
                  <a:lnTo>
                    <a:pt x="14859" y="67056"/>
                  </a:lnTo>
                  <a:cubicBezTo>
                    <a:pt x="14859" y="70104"/>
                    <a:pt x="17335" y="72676"/>
                    <a:pt x="20479" y="72676"/>
                  </a:cubicBezTo>
                  <a:cubicBezTo>
                    <a:pt x="23622" y="72676"/>
                    <a:pt x="26098" y="70199"/>
                    <a:pt x="26098" y="67056"/>
                  </a:cubicBezTo>
                  <a:lnTo>
                    <a:pt x="26098" y="65056"/>
                  </a:lnTo>
                  <a:cubicBezTo>
                    <a:pt x="34480" y="64008"/>
                    <a:pt x="40957" y="56864"/>
                    <a:pt x="40957" y="48196"/>
                  </a:cubicBezTo>
                  <a:cubicBezTo>
                    <a:pt x="40957" y="38767"/>
                    <a:pt x="33338" y="31147"/>
                    <a:pt x="23908" y="31147"/>
                  </a:cubicBezTo>
                  <a:lnTo>
                    <a:pt x="23908" y="311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4"/>
            <p:cNvSpPr/>
            <p:nvPr/>
          </p:nvSpPr>
          <p:spPr>
            <a:xfrm>
              <a:off x="7199851" y="3398424"/>
              <a:ext cx="118300" cy="118300"/>
            </a:xfrm>
            <a:custGeom>
              <a:rect b="b" l="l" r="r" t="t"/>
              <a:pathLst>
                <a:path extrusionOk="0" h="118300" w="118300">
                  <a:moveTo>
                    <a:pt x="59150" y="0"/>
                  </a:moveTo>
                  <a:cubicBezTo>
                    <a:pt x="26575" y="0"/>
                    <a:pt x="0" y="26480"/>
                    <a:pt x="0" y="59150"/>
                  </a:cubicBezTo>
                  <a:cubicBezTo>
                    <a:pt x="0" y="91821"/>
                    <a:pt x="26479" y="118301"/>
                    <a:pt x="59150" y="118301"/>
                  </a:cubicBezTo>
                  <a:cubicBezTo>
                    <a:pt x="91821" y="118301"/>
                    <a:pt x="118300" y="91821"/>
                    <a:pt x="118300" y="59150"/>
                  </a:cubicBezTo>
                  <a:cubicBezTo>
                    <a:pt x="118300" y="26480"/>
                    <a:pt x="91821" y="0"/>
                    <a:pt x="59150" y="0"/>
                  </a:cubicBezTo>
                  <a:lnTo>
                    <a:pt x="59150" y="0"/>
                  </a:lnTo>
                  <a:close/>
                  <a:moveTo>
                    <a:pt x="59150" y="107061"/>
                  </a:moveTo>
                  <a:cubicBezTo>
                    <a:pt x="32671" y="107061"/>
                    <a:pt x="11239" y="85535"/>
                    <a:pt x="11239" y="59150"/>
                  </a:cubicBezTo>
                  <a:cubicBezTo>
                    <a:pt x="11239" y="32766"/>
                    <a:pt x="32766" y="11240"/>
                    <a:pt x="59150" y="11240"/>
                  </a:cubicBezTo>
                  <a:cubicBezTo>
                    <a:pt x="85534" y="11240"/>
                    <a:pt x="107061" y="32766"/>
                    <a:pt x="107061" y="59150"/>
                  </a:cubicBezTo>
                  <a:cubicBezTo>
                    <a:pt x="107061" y="85535"/>
                    <a:pt x="85534" y="107061"/>
                    <a:pt x="59150" y="107061"/>
                  </a:cubicBezTo>
                  <a:lnTo>
                    <a:pt x="59150" y="1070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24"/>
            <p:cNvSpPr/>
            <p:nvPr/>
          </p:nvSpPr>
          <p:spPr>
            <a:xfrm>
              <a:off x="7333582" y="3433191"/>
              <a:ext cx="48577" cy="48577"/>
            </a:xfrm>
            <a:custGeom>
              <a:rect b="b" l="l" r="r" t="t"/>
              <a:pathLst>
                <a:path extrusionOk="0" h="48577" w="48577">
                  <a:moveTo>
                    <a:pt x="24289" y="0"/>
                  </a:moveTo>
                  <a:cubicBezTo>
                    <a:pt x="10859" y="0"/>
                    <a:pt x="0" y="10954"/>
                    <a:pt x="0" y="24289"/>
                  </a:cubicBezTo>
                  <a:cubicBezTo>
                    <a:pt x="0" y="37624"/>
                    <a:pt x="10954" y="48577"/>
                    <a:pt x="24289" y="48577"/>
                  </a:cubicBezTo>
                  <a:cubicBezTo>
                    <a:pt x="37624" y="48577"/>
                    <a:pt x="48578" y="37624"/>
                    <a:pt x="48578" y="24289"/>
                  </a:cubicBezTo>
                  <a:cubicBezTo>
                    <a:pt x="48578" y="10954"/>
                    <a:pt x="37624" y="0"/>
                    <a:pt x="24289" y="0"/>
                  </a:cubicBezTo>
                  <a:lnTo>
                    <a:pt x="24289" y="0"/>
                  </a:lnTo>
                  <a:close/>
                  <a:moveTo>
                    <a:pt x="24289" y="37529"/>
                  </a:moveTo>
                  <a:cubicBezTo>
                    <a:pt x="17050" y="37529"/>
                    <a:pt x="11144" y="31623"/>
                    <a:pt x="11144" y="24384"/>
                  </a:cubicBezTo>
                  <a:cubicBezTo>
                    <a:pt x="11144" y="17145"/>
                    <a:pt x="17050" y="11239"/>
                    <a:pt x="24289" y="11239"/>
                  </a:cubicBezTo>
                  <a:cubicBezTo>
                    <a:pt x="31528" y="11239"/>
                    <a:pt x="37433" y="17145"/>
                    <a:pt x="37433" y="24384"/>
                  </a:cubicBezTo>
                  <a:cubicBezTo>
                    <a:pt x="37433" y="31623"/>
                    <a:pt x="31528" y="37529"/>
                    <a:pt x="24289" y="37529"/>
                  </a:cubicBezTo>
                  <a:lnTo>
                    <a:pt x="24289" y="375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4"/>
            <p:cNvSpPr/>
            <p:nvPr/>
          </p:nvSpPr>
          <p:spPr>
            <a:xfrm>
              <a:off x="7135938" y="3433286"/>
              <a:ext cx="48577" cy="48577"/>
            </a:xfrm>
            <a:custGeom>
              <a:rect b="b" l="l" r="r" t="t"/>
              <a:pathLst>
                <a:path extrusionOk="0" h="48577" w="48577">
                  <a:moveTo>
                    <a:pt x="24289" y="48578"/>
                  </a:moveTo>
                  <a:cubicBezTo>
                    <a:pt x="37719" y="48578"/>
                    <a:pt x="48578" y="37624"/>
                    <a:pt x="48578" y="24289"/>
                  </a:cubicBezTo>
                  <a:cubicBezTo>
                    <a:pt x="48578" y="10954"/>
                    <a:pt x="37624" y="0"/>
                    <a:pt x="24289" y="0"/>
                  </a:cubicBezTo>
                  <a:cubicBezTo>
                    <a:pt x="10954" y="0"/>
                    <a:pt x="0" y="10954"/>
                    <a:pt x="0" y="24289"/>
                  </a:cubicBezTo>
                  <a:cubicBezTo>
                    <a:pt x="0" y="37624"/>
                    <a:pt x="10954" y="48578"/>
                    <a:pt x="24289" y="48578"/>
                  </a:cubicBezTo>
                  <a:lnTo>
                    <a:pt x="24289" y="48578"/>
                  </a:lnTo>
                  <a:close/>
                  <a:moveTo>
                    <a:pt x="24289" y="11049"/>
                  </a:moveTo>
                  <a:cubicBezTo>
                    <a:pt x="31528" y="11049"/>
                    <a:pt x="37433" y="16954"/>
                    <a:pt x="37433" y="24194"/>
                  </a:cubicBezTo>
                  <a:cubicBezTo>
                    <a:pt x="37433" y="31433"/>
                    <a:pt x="31528" y="37338"/>
                    <a:pt x="24289" y="37338"/>
                  </a:cubicBezTo>
                  <a:cubicBezTo>
                    <a:pt x="17050" y="37338"/>
                    <a:pt x="11144" y="31433"/>
                    <a:pt x="11144" y="24194"/>
                  </a:cubicBezTo>
                  <a:cubicBezTo>
                    <a:pt x="11144" y="16954"/>
                    <a:pt x="17050" y="11049"/>
                    <a:pt x="24289" y="11049"/>
                  </a:cubicBezTo>
                  <a:lnTo>
                    <a:pt x="24289" y="110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4"/>
            <p:cNvSpPr/>
            <p:nvPr/>
          </p:nvSpPr>
          <p:spPr>
            <a:xfrm>
              <a:off x="7326248" y="3510057"/>
              <a:ext cx="76581" cy="11239"/>
            </a:xfrm>
            <a:custGeom>
              <a:rect b="b" l="l" r="r" t="t"/>
              <a:pathLst>
                <a:path extrusionOk="0" h="11239" w="76581">
                  <a:moveTo>
                    <a:pt x="0" y="5620"/>
                  </a:moveTo>
                  <a:cubicBezTo>
                    <a:pt x="0" y="8668"/>
                    <a:pt x="2477" y="11240"/>
                    <a:pt x="5620" y="11240"/>
                  </a:cubicBezTo>
                  <a:lnTo>
                    <a:pt x="70961" y="11240"/>
                  </a:lnTo>
                  <a:cubicBezTo>
                    <a:pt x="74009" y="11240"/>
                    <a:pt x="76581" y="8763"/>
                    <a:pt x="76581" y="5620"/>
                  </a:cubicBezTo>
                  <a:cubicBezTo>
                    <a:pt x="76581" y="2477"/>
                    <a:pt x="74105" y="0"/>
                    <a:pt x="70961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24"/>
            <p:cNvSpPr/>
            <p:nvPr/>
          </p:nvSpPr>
          <p:spPr>
            <a:xfrm>
              <a:off x="7115174" y="3393757"/>
              <a:ext cx="76581" cy="11239"/>
            </a:xfrm>
            <a:custGeom>
              <a:rect b="b" l="l" r="r" t="t"/>
              <a:pathLst>
                <a:path extrusionOk="0" h="11239" w="76581">
                  <a:moveTo>
                    <a:pt x="76581" y="5620"/>
                  </a:moveTo>
                  <a:cubicBezTo>
                    <a:pt x="76581" y="2572"/>
                    <a:pt x="74104" y="0"/>
                    <a:pt x="70961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70961" y="11239"/>
                  </a:lnTo>
                  <a:cubicBezTo>
                    <a:pt x="74009" y="11239"/>
                    <a:pt x="76581" y="8763"/>
                    <a:pt x="76581" y="5620"/>
                  </a:cubicBezTo>
                  <a:lnTo>
                    <a:pt x="76581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4"/>
            <p:cNvSpPr/>
            <p:nvPr/>
          </p:nvSpPr>
          <p:spPr>
            <a:xfrm>
              <a:off x="7116222" y="3411474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39"/>
                    <a:pt x="5620" y="11239"/>
                  </a:cubicBezTo>
                  <a:cubicBezTo>
                    <a:pt x="8763" y="11239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6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7132986" y="3411569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11239" y="5620"/>
                  </a:moveTo>
                  <a:lnTo>
                    <a:pt x="11239" y="5620"/>
                  </a:lnTo>
                  <a:cubicBezTo>
                    <a:pt x="11239" y="2476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4"/>
            <p:cNvSpPr/>
            <p:nvPr/>
          </p:nvSpPr>
          <p:spPr>
            <a:xfrm>
              <a:off x="7149845" y="3411569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11239" y="5620"/>
                  </a:moveTo>
                  <a:lnTo>
                    <a:pt x="11239" y="5620"/>
                  </a:lnTo>
                  <a:cubicBezTo>
                    <a:pt x="11239" y="2476"/>
                    <a:pt x="8763" y="0"/>
                    <a:pt x="5620" y="0"/>
                  </a:cubicBezTo>
                  <a:cubicBezTo>
                    <a:pt x="2476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6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4"/>
            <p:cNvSpPr/>
            <p:nvPr/>
          </p:nvSpPr>
          <p:spPr>
            <a:xfrm>
              <a:off x="7357014" y="3493674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40"/>
                    <a:pt x="5619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19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4"/>
            <p:cNvSpPr/>
            <p:nvPr/>
          </p:nvSpPr>
          <p:spPr>
            <a:xfrm>
              <a:off x="7373873" y="3493674"/>
              <a:ext cx="11240" cy="11239"/>
            </a:xfrm>
            <a:custGeom>
              <a:rect b="b" l="l" r="r" t="t"/>
              <a:pathLst>
                <a:path extrusionOk="0" h="11239" w="11240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7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4"/>
            <p:cNvSpPr/>
            <p:nvPr/>
          </p:nvSpPr>
          <p:spPr>
            <a:xfrm>
              <a:off x="7390637" y="3493674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11239" y="5620"/>
                  </a:move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2" name="Google Shape;582;p24"/>
          <p:cNvGrpSpPr/>
          <p:nvPr/>
        </p:nvGrpSpPr>
        <p:grpSpPr>
          <a:xfrm>
            <a:off x="5319543" y="1360695"/>
            <a:ext cx="426217" cy="426217"/>
            <a:chOff x="7067835" y="2638043"/>
            <a:chExt cx="381095" cy="381095"/>
          </a:xfrm>
        </p:grpSpPr>
        <p:sp>
          <p:nvSpPr>
            <p:cNvPr id="583" name="Google Shape;583;p24"/>
            <p:cNvSpPr/>
            <p:nvPr/>
          </p:nvSpPr>
          <p:spPr>
            <a:xfrm>
              <a:off x="7164986" y="2681902"/>
              <a:ext cx="262564" cy="163691"/>
            </a:xfrm>
            <a:custGeom>
              <a:rect b="b" l="l" r="r" t="t"/>
              <a:pathLst>
                <a:path extrusionOk="0" h="163691" w="262564">
                  <a:moveTo>
                    <a:pt x="168406" y="51582"/>
                  </a:moveTo>
                  <a:lnTo>
                    <a:pt x="89158" y="137497"/>
                  </a:lnTo>
                  <a:lnTo>
                    <a:pt x="51344" y="115971"/>
                  </a:lnTo>
                  <a:cubicBezTo>
                    <a:pt x="49248" y="114828"/>
                    <a:pt x="46677" y="115018"/>
                    <a:pt x="44962" y="116638"/>
                  </a:cubicBezTo>
                  <a:lnTo>
                    <a:pt x="1909" y="153880"/>
                  </a:lnTo>
                  <a:cubicBezTo>
                    <a:pt x="-377" y="155881"/>
                    <a:pt x="-663" y="159405"/>
                    <a:pt x="1338" y="161786"/>
                  </a:cubicBezTo>
                  <a:cubicBezTo>
                    <a:pt x="2481" y="163024"/>
                    <a:pt x="4005" y="163691"/>
                    <a:pt x="5529" y="163691"/>
                  </a:cubicBezTo>
                  <a:cubicBezTo>
                    <a:pt x="6862" y="163691"/>
                    <a:pt x="8100" y="163215"/>
                    <a:pt x="9148" y="162358"/>
                  </a:cubicBezTo>
                  <a:lnTo>
                    <a:pt x="49153" y="127687"/>
                  </a:lnTo>
                  <a:lnTo>
                    <a:pt x="87348" y="149404"/>
                  </a:lnTo>
                  <a:cubicBezTo>
                    <a:pt x="89635" y="150737"/>
                    <a:pt x="92492" y="150261"/>
                    <a:pt x="94206" y="148356"/>
                  </a:cubicBezTo>
                  <a:lnTo>
                    <a:pt x="173835" y="61964"/>
                  </a:lnTo>
                  <a:lnTo>
                    <a:pt x="203077" y="73394"/>
                  </a:lnTo>
                  <a:cubicBezTo>
                    <a:pt x="205363" y="74251"/>
                    <a:pt x="207840" y="73585"/>
                    <a:pt x="209459" y="71775"/>
                  </a:cubicBezTo>
                  <a:lnTo>
                    <a:pt x="261275" y="9196"/>
                  </a:lnTo>
                  <a:cubicBezTo>
                    <a:pt x="263275" y="6814"/>
                    <a:pt x="262894" y="3290"/>
                    <a:pt x="260513" y="1290"/>
                  </a:cubicBezTo>
                  <a:cubicBezTo>
                    <a:pt x="258132" y="-710"/>
                    <a:pt x="254608" y="-329"/>
                    <a:pt x="252607" y="2052"/>
                  </a:cubicBezTo>
                  <a:lnTo>
                    <a:pt x="203363" y="61488"/>
                  </a:lnTo>
                  <a:lnTo>
                    <a:pt x="174312" y="50153"/>
                  </a:lnTo>
                  <a:cubicBezTo>
                    <a:pt x="172216" y="49296"/>
                    <a:pt x="169740" y="49867"/>
                    <a:pt x="168216" y="51582"/>
                  </a:cubicBezTo>
                  <a:lnTo>
                    <a:pt x="168216" y="515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4"/>
            <p:cNvSpPr/>
            <p:nvPr/>
          </p:nvSpPr>
          <p:spPr>
            <a:xfrm>
              <a:off x="7067835" y="2638043"/>
              <a:ext cx="381095" cy="381095"/>
            </a:xfrm>
            <a:custGeom>
              <a:rect b="b" l="l" r="r" t="t"/>
              <a:pathLst>
                <a:path extrusionOk="0" h="381095" w="381095">
                  <a:moveTo>
                    <a:pt x="376142" y="370237"/>
                  </a:moveTo>
                  <a:lnTo>
                    <a:pt x="330517" y="370237"/>
                  </a:lnTo>
                  <a:cubicBezTo>
                    <a:pt x="330517" y="370237"/>
                    <a:pt x="330517" y="369380"/>
                    <a:pt x="330517" y="368903"/>
                  </a:cubicBezTo>
                  <a:lnTo>
                    <a:pt x="330517" y="356711"/>
                  </a:lnTo>
                  <a:cubicBezTo>
                    <a:pt x="330517" y="349853"/>
                    <a:pt x="324898" y="344234"/>
                    <a:pt x="318040" y="344234"/>
                  </a:cubicBezTo>
                  <a:lnTo>
                    <a:pt x="316611" y="344234"/>
                  </a:lnTo>
                  <a:cubicBezTo>
                    <a:pt x="316611" y="344234"/>
                    <a:pt x="316611" y="343376"/>
                    <a:pt x="316611" y="342900"/>
                  </a:cubicBezTo>
                  <a:lnTo>
                    <a:pt x="316611" y="330708"/>
                  </a:lnTo>
                  <a:cubicBezTo>
                    <a:pt x="316611" y="328136"/>
                    <a:pt x="315849" y="325755"/>
                    <a:pt x="314515" y="323850"/>
                  </a:cubicBezTo>
                  <a:cubicBezTo>
                    <a:pt x="315849" y="321850"/>
                    <a:pt x="316611" y="319469"/>
                    <a:pt x="316611" y="316992"/>
                  </a:cubicBezTo>
                  <a:lnTo>
                    <a:pt x="316611" y="304800"/>
                  </a:lnTo>
                  <a:cubicBezTo>
                    <a:pt x="316611" y="302228"/>
                    <a:pt x="315849" y="299847"/>
                    <a:pt x="314515" y="297942"/>
                  </a:cubicBezTo>
                  <a:cubicBezTo>
                    <a:pt x="315849" y="295942"/>
                    <a:pt x="316611" y="293561"/>
                    <a:pt x="316611" y="291084"/>
                  </a:cubicBezTo>
                  <a:lnTo>
                    <a:pt x="316611" y="278892"/>
                  </a:lnTo>
                  <a:cubicBezTo>
                    <a:pt x="316611" y="278225"/>
                    <a:pt x="316611" y="277559"/>
                    <a:pt x="316421" y="276892"/>
                  </a:cubicBezTo>
                  <a:cubicBezTo>
                    <a:pt x="321278" y="275177"/>
                    <a:pt x="324707" y="270605"/>
                    <a:pt x="324707" y="265176"/>
                  </a:cubicBezTo>
                  <a:lnTo>
                    <a:pt x="324707" y="252984"/>
                  </a:lnTo>
                  <a:cubicBezTo>
                    <a:pt x="324707" y="252413"/>
                    <a:pt x="324707" y="251936"/>
                    <a:pt x="324612" y="251365"/>
                  </a:cubicBezTo>
                  <a:cubicBezTo>
                    <a:pt x="330232" y="250127"/>
                    <a:pt x="334423" y="245173"/>
                    <a:pt x="334423" y="239173"/>
                  </a:cubicBezTo>
                  <a:lnTo>
                    <a:pt x="334423" y="226981"/>
                  </a:lnTo>
                  <a:cubicBezTo>
                    <a:pt x="334423" y="220123"/>
                    <a:pt x="328803" y="214503"/>
                    <a:pt x="321945" y="214503"/>
                  </a:cubicBezTo>
                  <a:lnTo>
                    <a:pt x="321659" y="214503"/>
                  </a:lnTo>
                  <a:cubicBezTo>
                    <a:pt x="321659" y="214503"/>
                    <a:pt x="321659" y="213646"/>
                    <a:pt x="321659" y="213169"/>
                  </a:cubicBezTo>
                  <a:lnTo>
                    <a:pt x="321659" y="200977"/>
                  </a:lnTo>
                  <a:cubicBezTo>
                    <a:pt x="321659" y="200406"/>
                    <a:pt x="321659" y="199930"/>
                    <a:pt x="321564" y="199358"/>
                  </a:cubicBezTo>
                  <a:cubicBezTo>
                    <a:pt x="327184" y="198120"/>
                    <a:pt x="331375" y="193167"/>
                    <a:pt x="331375" y="187166"/>
                  </a:cubicBezTo>
                  <a:lnTo>
                    <a:pt x="331375" y="174974"/>
                  </a:lnTo>
                  <a:cubicBezTo>
                    <a:pt x="331375" y="171164"/>
                    <a:pt x="329660" y="167735"/>
                    <a:pt x="326993" y="165449"/>
                  </a:cubicBezTo>
                  <a:cubicBezTo>
                    <a:pt x="327469" y="164116"/>
                    <a:pt x="327755" y="162687"/>
                    <a:pt x="327755" y="161163"/>
                  </a:cubicBezTo>
                  <a:lnTo>
                    <a:pt x="327755" y="148971"/>
                  </a:lnTo>
                  <a:cubicBezTo>
                    <a:pt x="327755" y="142113"/>
                    <a:pt x="322135" y="136493"/>
                    <a:pt x="315278" y="136493"/>
                  </a:cubicBezTo>
                  <a:lnTo>
                    <a:pt x="302324" y="136493"/>
                  </a:lnTo>
                  <a:cubicBezTo>
                    <a:pt x="299276" y="136493"/>
                    <a:pt x="296704" y="138970"/>
                    <a:pt x="296704" y="142113"/>
                  </a:cubicBezTo>
                  <a:cubicBezTo>
                    <a:pt x="296704" y="145256"/>
                    <a:pt x="299180" y="147733"/>
                    <a:pt x="302324" y="147733"/>
                  </a:cubicBezTo>
                  <a:lnTo>
                    <a:pt x="315278" y="147733"/>
                  </a:lnTo>
                  <a:cubicBezTo>
                    <a:pt x="316040" y="147733"/>
                    <a:pt x="316611" y="148304"/>
                    <a:pt x="316611" y="149066"/>
                  </a:cubicBezTo>
                  <a:lnTo>
                    <a:pt x="316611" y="161258"/>
                  </a:lnTo>
                  <a:cubicBezTo>
                    <a:pt x="316611" y="162020"/>
                    <a:pt x="316040" y="162592"/>
                    <a:pt x="315278" y="162592"/>
                  </a:cubicBezTo>
                  <a:cubicBezTo>
                    <a:pt x="315278" y="162592"/>
                    <a:pt x="315278" y="162592"/>
                    <a:pt x="315278" y="162592"/>
                  </a:cubicBezTo>
                  <a:lnTo>
                    <a:pt x="267938" y="162592"/>
                  </a:lnTo>
                  <a:cubicBezTo>
                    <a:pt x="267176" y="162592"/>
                    <a:pt x="266605" y="162020"/>
                    <a:pt x="266605" y="161258"/>
                  </a:cubicBezTo>
                  <a:lnTo>
                    <a:pt x="266605" y="149066"/>
                  </a:lnTo>
                  <a:cubicBezTo>
                    <a:pt x="266605" y="148304"/>
                    <a:pt x="267176" y="147733"/>
                    <a:pt x="267938" y="147733"/>
                  </a:cubicBezTo>
                  <a:lnTo>
                    <a:pt x="277558" y="147733"/>
                  </a:lnTo>
                  <a:cubicBezTo>
                    <a:pt x="280606" y="147733"/>
                    <a:pt x="283178" y="145256"/>
                    <a:pt x="283178" y="142113"/>
                  </a:cubicBezTo>
                  <a:cubicBezTo>
                    <a:pt x="283178" y="138970"/>
                    <a:pt x="280702" y="136493"/>
                    <a:pt x="277558" y="136493"/>
                  </a:cubicBezTo>
                  <a:lnTo>
                    <a:pt x="267938" y="136493"/>
                  </a:lnTo>
                  <a:cubicBezTo>
                    <a:pt x="261080" y="136493"/>
                    <a:pt x="255460" y="142113"/>
                    <a:pt x="255460" y="148971"/>
                  </a:cubicBezTo>
                  <a:lnTo>
                    <a:pt x="255460" y="161163"/>
                  </a:lnTo>
                  <a:cubicBezTo>
                    <a:pt x="255460" y="164973"/>
                    <a:pt x="257175" y="168402"/>
                    <a:pt x="259842" y="170688"/>
                  </a:cubicBezTo>
                  <a:cubicBezTo>
                    <a:pt x="259366" y="172021"/>
                    <a:pt x="259080" y="173450"/>
                    <a:pt x="259080" y="174974"/>
                  </a:cubicBezTo>
                  <a:lnTo>
                    <a:pt x="259080" y="187166"/>
                  </a:lnTo>
                  <a:cubicBezTo>
                    <a:pt x="259080" y="187738"/>
                    <a:pt x="259080" y="188214"/>
                    <a:pt x="259175" y="188786"/>
                  </a:cubicBezTo>
                  <a:cubicBezTo>
                    <a:pt x="253556" y="190024"/>
                    <a:pt x="249365" y="194977"/>
                    <a:pt x="249365" y="200977"/>
                  </a:cubicBezTo>
                  <a:lnTo>
                    <a:pt x="249365" y="213169"/>
                  </a:lnTo>
                  <a:cubicBezTo>
                    <a:pt x="249365" y="220027"/>
                    <a:pt x="254984" y="225647"/>
                    <a:pt x="261842" y="225647"/>
                  </a:cubicBezTo>
                  <a:lnTo>
                    <a:pt x="262128" y="225647"/>
                  </a:lnTo>
                  <a:cubicBezTo>
                    <a:pt x="262128" y="225647"/>
                    <a:pt x="262128" y="226504"/>
                    <a:pt x="262128" y="226981"/>
                  </a:cubicBezTo>
                  <a:lnTo>
                    <a:pt x="262128" y="239173"/>
                  </a:lnTo>
                  <a:cubicBezTo>
                    <a:pt x="262128" y="239744"/>
                    <a:pt x="262128" y="240221"/>
                    <a:pt x="262223" y="240792"/>
                  </a:cubicBezTo>
                  <a:cubicBezTo>
                    <a:pt x="256603" y="242030"/>
                    <a:pt x="252413" y="246983"/>
                    <a:pt x="252413" y="252984"/>
                  </a:cubicBezTo>
                  <a:lnTo>
                    <a:pt x="252413" y="265176"/>
                  </a:lnTo>
                  <a:cubicBezTo>
                    <a:pt x="252413" y="265843"/>
                    <a:pt x="252413" y="266510"/>
                    <a:pt x="252603" y="267176"/>
                  </a:cubicBezTo>
                  <a:cubicBezTo>
                    <a:pt x="247745" y="268891"/>
                    <a:pt x="244316" y="273463"/>
                    <a:pt x="244316" y="278892"/>
                  </a:cubicBezTo>
                  <a:lnTo>
                    <a:pt x="244316" y="291084"/>
                  </a:lnTo>
                  <a:cubicBezTo>
                    <a:pt x="244316" y="293656"/>
                    <a:pt x="245078" y="296037"/>
                    <a:pt x="246412" y="297942"/>
                  </a:cubicBezTo>
                  <a:cubicBezTo>
                    <a:pt x="245078" y="299942"/>
                    <a:pt x="244316" y="302323"/>
                    <a:pt x="244316" y="304800"/>
                  </a:cubicBezTo>
                  <a:lnTo>
                    <a:pt x="244316" y="316992"/>
                  </a:lnTo>
                  <a:cubicBezTo>
                    <a:pt x="244316" y="319564"/>
                    <a:pt x="245078" y="321945"/>
                    <a:pt x="246412" y="323850"/>
                  </a:cubicBezTo>
                  <a:cubicBezTo>
                    <a:pt x="245078" y="325850"/>
                    <a:pt x="244316" y="328232"/>
                    <a:pt x="244316" y="330708"/>
                  </a:cubicBezTo>
                  <a:lnTo>
                    <a:pt x="244316" y="342900"/>
                  </a:lnTo>
                  <a:cubicBezTo>
                    <a:pt x="244316" y="349758"/>
                    <a:pt x="249936" y="355378"/>
                    <a:pt x="256794" y="355378"/>
                  </a:cubicBezTo>
                  <a:lnTo>
                    <a:pt x="258223" y="355378"/>
                  </a:lnTo>
                  <a:cubicBezTo>
                    <a:pt x="258223" y="355378"/>
                    <a:pt x="258223" y="356235"/>
                    <a:pt x="258223" y="356711"/>
                  </a:cubicBezTo>
                  <a:lnTo>
                    <a:pt x="258223" y="368903"/>
                  </a:lnTo>
                  <a:cubicBezTo>
                    <a:pt x="258223" y="368903"/>
                    <a:pt x="258223" y="369761"/>
                    <a:pt x="258223" y="370237"/>
                  </a:cubicBezTo>
                  <a:lnTo>
                    <a:pt x="216027" y="370237"/>
                  </a:lnTo>
                  <a:cubicBezTo>
                    <a:pt x="216027" y="370237"/>
                    <a:pt x="216027" y="369380"/>
                    <a:pt x="216027" y="368903"/>
                  </a:cubicBezTo>
                  <a:lnTo>
                    <a:pt x="216027" y="356711"/>
                  </a:lnTo>
                  <a:cubicBezTo>
                    <a:pt x="216027" y="349853"/>
                    <a:pt x="210407" y="344234"/>
                    <a:pt x="203549" y="344234"/>
                  </a:cubicBezTo>
                  <a:lnTo>
                    <a:pt x="202121" y="344234"/>
                  </a:lnTo>
                  <a:cubicBezTo>
                    <a:pt x="202121" y="344234"/>
                    <a:pt x="202121" y="343376"/>
                    <a:pt x="202121" y="342900"/>
                  </a:cubicBezTo>
                  <a:lnTo>
                    <a:pt x="202121" y="330708"/>
                  </a:lnTo>
                  <a:cubicBezTo>
                    <a:pt x="202121" y="330041"/>
                    <a:pt x="202121" y="329375"/>
                    <a:pt x="201930" y="328708"/>
                  </a:cubicBezTo>
                  <a:cubicBezTo>
                    <a:pt x="206788" y="326993"/>
                    <a:pt x="210217" y="322421"/>
                    <a:pt x="210217" y="316992"/>
                  </a:cubicBezTo>
                  <a:lnTo>
                    <a:pt x="210217" y="304800"/>
                  </a:lnTo>
                  <a:cubicBezTo>
                    <a:pt x="210217" y="303943"/>
                    <a:pt x="210121" y="303086"/>
                    <a:pt x="209931" y="302228"/>
                  </a:cubicBezTo>
                  <a:cubicBezTo>
                    <a:pt x="214122" y="300228"/>
                    <a:pt x="216979" y="295942"/>
                    <a:pt x="216979" y="290989"/>
                  </a:cubicBezTo>
                  <a:lnTo>
                    <a:pt x="216979" y="278797"/>
                  </a:lnTo>
                  <a:cubicBezTo>
                    <a:pt x="216979" y="271939"/>
                    <a:pt x="211360" y="266319"/>
                    <a:pt x="204502" y="266319"/>
                  </a:cubicBezTo>
                  <a:lnTo>
                    <a:pt x="195263" y="266319"/>
                  </a:lnTo>
                  <a:cubicBezTo>
                    <a:pt x="195263" y="266319"/>
                    <a:pt x="195263" y="265462"/>
                    <a:pt x="195263" y="264986"/>
                  </a:cubicBezTo>
                  <a:lnTo>
                    <a:pt x="195263" y="252794"/>
                  </a:lnTo>
                  <a:cubicBezTo>
                    <a:pt x="195263" y="251936"/>
                    <a:pt x="195167" y="251079"/>
                    <a:pt x="194977" y="250222"/>
                  </a:cubicBezTo>
                  <a:cubicBezTo>
                    <a:pt x="199168" y="248221"/>
                    <a:pt x="202025" y="243935"/>
                    <a:pt x="202025" y="238982"/>
                  </a:cubicBezTo>
                  <a:lnTo>
                    <a:pt x="202025" y="226790"/>
                  </a:lnTo>
                  <a:cubicBezTo>
                    <a:pt x="202025" y="219932"/>
                    <a:pt x="196405" y="214313"/>
                    <a:pt x="189547" y="214313"/>
                  </a:cubicBezTo>
                  <a:lnTo>
                    <a:pt x="142113" y="214313"/>
                  </a:lnTo>
                  <a:cubicBezTo>
                    <a:pt x="135255" y="214313"/>
                    <a:pt x="129635" y="219932"/>
                    <a:pt x="129635" y="226790"/>
                  </a:cubicBezTo>
                  <a:lnTo>
                    <a:pt x="129635" y="238982"/>
                  </a:lnTo>
                  <a:cubicBezTo>
                    <a:pt x="129635" y="239840"/>
                    <a:pt x="129635" y="240697"/>
                    <a:pt x="129921" y="241554"/>
                  </a:cubicBezTo>
                  <a:cubicBezTo>
                    <a:pt x="125730" y="243554"/>
                    <a:pt x="122872" y="247841"/>
                    <a:pt x="122872" y="252794"/>
                  </a:cubicBezTo>
                  <a:lnTo>
                    <a:pt x="122872" y="264986"/>
                  </a:lnTo>
                  <a:cubicBezTo>
                    <a:pt x="122872" y="271844"/>
                    <a:pt x="128492" y="277463"/>
                    <a:pt x="135350" y="277463"/>
                  </a:cubicBezTo>
                  <a:lnTo>
                    <a:pt x="144589" y="277463"/>
                  </a:lnTo>
                  <a:cubicBezTo>
                    <a:pt x="144589" y="277463"/>
                    <a:pt x="144589" y="278321"/>
                    <a:pt x="144589" y="278797"/>
                  </a:cubicBezTo>
                  <a:lnTo>
                    <a:pt x="144589" y="290989"/>
                  </a:lnTo>
                  <a:cubicBezTo>
                    <a:pt x="144589" y="291846"/>
                    <a:pt x="144685" y="292703"/>
                    <a:pt x="144875" y="293561"/>
                  </a:cubicBezTo>
                  <a:cubicBezTo>
                    <a:pt x="140684" y="295561"/>
                    <a:pt x="137827" y="299847"/>
                    <a:pt x="137827" y="304800"/>
                  </a:cubicBezTo>
                  <a:lnTo>
                    <a:pt x="137827" y="316992"/>
                  </a:lnTo>
                  <a:cubicBezTo>
                    <a:pt x="137827" y="317659"/>
                    <a:pt x="137827" y="318325"/>
                    <a:pt x="138017" y="318992"/>
                  </a:cubicBezTo>
                  <a:cubicBezTo>
                    <a:pt x="133160" y="320707"/>
                    <a:pt x="129730" y="325279"/>
                    <a:pt x="129730" y="330708"/>
                  </a:cubicBezTo>
                  <a:lnTo>
                    <a:pt x="129730" y="342900"/>
                  </a:lnTo>
                  <a:cubicBezTo>
                    <a:pt x="129730" y="349758"/>
                    <a:pt x="135350" y="355378"/>
                    <a:pt x="142208" y="355378"/>
                  </a:cubicBezTo>
                  <a:lnTo>
                    <a:pt x="143637" y="355378"/>
                  </a:lnTo>
                  <a:cubicBezTo>
                    <a:pt x="143637" y="355378"/>
                    <a:pt x="143637" y="356235"/>
                    <a:pt x="143637" y="356711"/>
                  </a:cubicBezTo>
                  <a:lnTo>
                    <a:pt x="143637" y="368903"/>
                  </a:lnTo>
                  <a:cubicBezTo>
                    <a:pt x="143637" y="368903"/>
                    <a:pt x="143637" y="369761"/>
                    <a:pt x="143637" y="370237"/>
                  </a:cubicBezTo>
                  <a:lnTo>
                    <a:pt x="100679" y="370237"/>
                  </a:lnTo>
                  <a:cubicBezTo>
                    <a:pt x="100679" y="370237"/>
                    <a:pt x="100679" y="369380"/>
                    <a:pt x="100679" y="368903"/>
                  </a:cubicBezTo>
                  <a:lnTo>
                    <a:pt x="100679" y="356711"/>
                  </a:lnTo>
                  <a:cubicBezTo>
                    <a:pt x="100679" y="356140"/>
                    <a:pt x="100679" y="355568"/>
                    <a:pt x="100584" y="354997"/>
                  </a:cubicBezTo>
                  <a:cubicBezTo>
                    <a:pt x="106013" y="353663"/>
                    <a:pt x="110109" y="348710"/>
                    <a:pt x="110109" y="342900"/>
                  </a:cubicBezTo>
                  <a:lnTo>
                    <a:pt x="110109" y="330708"/>
                  </a:lnTo>
                  <a:cubicBezTo>
                    <a:pt x="110109" y="325755"/>
                    <a:pt x="107252" y="321564"/>
                    <a:pt x="103061" y="319469"/>
                  </a:cubicBezTo>
                  <a:cubicBezTo>
                    <a:pt x="103251" y="318611"/>
                    <a:pt x="103346" y="317754"/>
                    <a:pt x="103346" y="316897"/>
                  </a:cubicBezTo>
                  <a:lnTo>
                    <a:pt x="103346" y="304705"/>
                  </a:lnTo>
                  <a:cubicBezTo>
                    <a:pt x="103346" y="297847"/>
                    <a:pt x="97727" y="292227"/>
                    <a:pt x="90869" y="292227"/>
                  </a:cubicBezTo>
                  <a:lnTo>
                    <a:pt x="43434" y="292227"/>
                  </a:lnTo>
                  <a:cubicBezTo>
                    <a:pt x="36576" y="292227"/>
                    <a:pt x="30956" y="297847"/>
                    <a:pt x="30956" y="304705"/>
                  </a:cubicBezTo>
                  <a:lnTo>
                    <a:pt x="30956" y="316897"/>
                  </a:lnTo>
                  <a:cubicBezTo>
                    <a:pt x="30956" y="321850"/>
                    <a:pt x="33814" y="326041"/>
                    <a:pt x="38005" y="328136"/>
                  </a:cubicBezTo>
                  <a:cubicBezTo>
                    <a:pt x="37814" y="328994"/>
                    <a:pt x="37719" y="329851"/>
                    <a:pt x="37719" y="330708"/>
                  </a:cubicBezTo>
                  <a:lnTo>
                    <a:pt x="37719" y="342900"/>
                  </a:lnTo>
                  <a:cubicBezTo>
                    <a:pt x="37719" y="343471"/>
                    <a:pt x="37719" y="344043"/>
                    <a:pt x="37814" y="344615"/>
                  </a:cubicBezTo>
                  <a:cubicBezTo>
                    <a:pt x="32385" y="345948"/>
                    <a:pt x="28289" y="350901"/>
                    <a:pt x="28289" y="356711"/>
                  </a:cubicBezTo>
                  <a:lnTo>
                    <a:pt x="28289" y="368903"/>
                  </a:lnTo>
                  <a:cubicBezTo>
                    <a:pt x="28289" y="368903"/>
                    <a:pt x="28289" y="369761"/>
                    <a:pt x="28289" y="370237"/>
                  </a:cubicBezTo>
                  <a:lnTo>
                    <a:pt x="11335" y="370237"/>
                  </a:lnTo>
                  <a:lnTo>
                    <a:pt x="11335" y="288131"/>
                  </a:lnTo>
                  <a:lnTo>
                    <a:pt x="87249" y="222314"/>
                  </a:lnTo>
                  <a:cubicBezTo>
                    <a:pt x="89535" y="220313"/>
                    <a:pt x="89821" y="216789"/>
                    <a:pt x="87821" y="214408"/>
                  </a:cubicBezTo>
                  <a:cubicBezTo>
                    <a:pt x="85820" y="212122"/>
                    <a:pt x="82296" y="211836"/>
                    <a:pt x="79915" y="213836"/>
                  </a:cubicBezTo>
                  <a:lnTo>
                    <a:pt x="11239" y="273272"/>
                  </a:lnTo>
                  <a:lnTo>
                    <a:pt x="11239" y="188595"/>
                  </a:lnTo>
                  <a:lnTo>
                    <a:pt x="18955" y="188595"/>
                  </a:lnTo>
                  <a:cubicBezTo>
                    <a:pt x="22003" y="188595"/>
                    <a:pt x="24574" y="186119"/>
                    <a:pt x="24574" y="182975"/>
                  </a:cubicBezTo>
                  <a:cubicBezTo>
                    <a:pt x="24574" y="179832"/>
                    <a:pt x="22098" y="177356"/>
                    <a:pt x="18955" y="177356"/>
                  </a:cubicBezTo>
                  <a:lnTo>
                    <a:pt x="11239" y="177356"/>
                  </a:lnTo>
                  <a:lnTo>
                    <a:pt x="11239" y="137541"/>
                  </a:lnTo>
                  <a:lnTo>
                    <a:pt x="18955" y="137541"/>
                  </a:lnTo>
                  <a:cubicBezTo>
                    <a:pt x="22003" y="137541"/>
                    <a:pt x="24574" y="135065"/>
                    <a:pt x="24574" y="131921"/>
                  </a:cubicBezTo>
                  <a:cubicBezTo>
                    <a:pt x="24574" y="128778"/>
                    <a:pt x="22098" y="126302"/>
                    <a:pt x="18955" y="126302"/>
                  </a:cubicBezTo>
                  <a:lnTo>
                    <a:pt x="11239" y="126302"/>
                  </a:lnTo>
                  <a:lnTo>
                    <a:pt x="11239" y="86487"/>
                  </a:lnTo>
                  <a:lnTo>
                    <a:pt x="18955" y="86487"/>
                  </a:lnTo>
                  <a:cubicBezTo>
                    <a:pt x="22003" y="86487"/>
                    <a:pt x="24574" y="84011"/>
                    <a:pt x="24574" y="80867"/>
                  </a:cubicBezTo>
                  <a:cubicBezTo>
                    <a:pt x="24574" y="77724"/>
                    <a:pt x="22098" y="75248"/>
                    <a:pt x="18955" y="75248"/>
                  </a:cubicBezTo>
                  <a:lnTo>
                    <a:pt x="11239" y="75248"/>
                  </a:lnTo>
                  <a:lnTo>
                    <a:pt x="11239" y="35433"/>
                  </a:lnTo>
                  <a:lnTo>
                    <a:pt x="18955" y="35433"/>
                  </a:lnTo>
                  <a:cubicBezTo>
                    <a:pt x="22003" y="35433"/>
                    <a:pt x="24574" y="32956"/>
                    <a:pt x="24574" y="29813"/>
                  </a:cubicBezTo>
                  <a:cubicBezTo>
                    <a:pt x="24574" y="26670"/>
                    <a:pt x="22098" y="24194"/>
                    <a:pt x="18955" y="24194"/>
                  </a:cubicBezTo>
                  <a:lnTo>
                    <a:pt x="11239" y="24194"/>
                  </a:ln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375475"/>
                  </a:lnTo>
                  <a:cubicBezTo>
                    <a:pt x="0" y="378523"/>
                    <a:pt x="2477" y="381095"/>
                    <a:pt x="5620" y="381095"/>
                  </a:cubicBezTo>
                  <a:lnTo>
                    <a:pt x="375476" y="381095"/>
                  </a:lnTo>
                  <a:cubicBezTo>
                    <a:pt x="378524" y="381095"/>
                    <a:pt x="381095" y="378619"/>
                    <a:pt x="381095" y="375475"/>
                  </a:cubicBezTo>
                  <a:cubicBezTo>
                    <a:pt x="381095" y="372332"/>
                    <a:pt x="378619" y="369856"/>
                    <a:pt x="375476" y="369856"/>
                  </a:cubicBezTo>
                  <a:lnTo>
                    <a:pt x="375476" y="369856"/>
                  </a:lnTo>
                  <a:close/>
                  <a:moveTo>
                    <a:pt x="256889" y="318230"/>
                  </a:moveTo>
                  <a:lnTo>
                    <a:pt x="256889" y="318230"/>
                  </a:lnTo>
                  <a:cubicBezTo>
                    <a:pt x="256127" y="318230"/>
                    <a:pt x="255556" y="317659"/>
                    <a:pt x="255556" y="316897"/>
                  </a:cubicBezTo>
                  <a:lnTo>
                    <a:pt x="255556" y="304705"/>
                  </a:lnTo>
                  <a:cubicBezTo>
                    <a:pt x="255556" y="303943"/>
                    <a:pt x="256127" y="303371"/>
                    <a:pt x="256889" y="303371"/>
                  </a:cubicBezTo>
                  <a:lnTo>
                    <a:pt x="304324" y="303371"/>
                  </a:lnTo>
                  <a:cubicBezTo>
                    <a:pt x="305086" y="303371"/>
                    <a:pt x="305657" y="303943"/>
                    <a:pt x="305657" y="304705"/>
                  </a:cubicBezTo>
                  <a:lnTo>
                    <a:pt x="305657" y="316897"/>
                  </a:lnTo>
                  <a:cubicBezTo>
                    <a:pt x="305657" y="317659"/>
                    <a:pt x="305086" y="318230"/>
                    <a:pt x="304324" y="318230"/>
                  </a:cubicBezTo>
                  <a:lnTo>
                    <a:pt x="256985" y="318230"/>
                  </a:lnTo>
                  <a:close/>
                  <a:moveTo>
                    <a:pt x="255556" y="290989"/>
                  </a:moveTo>
                  <a:lnTo>
                    <a:pt x="255556" y="278797"/>
                  </a:lnTo>
                  <a:cubicBezTo>
                    <a:pt x="255556" y="278035"/>
                    <a:pt x="256127" y="277463"/>
                    <a:pt x="256889" y="277463"/>
                  </a:cubicBezTo>
                  <a:lnTo>
                    <a:pt x="304324" y="277463"/>
                  </a:lnTo>
                  <a:cubicBezTo>
                    <a:pt x="305086" y="277463"/>
                    <a:pt x="305657" y="278035"/>
                    <a:pt x="305657" y="278797"/>
                  </a:cubicBezTo>
                  <a:lnTo>
                    <a:pt x="305657" y="290989"/>
                  </a:lnTo>
                  <a:cubicBezTo>
                    <a:pt x="305657" y="291751"/>
                    <a:pt x="305086" y="292322"/>
                    <a:pt x="304324" y="292322"/>
                  </a:cubicBezTo>
                  <a:cubicBezTo>
                    <a:pt x="304324" y="292322"/>
                    <a:pt x="304324" y="292322"/>
                    <a:pt x="304324" y="292322"/>
                  </a:cubicBezTo>
                  <a:cubicBezTo>
                    <a:pt x="304324" y="292322"/>
                    <a:pt x="304324" y="292322"/>
                    <a:pt x="304324" y="292322"/>
                  </a:cubicBezTo>
                  <a:lnTo>
                    <a:pt x="256985" y="292322"/>
                  </a:lnTo>
                  <a:cubicBezTo>
                    <a:pt x="256985" y="292322"/>
                    <a:pt x="256985" y="292322"/>
                    <a:pt x="256985" y="292322"/>
                  </a:cubicBezTo>
                  <a:cubicBezTo>
                    <a:pt x="256985" y="292322"/>
                    <a:pt x="256985" y="292322"/>
                    <a:pt x="256985" y="292322"/>
                  </a:cubicBezTo>
                  <a:cubicBezTo>
                    <a:pt x="256222" y="292322"/>
                    <a:pt x="255651" y="291751"/>
                    <a:pt x="255651" y="290989"/>
                  </a:cubicBezTo>
                  <a:lnTo>
                    <a:pt x="255651" y="290989"/>
                  </a:lnTo>
                  <a:close/>
                  <a:moveTo>
                    <a:pt x="312420" y="251460"/>
                  </a:moveTo>
                  <a:cubicBezTo>
                    <a:pt x="313182" y="251460"/>
                    <a:pt x="313753" y="252031"/>
                    <a:pt x="313753" y="252794"/>
                  </a:cubicBezTo>
                  <a:lnTo>
                    <a:pt x="313753" y="264986"/>
                  </a:lnTo>
                  <a:cubicBezTo>
                    <a:pt x="313753" y="265748"/>
                    <a:pt x="313182" y="266319"/>
                    <a:pt x="312420" y="266319"/>
                  </a:cubicBezTo>
                  <a:lnTo>
                    <a:pt x="264985" y="266319"/>
                  </a:lnTo>
                  <a:cubicBezTo>
                    <a:pt x="264224" y="266319"/>
                    <a:pt x="263652" y="265748"/>
                    <a:pt x="263652" y="264986"/>
                  </a:cubicBezTo>
                  <a:lnTo>
                    <a:pt x="263652" y="252794"/>
                  </a:lnTo>
                  <a:cubicBezTo>
                    <a:pt x="263652" y="252031"/>
                    <a:pt x="264224" y="251460"/>
                    <a:pt x="264985" y="251460"/>
                  </a:cubicBezTo>
                  <a:lnTo>
                    <a:pt x="312420" y="251460"/>
                  </a:lnTo>
                  <a:close/>
                  <a:moveTo>
                    <a:pt x="271748" y="188309"/>
                  </a:moveTo>
                  <a:lnTo>
                    <a:pt x="271748" y="188309"/>
                  </a:lnTo>
                  <a:cubicBezTo>
                    <a:pt x="270986" y="188309"/>
                    <a:pt x="270415" y="187738"/>
                    <a:pt x="270415" y="186976"/>
                  </a:cubicBezTo>
                  <a:lnTo>
                    <a:pt x="270415" y="174784"/>
                  </a:lnTo>
                  <a:cubicBezTo>
                    <a:pt x="270415" y="174022"/>
                    <a:pt x="270986" y="173450"/>
                    <a:pt x="271748" y="173450"/>
                  </a:cubicBezTo>
                  <a:lnTo>
                    <a:pt x="319183" y="173450"/>
                  </a:lnTo>
                  <a:cubicBezTo>
                    <a:pt x="319945" y="173450"/>
                    <a:pt x="320516" y="174022"/>
                    <a:pt x="320516" y="174784"/>
                  </a:cubicBezTo>
                  <a:lnTo>
                    <a:pt x="320516" y="186976"/>
                  </a:lnTo>
                  <a:cubicBezTo>
                    <a:pt x="320516" y="187738"/>
                    <a:pt x="319945" y="188309"/>
                    <a:pt x="319183" y="188309"/>
                  </a:cubicBezTo>
                  <a:lnTo>
                    <a:pt x="271844" y="188309"/>
                  </a:lnTo>
                  <a:close/>
                  <a:moveTo>
                    <a:pt x="260700" y="212979"/>
                  </a:moveTo>
                  <a:lnTo>
                    <a:pt x="260700" y="200787"/>
                  </a:lnTo>
                  <a:cubicBezTo>
                    <a:pt x="260700" y="200025"/>
                    <a:pt x="261271" y="199454"/>
                    <a:pt x="262033" y="199454"/>
                  </a:cubicBezTo>
                  <a:lnTo>
                    <a:pt x="309467" y="199454"/>
                  </a:lnTo>
                  <a:cubicBezTo>
                    <a:pt x="310229" y="199454"/>
                    <a:pt x="310801" y="200025"/>
                    <a:pt x="310801" y="200787"/>
                  </a:cubicBezTo>
                  <a:lnTo>
                    <a:pt x="310801" y="212979"/>
                  </a:lnTo>
                  <a:cubicBezTo>
                    <a:pt x="310801" y="213741"/>
                    <a:pt x="310229" y="214313"/>
                    <a:pt x="309467" y="214313"/>
                  </a:cubicBezTo>
                  <a:lnTo>
                    <a:pt x="262033" y="214313"/>
                  </a:lnTo>
                  <a:cubicBezTo>
                    <a:pt x="261271" y="214313"/>
                    <a:pt x="260700" y="213741"/>
                    <a:pt x="260700" y="212979"/>
                  </a:cubicBezTo>
                  <a:lnTo>
                    <a:pt x="260700" y="212979"/>
                  </a:lnTo>
                  <a:close/>
                  <a:moveTo>
                    <a:pt x="322135" y="225457"/>
                  </a:moveTo>
                  <a:cubicBezTo>
                    <a:pt x="322897" y="225457"/>
                    <a:pt x="323469" y="226028"/>
                    <a:pt x="323469" y="226790"/>
                  </a:cubicBezTo>
                  <a:lnTo>
                    <a:pt x="323469" y="238982"/>
                  </a:lnTo>
                  <a:cubicBezTo>
                    <a:pt x="323469" y="239744"/>
                    <a:pt x="322897" y="240316"/>
                    <a:pt x="322135" y="240316"/>
                  </a:cubicBezTo>
                  <a:lnTo>
                    <a:pt x="274701" y="240316"/>
                  </a:lnTo>
                  <a:cubicBezTo>
                    <a:pt x="273939" y="240316"/>
                    <a:pt x="273367" y="239744"/>
                    <a:pt x="273367" y="238982"/>
                  </a:cubicBezTo>
                  <a:lnTo>
                    <a:pt x="273367" y="226790"/>
                  </a:lnTo>
                  <a:cubicBezTo>
                    <a:pt x="273367" y="226028"/>
                    <a:pt x="273939" y="225457"/>
                    <a:pt x="274701" y="225457"/>
                  </a:cubicBezTo>
                  <a:cubicBezTo>
                    <a:pt x="274701" y="225457"/>
                    <a:pt x="274701" y="225457"/>
                    <a:pt x="274701" y="225457"/>
                  </a:cubicBezTo>
                  <a:lnTo>
                    <a:pt x="322041" y="225457"/>
                  </a:lnTo>
                  <a:close/>
                  <a:moveTo>
                    <a:pt x="255556" y="342900"/>
                  </a:moveTo>
                  <a:lnTo>
                    <a:pt x="255556" y="330708"/>
                  </a:lnTo>
                  <a:cubicBezTo>
                    <a:pt x="255556" y="329946"/>
                    <a:pt x="256127" y="329375"/>
                    <a:pt x="256889" y="329375"/>
                  </a:cubicBezTo>
                  <a:lnTo>
                    <a:pt x="304324" y="329375"/>
                  </a:lnTo>
                  <a:cubicBezTo>
                    <a:pt x="305086" y="329375"/>
                    <a:pt x="305657" y="329946"/>
                    <a:pt x="305657" y="330708"/>
                  </a:cubicBezTo>
                  <a:lnTo>
                    <a:pt x="305657" y="342900"/>
                  </a:lnTo>
                  <a:cubicBezTo>
                    <a:pt x="305657" y="343662"/>
                    <a:pt x="305086" y="344234"/>
                    <a:pt x="304324" y="344234"/>
                  </a:cubicBezTo>
                  <a:lnTo>
                    <a:pt x="256889" y="344234"/>
                  </a:lnTo>
                  <a:cubicBezTo>
                    <a:pt x="256127" y="344234"/>
                    <a:pt x="255556" y="343662"/>
                    <a:pt x="255556" y="342900"/>
                  </a:cubicBezTo>
                  <a:lnTo>
                    <a:pt x="255556" y="342900"/>
                  </a:lnTo>
                  <a:close/>
                  <a:moveTo>
                    <a:pt x="270605" y="370237"/>
                  </a:moveTo>
                  <a:cubicBezTo>
                    <a:pt x="269843" y="370237"/>
                    <a:pt x="269272" y="369665"/>
                    <a:pt x="269272" y="368903"/>
                  </a:cubicBezTo>
                  <a:lnTo>
                    <a:pt x="269272" y="356711"/>
                  </a:lnTo>
                  <a:cubicBezTo>
                    <a:pt x="269272" y="355949"/>
                    <a:pt x="269843" y="355378"/>
                    <a:pt x="270605" y="355378"/>
                  </a:cubicBezTo>
                  <a:cubicBezTo>
                    <a:pt x="270605" y="355378"/>
                    <a:pt x="270605" y="355378"/>
                    <a:pt x="270605" y="355378"/>
                  </a:cubicBezTo>
                  <a:lnTo>
                    <a:pt x="317944" y="355378"/>
                  </a:lnTo>
                  <a:cubicBezTo>
                    <a:pt x="318706" y="355378"/>
                    <a:pt x="319278" y="355949"/>
                    <a:pt x="319278" y="356711"/>
                  </a:cubicBezTo>
                  <a:lnTo>
                    <a:pt x="319278" y="368903"/>
                  </a:lnTo>
                  <a:cubicBezTo>
                    <a:pt x="319278" y="369665"/>
                    <a:pt x="318706" y="370237"/>
                    <a:pt x="317944" y="370237"/>
                  </a:cubicBezTo>
                  <a:cubicBezTo>
                    <a:pt x="317944" y="370237"/>
                    <a:pt x="317944" y="370237"/>
                    <a:pt x="317944" y="370237"/>
                  </a:cubicBezTo>
                  <a:lnTo>
                    <a:pt x="270701" y="370237"/>
                  </a:lnTo>
                  <a:cubicBezTo>
                    <a:pt x="270701" y="370237"/>
                    <a:pt x="270701" y="370237"/>
                    <a:pt x="270701" y="370237"/>
                  </a:cubicBezTo>
                  <a:lnTo>
                    <a:pt x="270701" y="370237"/>
                  </a:lnTo>
                  <a:close/>
                  <a:moveTo>
                    <a:pt x="141161" y="226790"/>
                  </a:moveTo>
                  <a:cubicBezTo>
                    <a:pt x="141161" y="226028"/>
                    <a:pt x="141732" y="225457"/>
                    <a:pt x="142494" y="225457"/>
                  </a:cubicBezTo>
                  <a:lnTo>
                    <a:pt x="189929" y="225457"/>
                  </a:lnTo>
                  <a:cubicBezTo>
                    <a:pt x="190690" y="225457"/>
                    <a:pt x="191262" y="226028"/>
                    <a:pt x="191262" y="226790"/>
                  </a:cubicBezTo>
                  <a:lnTo>
                    <a:pt x="191262" y="238982"/>
                  </a:lnTo>
                  <a:cubicBezTo>
                    <a:pt x="191262" y="239744"/>
                    <a:pt x="190690" y="240316"/>
                    <a:pt x="189929" y="240316"/>
                  </a:cubicBezTo>
                  <a:lnTo>
                    <a:pt x="142494" y="240316"/>
                  </a:lnTo>
                  <a:cubicBezTo>
                    <a:pt x="141732" y="240316"/>
                    <a:pt x="141161" y="239744"/>
                    <a:pt x="141161" y="238982"/>
                  </a:cubicBezTo>
                  <a:lnTo>
                    <a:pt x="141161" y="226790"/>
                  </a:lnTo>
                  <a:close/>
                  <a:moveTo>
                    <a:pt x="134398" y="264986"/>
                  </a:moveTo>
                  <a:lnTo>
                    <a:pt x="134398" y="252794"/>
                  </a:lnTo>
                  <a:cubicBezTo>
                    <a:pt x="134398" y="252031"/>
                    <a:pt x="134969" y="251460"/>
                    <a:pt x="135731" y="251460"/>
                  </a:cubicBezTo>
                  <a:lnTo>
                    <a:pt x="183166" y="251460"/>
                  </a:lnTo>
                  <a:cubicBezTo>
                    <a:pt x="183928" y="251460"/>
                    <a:pt x="184499" y="252031"/>
                    <a:pt x="184499" y="252794"/>
                  </a:cubicBezTo>
                  <a:lnTo>
                    <a:pt x="184499" y="264986"/>
                  </a:lnTo>
                  <a:cubicBezTo>
                    <a:pt x="184499" y="265748"/>
                    <a:pt x="183928" y="266319"/>
                    <a:pt x="183166" y="266319"/>
                  </a:cubicBezTo>
                  <a:lnTo>
                    <a:pt x="135731" y="266319"/>
                  </a:lnTo>
                  <a:cubicBezTo>
                    <a:pt x="134969" y="266319"/>
                    <a:pt x="134398" y="265748"/>
                    <a:pt x="134398" y="264986"/>
                  </a:cubicBezTo>
                  <a:lnTo>
                    <a:pt x="134398" y="264986"/>
                  </a:lnTo>
                  <a:close/>
                  <a:moveTo>
                    <a:pt x="204788" y="277463"/>
                  </a:moveTo>
                  <a:cubicBezTo>
                    <a:pt x="205549" y="277463"/>
                    <a:pt x="206121" y="278035"/>
                    <a:pt x="206121" y="278797"/>
                  </a:cubicBezTo>
                  <a:lnTo>
                    <a:pt x="206121" y="290989"/>
                  </a:lnTo>
                  <a:cubicBezTo>
                    <a:pt x="206121" y="291751"/>
                    <a:pt x="205549" y="292322"/>
                    <a:pt x="204788" y="292322"/>
                  </a:cubicBezTo>
                  <a:lnTo>
                    <a:pt x="188500" y="292322"/>
                  </a:lnTo>
                  <a:cubicBezTo>
                    <a:pt x="185452" y="292322"/>
                    <a:pt x="182880" y="294799"/>
                    <a:pt x="182880" y="297942"/>
                  </a:cubicBezTo>
                  <a:cubicBezTo>
                    <a:pt x="182880" y="301085"/>
                    <a:pt x="185356" y="303562"/>
                    <a:pt x="188500" y="303562"/>
                  </a:cubicBezTo>
                  <a:lnTo>
                    <a:pt x="198120" y="303562"/>
                  </a:lnTo>
                  <a:cubicBezTo>
                    <a:pt x="198787" y="303562"/>
                    <a:pt x="199454" y="304133"/>
                    <a:pt x="199454" y="304895"/>
                  </a:cubicBezTo>
                  <a:lnTo>
                    <a:pt x="199454" y="317087"/>
                  </a:lnTo>
                  <a:cubicBezTo>
                    <a:pt x="199454" y="317849"/>
                    <a:pt x="198882" y="318421"/>
                    <a:pt x="198120" y="318421"/>
                  </a:cubicBezTo>
                  <a:lnTo>
                    <a:pt x="150686" y="318421"/>
                  </a:lnTo>
                  <a:cubicBezTo>
                    <a:pt x="149923" y="318421"/>
                    <a:pt x="149352" y="317849"/>
                    <a:pt x="149352" y="317087"/>
                  </a:cubicBezTo>
                  <a:lnTo>
                    <a:pt x="149352" y="304895"/>
                  </a:lnTo>
                  <a:cubicBezTo>
                    <a:pt x="149352" y="304133"/>
                    <a:pt x="149923" y="303562"/>
                    <a:pt x="150686" y="303562"/>
                  </a:cubicBezTo>
                  <a:lnTo>
                    <a:pt x="163735" y="303562"/>
                  </a:lnTo>
                  <a:cubicBezTo>
                    <a:pt x="166783" y="303562"/>
                    <a:pt x="169354" y="301085"/>
                    <a:pt x="169354" y="297942"/>
                  </a:cubicBezTo>
                  <a:cubicBezTo>
                    <a:pt x="169354" y="294799"/>
                    <a:pt x="166878" y="292322"/>
                    <a:pt x="163735" y="292322"/>
                  </a:cubicBezTo>
                  <a:lnTo>
                    <a:pt x="157448" y="292322"/>
                  </a:lnTo>
                  <a:cubicBezTo>
                    <a:pt x="157448" y="292322"/>
                    <a:pt x="157448" y="292322"/>
                    <a:pt x="157448" y="292322"/>
                  </a:cubicBezTo>
                  <a:lnTo>
                    <a:pt x="157448" y="292322"/>
                  </a:lnTo>
                  <a:cubicBezTo>
                    <a:pt x="156686" y="292322"/>
                    <a:pt x="156115" y="291751"/>
                    <a:pt x="156115" y="290989"/>
                  </a:cubicBezTo>
                  <a:lnTo>
                    <a:pt x="156115" y="278797"/>
                  </a:lnTo>
                  <a:cubicBezTo>
                    <a:pt x="156115" y="278035"/>
                    <a:pt x="156686" y="277463"/>
                    <a:pt x="157448" y="277463"/>
                  </a:cubicBezTo>
                  <a:lnTo>
                    <a:pt x="204883" y="277463"/>
                  </a:lnTo>
                  <a:close/>
                  <a:moveTo>
                    <a:pt x="141161" y="342900"/>
                  </a:moveTo>
                  <a:lnTo>
                    <a:pt x="141161" y="330708"/>
                  </a:lnTo>
                  <a:cubicBezTo>
                    <a:pt x="141161" y="329946"/>
                    <a:pt x="141732" y="329375"/>
                    <a:pt x="142494" y="329375"/>
                  </a:cubicBezTo>
                  <a:lnTo>
                    <a:pt x="189929" y="329375"/>
                  </a:lnTo>
                  <a:cubicBezTo>
                    <a:pt x="190690" y="329375"/>
                    <a:pt x="191262" y="329946"/>
                    <a:pt x="191262" y="330708"/>
                  </a:cubicBezTo>
                  <a:lnTo>
                    <a:pt x="191262" y="342900"/>
                  </a:lnTo>
                  <a:cubicBezTo>
                    <a:pt x="191262" y="343662"/>
                    <a:pt x="190690" y="344234"/>
                    <a:pt x="189929" y="344234"/>
                  </a:cubicBezTo>
                  <a:lnTo>
                    <a:pt x="142494" y="344234"/>
                  </a:lnTo>
                  <a:cubicBezTo>
                    <a:pt x="141732" y="344234"/>
                    <a:pt x="141161" y="343662"/>
                    <a:pt x="141161" y="342900"/>
                  </a:cubicBezTo>
                  <a:lnTo>
                    <a:pt x="141161" y="342900"/>
                  </a:lnTo>
                  <a:close/>
                  <a:moveTo>
                    <a:pt x="156305" y="370237"/>
                  </a:moveTo>
                  <a:cubicBezTo>
                    <a:pt x="155543" y="370237"/>
                    <a:pt x="154972" y="369665"/>
                    <a:pt x="154972" y="368903"/>
                  </a:cubicBezTo>
                  <a:lnTo>
                    <a:pt x="154972" y="356711"/>
                  </a:lnTo>
                  <a:cubicBezTo>
                    <a:pt x="154972" y="355949"/>
                    <a:pt x="155543" y="355378"/>
                    <a:pt x="156305" y="355378"/>
                  </a:cubicBezTo>
                  <a:cubicBezTo>
                    <a:pt x="156305" y="355378"/>
                    <a:pt x="156305" y="355378"/>
                    <a:pt x="156305" y="355378"/>
                  </a:cubicBezTo>
                  <a:lnTo>
                    <a:pt x="203645" y="355378"/>
                  </a:lnTo>
                  <a:cubicBezTo>
                    <a:pt x="204406" y="355378"/>
                    <a:pt x="204978" y="355949"/>
                    <a:pt x="204978" y="356711"/>
                  </a:cubicBezTo>
                  <a:lnTo>
                    <a:pt x="204978" y="368903"/>
                  </a:lnTo>
                  <a:cubicBezTo>
                    <a:pt x="204978" y="369665"/>
                    <a:pt x="204406" y="370237"/>
                    <a:pt x="203645" y="370237"/>
                  </a:cubicBezTo>
                  <a:cubicBezTo>
                    <a:pt x="203645" y="370237"/>
                    <a:pt x="203645" y="370237"/>
                    <a:pt x="203645" y="370237"/>
                  </a:cubicBezTo>
                  <a:lnTo>
                    <a:pt x="156401" y="370237"/>
                  </a:lnTo>
                  <a:cubicBezTo>
                    <a:pt x="156401" y="370237"/>
                    <a:pt x="156401" y="370237"/>
                    <a:pt x="156401" y="370237"/>
                  </a:cubicBezTo>
                  <a:lnTo>
                    <a:pt x="156401" y="370237"/>
                  </a:lnTo>
                  <a:close/>
                  <a:moveTo>
                    <a:pt x="50578" y="344234"/>
                  </a:moveTo>
                  <a:cubicBezTo>
                    <a:pt x="49816" y="344234"/>
                    <a:pt x="49244" y="343662"/>
                    <a:pt x="49244" y="342900"/>
                  </a:cubicBezTo>
                  <a:lnTo>
                    <a:pt x="49244" y="330708"/>
                  </a:lnTo>
                  <a:cubicBezTo>
                    <a:pt x="49244" y="329946"/>
                    <a:pt x="49816" y="329375"/>
                    <a:pt x="50578" y="329375"/>
                  </a:cubicBezTo>
                  <a:lnTo>
                    <a:pt x="98012" y="329375"/>
                  </a:lnTo>
                  <a:cubicBezTo>
                    <a:pt x="98774" y="329375"/>
                    <a:pt x="99346" y="329946"/>
                    <a:pt x="99346" y="330708"/>
                  </a:cubicBezTo>
                  <a:lnTo>
                    <a:pt x="99346" y="342900"/>
                  </a:lnTo>
                  <a:cubicBezTo>
                    <a:pt x="99346" y="343662"/>
                    <a:pt x="98774" y="344234"/>
                    <a:pt x="98012" y="344234"/>
                  </a:cubicBezTo>
                  <a:lnTo>
                    <a:pt x="50578" y="344234"/>
                  </a:lnTo>
                  <a:close/>
                  <a:moveTo>
                    <a:pt x="42481" y="304705"/>
                  </a:moveTo>
                  <a:cubicBezTo>
                    <a:pt x="42481" y="303943"/>
                    <a:pt x="43053" y="303371"/>
                    <a:pt x="43815" y="303371"/>
                  </a:cubicBezTo>
                  <a:lnTo>
                    <a:pt x="91249" y="303371"/>
                  </a:lnTo>
                  <a:cubicBezTo>
                    <a:pt x="92012" y="303371"/>
                    <a:pt x="92583" y="303943"/>
                    <a:pt x="92583" y="304705"/>
                  </a:cubicBezTo>
                  <a:lnTo>
                    <a:pt x="92583" y="316897"/>
                  </a:lnTo>
                  <a:cubicBezTo>
                    <a:pt x="92583" y="317659"/>
                    <a:pt x="92012" y="318230"/>
                    <a:pt x="91249" y="318230"/>
                  </a:cubicBezTo>
                  <a:lnTo>
                    <a:pt x="43815" y="318230"/>
                  </a:lnTo>
                  <a:cubicBezTo>
                    <a:pt x="43053" y="318230"/>
                    <a:pt x="42481" y="317659"/>
                    <a:pt x="42481" y="316897"/>
                  </a:cubicBezTo>
                  <a:lnTo>
                    <a:pt x="42481" y="304705"/>
                  </a:lnTo>
                  <a:close/>
                  <a:moveTo>
                    <a:pt x="41148" y="370237"/>
                  </a:moveTo>
                  <a:cubicBezTo>
                    <a:pt x="40386" y="370237"/>
                    <a:pt x="39814" y="369665"/>
                    <a:pt x="39814" y="368903"/>
                  </a:cubicBezTo>
                  <a:lnTo>
                    <a:pt x="39814" y="356711"/>
                  </a:lnTo>
                  <a:cubicBezTo>
                    <a:pt x="39814" y="355949"/>
                    <a:pt x="40386" y="355378"/>
                    <a:pt x="41148" y="355378"/>
                  </a:cubicBezTo>
                  <a:lnTo>
                    <a:pt x="88487" y="355378"/>
                  </a:lnTo>
                  <a:cubicBezTo>
                    <a:pt x="88487" y="355378"/>
                    <a:pt x="88487" y="355378"/>
                    <a:pt x="88487" y="355378"/>
                  </a:cubicBezTo>
                  <a:cubicBezTo>
                    <a:pt x="89249" y="355378"/>
                    <a:pt x="89821" y="355949"/>
                    <a:pt x="89821" y="356711"/>
                  </a:cubicBezTo>
                  <a:lnTo>
                    <a:pt x="89821" y="368903"/>
                  </a:lnTo>
                  <a:cubicBezTo>
                    <a:pt x="89821" y="369665"/>
                    <a:pt x="89249" y="370237"/>
                    <a:pt x="88487" y="370237"/>
                  </a:cubicBezTo>
                  <a:cubicBezTo>
                    <a:pt x="88487" y="370237"/>
                    <a:pt x="88487" y="370237"/>
                    <a:pt x="88487" y="370237"/>
                  </a:cubicBezTo>
                  <a:lnTo>
                    <a:pt x="41243" y="370237"/>
                  </a:lnTo>
                  <a:cubicBezTo>
                    <a:pt x="41243" y="370237"/>
                    <a:pt x="41243" y="370237"/>
                    <a:pt x="41243" y="370237"/>
                  </a:cubicBezTo>
                  <a:lnTo>
                    <a:pt x="41243" y="3702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4"/>
            <p:cNvSpPr/>
            <p:nvPr/>
          </p:nvSpPr>
          <p:spPr>
            <a:xfrm>
              <a:off x="7208043" y="2771489"/>
              <a:ext cx="11239" cy="16668"/>
            </a:xfrm>
            <a:custGeom>
              <a:rect b="b" l="l" r="r" t="t"/>
              <a:pathLst>
                <a:path extrusionOk="0" h="16668" w="11239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lnTo>
                    <a:pt x="0" y="11049"/>
                  </a:lnTo>
                  <a:cubicBezTo>
                    <a:pt x="0" y="14097"/>
                    <a:pt x="2477" y="16669"/>
                    <a:pt x="5620" y="16669"/>
                  </a:cubicBezTo>
                  <a:cubicBezTo>
                    <a:pt x="8763" y="16669"/>
                    <a:pt x="11239" y="14192"/>
                    <a:pt x="11239" y="11049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7331868" y="2705481"/>
              <a:ext cx="11239" cy="16668"/>
            </a:xfrm>
            <a:custGeom>
              <a:rect b="b" l="l" r="r" t="t"/>
              <a:pathLst>
                <a:path extrusionOk="0" h="16668" w="11239">
                  <a:moveTo>
                    <a:pt x="5620" y="16669"/>
                  </a:moveTo>
                  <a:cubicBezTo>
                    <a:pt x="8667" y="16669"/>
                    <a:pt x="11239" y="14192"/>
                    <a:pt x="11239" y="11049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11049"/>
                  </a:lnTo>
                  <a:cubicBezTo>
                    <a:pt x="0" y="14097"/>
                    <a:pt x="2477" y="16669"/>
                    <a:pt x="5620" y="16669"/>
                  </a:cubicBezTo>
                  <a:lnTo>
                    <a:pt x="5620" y="1666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4"/>
            <p:cNvSpPr/>
            <p:nvPr/>
          </p:nvSpPr>
          <p:spPr>
            <a:xfrm>
              <a:off x="7146606" y="2681097"/>
              <a:ext cx="37623" cy="65436"/>
            </a:xfrm>
            <a:custGeom>
              <a:rect b="b" l="l" r="r" t="t"/>
              <a:pathLst>
                <a:path extrusionOk="0" h="65436" w="37623">
                  <a:moveTo>
                    <a:pt x="15812" y="38767"/>
                  </a:moveTo>
                  <a:lnTo>
                    <a:pt x="21908" y="38767"/>
                  </a:lnTo>
                  <a:cubicBezTo>
                    <a:pt x="24384" y="38767"/>
                    <a:pt x="26384" y="40767"/>
                    <a:pt x="26384" y="43243"/>
                  </a:cubicBezTo>
                  <a:cubicBezTo>
                    <a:pt x="26384" y="45720"/>
                    <a:pt x="24384" y="47720"/>
                    <a:pt x="21908" y="47720"/>
                  </a:cubicBezTo>
                  <a:lnTo>
                    <a:pt x="15812" y="47720"/>
                  </a:lnTo>
                  <a:cubicBezTo>
                    <a:pt x="14002" y="47720"/>
                    <a:pt x="12383" y="46672"/>
                    <a:pt x="11621" y="44958"/>
                  </a:cubicBezTo>
                  <a:cubicBezTo>
                    <a:pt x="10383" y="42100"/>
                    <a:pt x="7144" y="40767"/>
                    <a:pt x="4286" y="42005"/>
                  </a:cubicBezTo>
                  <a:cubicBezTo>
                    <a:pt x="1429" y="43243"/>
                    <a:pt x="95" y="46482"/>
                    <a:pt x="1334" y="49340"/>
                  </a:cubicBezTo>
                  <a:cubicBezTo>
                    <a:pt x="3429" y="54388"/>
                    <a:pt x="8001" y="57817"/>
                    <a:pt x="13240" y="58674"/>
                  </a:cubicBezTo>
                  <a:lnTo>
                    <a:pt x="13240" y="59817"/>
                  </a:lnTo>
                  <a:cubicBezTo>
                    <a:pt x="13240" y="62865"/>
                    <a:pt x="15716" y="65437"/>
                    <a:pt x="18860" y="65437"/>
                  </a:cubicBezTo>
                  <a:cubicBezTo>
                    <a:pt x="22003" y="65437"/>
                    <a:pt x="24479" y="62960"/>
                    <a:pt x="24479" y="59817"/>
                  </a:cubicBezTo>
                  <a:lnTo>
                    <a:pt x="24479" y="58579"/>
                  </a:lnTo>
                  <a:cubicBezTo>
                    <a:pt x="31909" y="57340"/>
                    <a:pt x="37624" y="50863"/>
                    <a:pt x="37624" y="43148"/>
                  </a:cubicBezTo>
                  <a:cubicBezTo>
                    <a:pt x="37624" y="34480"/>
                    <a:pt x="30575" y="27432"/>
                    <a:pt x="21908" y="27432"/>
                  </a:cubicBezTo>
                  <a:lnTo>
                    <a:pt x="15812" y="27432"/>
                  </a:lnTo>
                  <a:cubicBezTo>
                    <a:pt x="13335" y="27432"/>
                    <a:pt x="11335" y="25432"/>
                    <a:pt x="11335" y="22955"/>
                  </a:cubicBezTo>
                  <a:cubicBezTo>
                    <a:pt x="11335" y="20479"/>
                    <a:pt x="13335" y="18478"/>
                    <a:pt x="15812" y="18478"/>
                  </a:cubicBezTo>
                  <a:lnTo>
                    <a:pt x="21908" y="18478"/>
                  </a:lnTo>
                  <a:cubicBezTo>
                    <a:pt x="23432" y="18478"/>
                    <a:pt x="24860" y="19240"/>
                    <a:pt x="25622" y="20479"/>
                  </a:cubicBezTo>
                  <a:cubicBezTo>
                    <a:pt x="27337" y="23050"/>
                    <a:pt x="30861" y="23717"/>
                    <a:pt x="33338" y="22003"/>
                  </a:cubicBezTo>
                  <a:cubicBezTo>
                    <a:pt x="35909" y="20288"/>
                    <a:pt x="36576" y="16764"/>
                    <a:pt x="34862" y="14288"/>
                  </a:cubicBezTo>
                  <a:cubicBezTo>
                    <a:pt x="32385" y="10668"/>
                    <a:pt x="28575" y="8287"/>
                    <a:pt x="24384" y="7620"/>
                  </a:cubicBezTo>
                  <a:lnTo>
                    <a:pt x="24384" y="5620"/>
                  </a:lnTo>
                  <a:cubicBezTo>
                    <a:pt x="24384" y="2572"/>
                    <a:pt x="21908" y="0"/>
                    <a:pt x="18764" y="0"/>
                  </a:cubicBezTo>
                  <a:cubicBezTo>
                    <a:pt x="15621" y="0"/>
                    <a:pt x="13145" y="2476"/>
                    <a:pt x="13145" y="5620"/>
                  </a:cubicBezTo>
                  <a:lnTo>
                    <a:pt x="13145" y="7620"/>
                  </a:lnTo>
                  <a:cubicBezTo>
                    <a:pt x="5715" y="8858"/>
                    <a:pt x="0" y="15335"/>
                    <a:pt x="0" y="23050"/>
                  </a:cubicBezTo>
                  <a:cubicBezTo>
                    <a:pt x="0" y="31718"/>
                    <a:pt x="7049" y="38767"/>
                    <a:pt x="15716" y="38767"/>
                  </a:cubicBezTo>
                  <a:lnTo>
                    <a:pt x="15716" y="387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4"/>
            <p:cNvSpPr/>
            <p:nvPr/>
          </p:nvSpPr>
          <p:spPr>
            <a:xfrm>
              <a:off x="7112602" y="2661094"/>
              <a:ext cx="105727" cy="105727"/>
            </a:xfrm>
            <a:custGeom>
              <a:rect b="b" l="l" r="r" t="t"/>
              <a:pathLst>
                <a:path extrusionOk="0" h="105727" w="105727">
                  <a:moveTo>
                    <a:pt x="52864" y="105728"/>
                  </a:moveTo>
                  <a:cubicBezTo>
                    <a:pt x="82010" y="105728"/>
                    <a:pt x="105727" y="82010"/>
                    <a:pt x="105727" y="52864"/>
                  </a:cubicBezTo>
                  <a:cubicBezTo>
                    <a:pt x="105727" y="23717"/>
                    <a:pt x="82010" y="0"/>
                    <a:pt x="52864" y="0"/>
                  </a:cubicBezTo>
                  <a:cubicBezTo>
                    <a:pt x="23717" y="0"/>
                    <a:pt x="0" y="23717"/>
                    <a:pt x="0" y="52864"/>
                  </a:cubicBezTo>
                  <a:cubicBezTo>
                    <a:pt x="0" y="82010"/>
                    <a:pt x="23717" y="105728"/>
                    <a:pt x="52864" y="105728"/>
                  </a:cubicBezTo>
                  <a:lnTo>
                    <a:pt x="52864" y="105728"/>
                  </a:lnTo>
                  <a:close/>
                  <a:moveTo>
                    <a:pt x="52864" y="11144"/>
                  </a:moveTo>
                  <a:cubicBezTo>
                    <a:pt x="75914" y="11144"/>
                    <a:pt x="94583" y="29813"/>
                    <a:pt x="94583" y="52864"/>
                  </a:cubicBezTo>
                  <a:cubicBezTo>
                    <a:pt x="94583" y="75914"/>
                    <a:pt x="75914" y="94583"/>
                    <a:pt x="52864" y="94583"/>
                  </a:cubicBezTo>
                  <a:cubicBezTo>
                    <a:pt x="29813" y="94583"/>
                    <a:pt x="11144" y="75819"/>
                    <a:pt x="11144" y="52864"/>
                  </a:cubicBezTo>
                  <a:cubicBezTo>
                    <a:pt x="11144" y="29908"/>
                    <a:pt x="29813" y="11144"/>
                    <a:pt x="52864" y="11144"/>
                  </a:cubicBezTo>
                  <a:lnTo>
                    <a:pt x="52864" y="111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4"/>
            <p:cNvSpPr/>
            <p:nvPr/>
          </p:nvSpPr>
          <p:spPr>
            <a:xfrm>
              <a:off x="7232593" y="2677668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9644" y="18002"/>
                  </a:moveTo>
                  <a:lnTo>
                    <a:pt x="14121" y="13525"/>
                  </a:lnTo>
                  <a:lnTo>
                    <a:pt x="18598" y="18002"/>
                  </a:lnTo>
                  <a:cubicBezTo>
                    <a:pt x="19646" y="19050"/>
                    <a:pt x="21074" y="19621"/>
                    <a:pt x="22503" y="19621"/>
                  </a:cubicBezTo>
                  <a:cubicBezTo>
                    <a:pt x="23932" y="19621"/>
                    <a:pt x="25360" y="19050"/>
                    <a:pt x="26408" y="18002"/>
                  </a:cubicBezTo>
                  <a:cubicBezTo>
                    <a:pt x="28599" y="15811"/>
                    <a:pt x="28599" y="12287"/>
                    <a:pt x="26408" y="10096"/>
                  </a:cubicBezTo>
                  <a:lnTo>
                    <a:pt x="17931" y="1619"/>
                  </a:lnTo>
                  <a:cubicBezTo>
                    <a:pt x="16883" y="571"/>
                    <a:pt x="15455" y="0"/>
                    <a:pt x="14026" y="0"/>
                  </a:cubicBezTo>
                  <a:cubicBezTo>
                    <a:pt x="12597" y="0"/>
                    <a:pt x="11168" y="571"/>
                    <a:pt x="10121" y="1619"/>
                  </a:cubicBezTo>
                  <a:lnTo>
                    <a:pt x="1643" y="10096"/>
                  </a:lnTo>
                  <a:cubicBezTo>
                    <a:pt x="-548" y="12287"/>
                    <a:pt x="-548" y="15811"/>
                    <a:pt x="1643" y="18002"/>
                  </a:cubicBezTo>
                  <a:cubicBezTo>
                    <a:pt x="3834" y="20193"/>
                    <a:pt x="7358" y="20193"/>
                    <a:pt x="9549" y="18002"/>
                  </a:cubicBezTo>
                  <a:lnTo>
                    <a:pt x="9549" y="180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24"/>
            <p:cNvSpPr/>
            <p:nvPr/>
          </p:nvSpPr>
          <p:spPr>
            <a:xfrm>
              <a:off x="7232593" y="2704052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9644" y="18002"/>
                  </a:moveTo>
                  <a:lnTo>
                    <a:pt x="14121" y="13525"/>
                  </a:lnTo>
                  <a:lnTo>
                    <a:pt x="18598" y="18002"/>
                  </a:lnTo>
                  <a:cubicBezTo>
                    <a:pt x="19646" y="19050"/>
                    <a:pt x="21074" y="19621"/>
                    <a:pt x="22503" y="19621"/>
                  </a:cubicBezTo>
                  <a:cubicBezTo>
                    <a:pt x="23932" y="19621"/>
                    <a:pt x="25360" y="19050"/>
                    <a:pt x="26408" y="18002"/>
                  </a:cubicBezTo>
                  <a:cubicBezTo>
                    <a:pt x="28599" y="15812"/>
                    <a:pt x="28599" y="12287"/>
                    <a:pt x="26408" y="10096"/>
                  </a:cubicBezTo>
                  <a:lnTo>
                    <a:pt x="17931" y="1619"/>
                  </a:lnTo>
                  <a:cubicBezTo>
                    <a:pt x="16883" y="571"/>
                    <a:pt x="15455" y="0"/>
                    <a:pt x="14026" y="0"/>
                  </a:cubicBezTo>
                  <a:cubicBezTo>
                    <a:pt x="12597" y="0"/>
                    <a:pt x="11168" y="571"/>
                    <a:pt x="10121" y="1619"/>
                  </a:cubicBezTo>
                  <a:lnTo>
                    <a:pt x="1643" y="10096"/>
                  </a:lnTo>
                  <a:cubicBezTo>
                    <a:pt x="-548" y="12287"/>
                    <a:pt x="-548" y="15812"/>
                    <a:pt x="1643" y="18002"/>
                  </a:cubicBezTo>
                  <a:cubicBezTo>
                    <a:pt x="3834" y="20193"/>
                    <a:pt x="7358" y="20193"/>
                    <a:pt x="9549" y="18002"/>
                  </a:cubicBezTo>
                  <a:lnTo>
                    <a:pt x="9549" y="180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24"/>
            <p:cNvSpPr/>
            <p:nvPr/>
          </p:nvSpPr>
          <p:spPr>
            <a:xfrm>
              <a:off x="7232593" y="2730531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9644" y="18002"/>
                  </a:moveTo>
                  <a:lnTo>
                    <a:pt x="14121" y="13525"/>
                  </a:lnTo>
                  <a:lnTo>
                    <a:pt x="18598" y="18002"/>
                  </a:lnTo>
                  <a:cubicBezTo>
                    <a:pt x="19646" y="19050"/>
                    <a:pt x="21074" y="19622"/>
                    <a:pt x="22503" y="19622"/>
                  </a:cubicBezTo>
                  <a:cubicBezTo>
                    <a:pt x="23932" y="19622"/>
                    <a:pt x="25360" y="19050"/>
                    <a:pt x="26408" y="18002"/>
                  </a:cubicBezTo>
                  <a:cubicBezTo>
                    <a:pt x="28599" y="15812"/>
                    <a:pt x="28599" y="12287"/>
                    <a:pt x="26408" y="10097"/>
                  </a:cubicBezTo>
                  <a:lnTo>
                    <a:pt x="17931" y="1619"/>
                  </a:lnTo>
                  <a:cubicBezTo>
                    <a:pt x="16883" y="572"/>
                    <a:pt x="15455" y="0"/>
                    <a:pt x="14026" y="0"/>
                  </a:cubicBezTo>
                  <a:cubicBezTo>
                    <a:pt x="12597" y="0"/>
                    <a:pt x="11168" y="572"/>
                    <a:pt x="10121" y="1619"/>
                  </a:cubicBezTo>
                  <a:lnTo>
                    <a:pt x="1643" y="10097"/>
                  </a:lnTo>
                  <a:cubicBezTo>
                    <a:pt x="-548" y="12287"/>
                    <a:pt x="-548" y="15812"/>
                    <a:pt x="1643" y="18002"/>
                  </a:cubicBezTo>
                  <a:cubicBezTo>
                    <a:pt x="3834" y="20193"/>
                    <a:pt x="7358" y="20193"/>
                    <a:pt x="9549" y="18002"/>
                  </a:cubicBezTo>
                  <a:lnTo>
                    <a:pt x="9549" y="180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2" name="Google Shape;592;p24"/>
          <p:cNvSpPr txBox="1"/>
          <p:nvPr/>
        </p:nvSpPr>
        <p:spPr>
          <a:xfrm>
            <a:off x="6562093" y="4192723"/>
            <a:ext cx="1783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doesn’t have a solid surface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93" name="Google Shape;593;p24"/>
          <p:cNvSpPr txBox="1"/>
          <p:nvPr/>
        </p:nvSpPr>
        <p:spPr>
          <a:xfrm>
            <a:off x="798086" y="4192731"/>
            <a:ext cx="1783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far away from us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94" name="Google Shape;594;p24"/>
          <p:cNvSpPr txBox="1"/>
          <p:nvPr/>
        </p:nvSpPr>
        <p:spPr>
          <a:xfrm>
            <a:off x="4640775" y="4192725"/>
            <a:ext cx="1783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95" name="Google Shape;595;p24"/>
          <p:cNvSpPr txBox="1"/>
          <p:nvPr/>
        </p:nvSpPr>
        <p:spPr>
          <a:xfrm>
            <a:off x="2719447" y="4192726"/>
            <a:ext cx="1783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also known as the Blue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Stock Market Infographics</a:t>
            </a:r>
            <a:endParaRPr/>
          </a:p>
        </p:txBody>
      </p:sp>
      <p:sp>
        <p:nvSpPr>
          <p:cNvPr id="601" name="Google Shape;601;p25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25"/>
          <p:cNvSpPr/>
          <p:nvPr/>
        </p:nvSpPr>
        <p:spPr>
          <a:xfrm>
            <a:off x="900867" y="2600763"/>
            <a:ext cx="613200" cy="61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3" name="Google Shape;603;p25"/>
          <p:cNvSpPr/>
          <p:nvPr/>
        </p:nvSpPr>
        <p:spPr>
          <a:xfrm>
            <a:off x="7647067" y="2600763"/>
            <a:ext cx="613200" cy="61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4" name="Google Shape;604;p25"/>
          <p:cNvSpPr txBox="1"/>
          <p:nvPr/>
        </p:nvSpPr>
        <p:spPr>
          <a:xfrm>
            <a:off x="2047418" y="3683275"/>
            <a:ext cx="16932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 and is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very small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5" name="Google Shape;605;p25"/>
          <p:cNvSpPr txBox="1"/>
          <p:nvPr/>
        </p:nvSpPr>
        <p:spPr>
          <a:xfrm>
            <a:off x="2047415" y="3328363"/>
            <a:ext cx="169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Mercury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6" name="Google Shape;606;p25"/>
          <p:cNvSpPr txBox="1"/>
          <p:nvPr/>
        </p:nvSpPr>
        <p:spPr>
          <a:xfrm>
            <a:off x="5420518" y="3683275"/>
            <a:ext cx="16932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the only one with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7" name="Google Shape;607;p25"/>
          <p:cNvSpPr txBox="1"/>
          <p:nvPr/>
        </p:nvSpPr>
        <p:spPr>
          <a:xfrm>
            <a:off x="5420515" y="3328363"/>
            <a:ext cx="169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Earth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8" name="Google Shape;608;p25"/>
          <p:cNvSpPr/>
          <p:nvPr/>
        </p:nvSpPr>
        <p:spPr>
          <a:xfrm>
            <a:off x="4273967" y="2600763"/>
            <a:ext cx="613200" cy="61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09" name="Google Shape;609;p25"/>
          <p:cNvCxnSpPr>
            <a:stCxn id="602" idx="3"/>
            <a:endCxn id="610" idx="2"/>
          </p:cNvCxnSpPr>
          <p:nvPr/>
        </p:nvCxnSpPr>
        <p:spPr>
          <a:xfrm>
            <a:off x="1514067" y="2907363"/>
            <a:ext cx="134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10" name="Google Shape;610;p25"/>
          <p:cNvSpPr/>
          <p:nvPr/>
        </p:nvSpPr>
        <p:spPr>
          <a:xfrm>
            <a:off x="2862975" y="2876325"/>
            <a:ext cx="62100" cy="6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11" name="Google Shape;611;p25"/>
          <p:cNvCxnSpPr>
            <a:stCxn id="610" idx="6"/>
            <a:endCxn id="608" idx="1"/>
          </p:cNvCxnSpPr>
          <p:nvPr/>
        </p:nvCxnSpPr>
        <p:spPr>
          <a:xfrm>
            <a:off x="2925075" y="2907375"/>
            <a:ext cx="134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12" name="Google Shape;612;p25"/>
          <p:cNvSpPr/>
          <p:nvPr/>
        </p:nvSpPr>
        <p:spPr>
          <a:xfrm>
            <a:off x="6236075" y="2876325"/>
            <a:ext cx="62100" cy="6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13" name="Google Shape;613;p25"/>
          <p:cNvCxnSpPr>
            <a:stCxn id="608" idx="3"/>
            <a:endCxn id="612" idx="2"/>
          </p:cNvCxnSpPr>
          <p:nvPr/>
        </p:nvCxnSpPr>
        <p:spPr>
          <a:xfrm>
            <a:off x="4887167" y="2907363"/>
            <a:ext cx="134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25"/>
          <p:cNvCxnSpPr>
            <a:stCxn id="612" idx="6"/>
            <a:endCxn id="603" idx="1"/>
          </p:cNvCxnSpPr>
          <p:nvPr/>
        </p:nvCxnSpPr>
        <p:spPr>
          <a:xfrm>
            <a:off x="6298175" y="2907375"/>
            <a:ext cx="134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25"/>
          <p:cNvCxnSpPr>
            <a:stCxn id="610" idx="4"/>
            <a:endCxn id="605" idx="0"/>
          </p:cNvCxnSpPr>
          <p:nvPr/>
        </p:nvCxnSpPr>
        <p:spPr>
          <a:xfrm>
            <a:off x="2894025" y="2938425"/>
            <a:ext cx="0" cy="39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25"/>
          <p:cNvCxnSpPr>
            <a:stCxn id="612" idx="4"/>
            <a:endCxn id="607" idx="0"/>
          </p:cNvCxnSpPr>
          <p:nvPr/>
        </p:nvCxnSpPr>
        <p:spPr>
          <a:xfrm>
            <a:off x="6267125" y="2938425"/>
            <a:ext cx="0" cy="39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17" name="Google Shape;617;p25"/>
          <p:cNvGrpSpPr/>
          <p:nvPr/>
        </p:nvGrpSpPr>
        <p:grpSpPr>
          <a:xfrm>
            <a:off x="4390591" y="2694361"/>
            <a:ext cx="379877" cy="426003"/>
            <a:chOff x="6312312" y="3238500"/>
            <a:chExt cx="339661" cy="380904"/>
          </a:xfrm>
        </p:grpSpPr>
        <p:sp>
          <p:nvSpPr>
            <p:cNvPr id="618" name="Google Shape;618;p25"/>
            <p:cNvSpPr/>
            <p:nvPr/>
          </p:nvSpPr>
          <p:spPr>
            <a:xfrm>
              <a:off x="6312312" y="3238500"/>
              <a:ext cx="339661" cy="380904"/>
            </a:xfrm>
            <a:custGeom>
              <a:rect b="b" l="l" r="r" t="t"/>
              <a:pathLst>
                <a:path extrusionOk="0" h="380904" w="339661">
                  <a:moveTo>
                    <a:pt x="335185" y="180784"/>
                  </a:moveTo>
                  <a:lnTo>
                    <a:pt x="290894" y="138589"/>
                  </a:lnTo>
                  <a:lnTo>
                    <a:pt x="290894" y="14002"/>
                  </a:lnTo>
                  <a:cubicBezTo>
                    <a:pt x="290894" y="6287"/>
                    <a:pt x="284607" y="0"/>
                    <a:pt x="276892" y="0"/>
                  </a:cubicBezTo>
                  <a:lnTo>
                    <a:pt x="62389" y="0"/>
                  </a:lnTo>
                  <a:cubicBezTo>
                    <a:pt x="54674" y="0"/>
                    <a:pt x="48387" y="6287"/>
                    <a:pt x="48387" y="14002"/>
                  </a:cubicBezTo>
                  <a:lnTo>
                    <a:pt x="48387" y="65437"/>
                  </a:lnTo>
                  <a:cubicBezTo>
                    <a:pt x="48387" y="68485"/>
                    <a:pt x="50863" y="71057"/>
                    <a:pt x="54007" y="71057"/>
                  </a:cubicBezTo>
                  <a:cubicBezTo>
                    <a:pt x="57150" y="71057"/>
                    <a:pt x="59627" y="68580"/>
                    <a:pt x="59627" y="65437"/>
                  </a:cubicBezTo>
                  <a:lnTo>
                    <a:pt x="59627" y="14002"/>
                  </a:lnTo>
                  <a:cubicBezTo>
                    <a:pt x="59627" y="12478"/>
                    <a:pt x="60865" y="11144"/>
                    <a:pt x="62484" y="11144"/>
                  </a:cubicBezTo>
                  <a:lnTo>
                    <a:pt x="276987" y="11144"/>
                  </a:lnTo>
                  <a:cubicBezTo>
                    <a:pt x="278511" y="11144"/>
                    <a:pt x="279845" y="12383"/>
                    <a:pt x="279845" y="14002"/>
                  </a:cubicBezTo>
                  <a:lnTo>
                    <a:pt x="279845" y="226504"/>
                  </a:lnTo>
                  <a:lnTo>
                    <a:pt x="230981" y="279083"/>
                  </a:lnTo>
                  <a:lnTo>
                    <a:pt x="200311" y="250317"/>
                  </a:lnTo>
                  <a:cubicBezTo>
                    <a:pt x="196120" y="246412"/>
                    <a:pt x="190786" y="244316"/>
                    <a:pt x="185071" y="244316"/>
                  </a:cubicBezTo>
                  <a:lnTo>
                    <a:pt x="155734" y="244316"/>
                  </a:lnTo>
                  <a:cubicBezTo>
                    <a:pt x="150114" y="244316"/>
                    <a:pt x="144685" y="246412"/>
                    <a:pt x="140589" y="250222"/>
                  </a:cubicBezTo>
                  <a:lnTo>
                    <a:pt x="109061" y="279463"/>
                  </a:lnTo>
                  <a:lnTo>
                    <a:pt x="59817" y="226409"/>
                  </a:lnTo>
                  <a:lnTo>
                    <a:pt x="59817" y="90107"/>
                  </a:lnTo>
                  <a:cubicBezTo>
                    <a:pt x="59817" y="87058"/>
                    <a:pt x="57341" y="84487"/>
                    <a:pt x="54197" y="84487"/>
                  </a:cubicBezTo>
                  <a:cubicBezTo>
                    <a:pt x="51054" y="84487"/>
                    <a:pt x="48578" y="86963"/>
                    <a:pt x="48578" y="90107"/>
                  </a:cubicBezTo>
                  <a:lnTo>
                    <a:pt x="48578" y="138493"/>
                  </a:lnTo>
                  <a:lnTo>
                    <a:pt x="4191" y="180784"/>
                  </a:lnTo>
                  <a:cubicBezTo>
                    <a:pt x="1524" y="183356"/>
                    <a:pt x="0" y="187071"/>
                    <a:pt x="0" y="190786"/>
                  </a:cubicBezTo>
                  <a:lnTo>
                    <a:pt x="0" y="366998"/>
                  </a:lnTo>
                  <a:cubicBezTo>
                    <a:pt x="0" y="374713"/>
                    <a:pt x="6287" y="380905"/>
                    <a:pt x="13907" y="380905"/>
                  </a:cubicBezTo>
                  <a:lnTo>
                    <a:pt x="325755" y="380905"/>
                  </a:lnTo>
                  <a:cubicBezTo>
                    <a:pt x="333470" y="380905"/>
                    <a:pt x="339662" y="374618"/>
                    <a:pt x="339662" y="366998"/>
                  </a:cubicBezTo>
                  <a:lnTo>
                    <a:pt x="339662" y="313658"/>
                  </a:lnTo>
                  <a:cubicBezTo>
                    <a:pt x="339662" y="310610"/>
                    <a:pt x="337185" y="308038"/>
                    <a:pt x="334042" y="308038"/>
                  </a:cubicBezTo>
                  <a:cubicBezTo>
                    <a:pt x="330899" y="308038"/>
                    <a:pt x="328422" y="310515"/>
                    <a:pt x="328422" y="313658"/>
                  </a:cubicBezTo>
                  <a:lnTo>
                    <a:pt x="328422" y="366998"/>
                  </a:lnTo>
                  <a:cubicBezTo>
                    <a:pt x="328422" y="367951"/>
                    <a:pt x="327946" y="368713"/>
                    <a:pt x="327279" y="369189"/>
                  </a:cubicBezTo>
                  <a:lnTo>
                    <a:pt x="239173" y="286607"/>
                  </a:lnTo>
                  <a:lnTo>
                    <a:pt x="323660" y="195643"/>
                  </a:lnTo>
                  <a:cubicBezTo>
                    <a:pt x="324803" y="194405"/>
                    <a:pt x="326136" y="194786"/>
                    <a:pt x="326708" y="194977"/>
                  </a:cubicBezTo>
                  <a:cubicBezTo>
                    <a:pt x="327279" y="195167"/>
                    <a:pt x="328422" y="195834"/>
                    <a:pt x="328422" y="197549"/>
                  </a:cubicBezTo>
                  <a:lnTo>
                    <a:pt x="328422" y="288798"/>
                  </a:lnTo>
                  <a:cubicBezTo>
                    <a:pt x="328422" y="291846"/>
                    <a:pt x="330899" y="294418"/>
                    <a:pt x="334042" y="294418"/>
                  </a:cubicBezTo>
                  <a:cubicBezTo>
                    <a:pt x="337185" y="294418"/>
                    <a:pt x="339662" y="291941"/>
                    <a:pt x="339662" y="288798"/>
                  </a:cubicBezTo>
                  <a:lnTo>
                    <a:pt x="339662" y="190786"/>
                  </a:lnTo>
                  <a:cubicBezTo>
                    <a:pt x="339662" y="187071"/>
                    <a:pt x="338138" y="183356"/>
                    <a:pt x="335375" y="180689"/>
                  </a:cubicBezTo>
                  <a:lnTo>
                    <a:pt x="335375" y="180689"/>
                  </a:lnTo>
                  <a:close/>
                  <a:moveTo>
                    <a:pt x="12002" y="369284"/>
                  </a:moveTo>
                  <a:cubicBezTo>
                    <a:pt x="11335" y="368808"/>
                    <a:pt x="10859" y="367951"/>
                    <a:pt x="10859" y="366998"/>
                  </a:cubicBezTo>
                  <a:lnTo>
                    <a:pt x="10859" y="197644"/>
                  </a:lnTo>
                  <a:cubicBezTo>
                    <a:pt x="10859" y="195929"/>
                    <a:pt x="12097" y="195263"/>
                    <a:pt x="12573" y="195072"/>
                  </a:cubicBezTo>
                  <a:cubicBezTo>
                    <a:pt x="13145" y="194882"/>
                    <a:pt x="14478" y="194500"/>
                    <a:pt x="15621" y="195739"/>
                  </a:cubicBezTo>
                  <a:lnTo>
                    <a:pt x="100489" y="287084"/>
                  </a:lnTo>
                  <a:lnTo>
                    <a:pt x="12002" y="369189"/>
                  </a:lnTo>
                  <a:close/>
                  <a:moveTo>
                    <a:pt x="48292" y="214503"/>
                  </a:moveTo>
                  <a:lnTo>
                    <a:pt x="23813" y="188214"/>
                  </a:lnTo>
                  <a:cubicBezTo>
                    <a:pt x="21812" y="186118"/>
                    <a:pt x="19336" y="184690"/>
                    <a:pt x="16669" y="184118"/>
                  </a:cubicBezTo>
                  <a:lnTo>
                    <a:pt x="48196" y="154114"/>
                  </a:lnTo>
                  <a:lnTo>
                    <a:pt x="48196" y="214598"/>
                  </a:lnTo>
                  <a:close/>
                  <a:moveTo>
                    <a:pt x="27908" y="369856"/>
                  </a:moveTo>
                  <a:lnTo>
                    <a:pt x="147923" y="258509"/>
                  </a:lnTo>
                  <a:cubicBezTo>
                    <a:pt x="150019" y="256604"/>
                    <a:pt x="152686" y="255556"/>
                    <a:pt x="155543" y="255556"/>
                  </a:cubicBezTo>
                  <a:lnTo>
                    <a:pt x="184880" y="255556"/>
                  </a:lnTo>
                  <a:cubicBezTo>
                    <a:pt x="187738" y="255556"/>
                    <a:pt x="190405" y="256604"/>
                    <a:pt x="192500" y="258604"/>
                  </a:cubicBezTo>
                  <a:lnTo>
                    <a:pt x="311372" y="369951"/>
                  </a:lnTo>
                  <a:lnTo>
                    <a:pt x="27908" y="369951"/>
                  </a:lnTo>
                  <a:close/>
                  <a:moveTo>
                    <a:pt x="290798" y="214503"/>
                  </a:moveTo>
                  <a:lnTo>
                    <a:pt x="290798" y="154019"/>
                  </a:lnTo>
                  <a:lnTo>
                    <a:pt x="322326" y="184023"/>
                  </a:lnTo>
                  <a:cubicBezTo>
                    <a:pt x="319659" y="184595"/>
                    <a:pt x="317183" y="186023"/>
                    <a:pt x="315182" y="188119"/>
                  </a:cubicBezTo>
                  <a:lnTo>
                    <a:pt x="290703" y="2144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5"/>
            <p:cNvSpPr/>
            <p:nvPr/>
          </p:nvSpPr>
          <p:spPr>
            <a:xfrm>
              <a:off x="6417372" y="3587210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39"/>
                    <a:pt x="5620" y="11239"/>
                  </a:cubicBezTo>
                  <a:cubicBezTo>
                    <a:pt x="8763" y="11239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6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5"/>
            <p:cNvSpPr/>
            <p:nvPr/>
          </p:nvSpPr>
          <p:spPr>
            <a:xfrm>
              <a:off x="6399751" y="3587210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6" y="11239"/>
                    <a:pt x="5620" y="11239"/>
                  </a:cubicBezTo>
                  <a:cubicBezTo>
                    <a:pt x="8763" y="11239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6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25"/>
            <p:cNvSpPr/>
            <p:nvPr/>
          </p:nvSpPr>
          <p:spPr>
            <a:xfrm>
              <a:off x="6382035" y="3587210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39"/>
                    <a:pt x="5620" y="11239"/>
                  </a:cubicBezTo>
                  <a:cubicBezTo>
                    <a:pt x="8763" y="11239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6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5"/>
            <p:cNvSpPr/>
            <p:nvPr/>
          </p:nvSpPr>
          <p:spPr>
            <a:xfrm>
              <a:off x="6388321" y="3263836"/>
              <a:ext cx="21621" cy="11239"/>
            </a:xfrm>
            <a:custGeom>
              <a:rect b="b" l="l" r="r" t="t"/>
              <a:pathLst>
                <a:path extrusionOk="0" h="11239" w="21621">
                  <a:moveTo>
                    <a:pt x="16002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6002" y="11239"/>
                  </a:lnTo>
                  <a:cubicBezTo>
                    <a:pt x="19050" y="11239"/>
                    <a:pt x="21622" y="8763"/>
                    <a:pt x="21622" y="5620"/>
                  </a:cubicBezTo>
                  <a:cubicBezTo>
                    <a:pt x="21622" y="2476"/>
                    <a:pt x="19145" y="0"/>
                    <a:pt x="16002" y="0"/>
                  </a:cubicBezTo>
                  <a:lnTo>
                    <a:pt x="16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5"/>
            <p:cNvSpPr/>
            <p:nvPr/>
          </p:nvSpPr>
          <p:spPr>
            <a:xfrm>
              <a:off x="6453663" y="3295168"/>
              <a:ext cx="121254" cy="115734"/>
            </a:xfrm>
            <a:custGeom>
              <a:rect b="b" l="l" r="r" t="t"/>
              <a:pathLst>
                <a:path extrusionOk="0" h="115734" w="121254">
                  <a:moveTo>
                    <a:pt x="103537" y="12102"/>
                  </a:moveTo>
                  <a:cubicBezTo>
                    <a:pt x="99155" y="7626"/>
                    <a:pt x="94107" y="4006"/>
                    <a:pt x="88583" y="1149"/>
                  </a:cubicBezTo>
                  <a:cubicBezTo>
                    <a:pt x="86011" y="-185"/>
                    <a:pt x="82963" y="-375"/>
                    <a:pt x="80201" y="672"/>
                  </a:cubicBezTo>
                  <a:cubicBezTo>
                    <a:pt x="77438" y="1720"/>
                    <a:pt x="75248" y="3816"/>
                    <a:pt x="74104" y="6578"/>
                  </a:cubicBezTo>
                  <a:lnTo>
                    <a:pt x="57055" y="49059"/>
                  </a:lnTo>
                  <a:lnTo>
                    <a:pt x="11525" y="44392"/>
                  </a:lnTo>
                  <a:cubicBezTo>
                    <a:pt x="8573" y="44106"/>
                    <a:pt x="5620" y="45059"/>
                    <a:pt x="3524" y="47059"/>
                  </a:cubicBezTo>
                  <a:cubicBezTo>
                    <a:pt x="1334" y="49059"/>
                    <a:pt x="95" y="51917"/>
                    <a:pt x="0" y="54870"/>
                  </a:cubicBezTo>
                  <a:cubicBezTo>
                    <a:pt x="0" y="71443"/>
                    <a:pt x="6382" y="86874"/>
                    <a:pt x="18193" y="98494"/>
                  </a:cubicBezTo>
                  <a:cubicBezTo>
                    <a:pt x="23146" y="103256"/>
                    <a:pt x="28766" y="107162"/>
                    <a:pt x="34957" y="110115"/>
                  </a:cubicBezTo>
                  <a:cubicBezTo>
                    <a:pt x="37719" y="111448"/>
                    <a:pt x="41053" y="110115"/>
                    <a:pt x="42386" y="107352"/>
                  </a:cubicBezTo>
                  <a:cubicBezTo>
                    <a:pt x="43720" y="104590"/>
                    <a:pt x="42386" y="101256"/>
                    <a:pt x="39719" y="99923"/>
                  </a:cubicBezTo>
                  <a:cubicBezTo>
                    <a:pt x="34671" y="97542"/>
                    <a:pt x="30004" y="94398"/>
                    <a:pt x="26003" y="90493"/>
                  </a:cubicBezTo>
                  <a:cubicBezTo>
                    <a:pt x="16574" y="81254"/>
                    <a:pt x="11240" y="68871"/>
                    <a:pt x="11144" y="55631"/>
                  </a:cubicBezTo>
                  <a:lnTo>
                    <a:pt x="58103" y="60489"/>
                  </a:lnTo>
                  <a:lnTo>
                    <a:pt x="91440" y="93827"/>
                  </a:lnTo>
                  <a:cubicBezTo>
                    <a:pt x="82963" y="100590"/>
                    <a:pt x="72485" y="104304"/>
                    <a:pt x="61436" y="104495"/>
                  </a:cubicBezTo>
                  <a:cubicBezTo>
                    <a:pt x="58388" y="104495"/>
                    <a:pt x="55912" y="107067"/>
                    <a:pt x="55912" y="110210"/>
                  </a:cubicBezTo>
                  <a:cubicBezTo>
                    <a:pt x="55912" y="113258"/>
                    <a:pt x="58484" y="115734"/>
                    <a:pt x="61532" y="115734"/>
                  </a:cubicBezTo>
                  <a:cubicBezTo>
                    <a:pt x="61532" y="115734"/>
                    <a:pt x="61532" y="115734"/>
                    <a:pt x="61532" y="115734"/>
                  </a:cubicBezTo>
                  <a:cubicBezTo>
                    <a:pt x="77058" y="115449"/>
                    <a:pt x="91726" y="109448"/>
                    <a:pt x="102775" y="98685"/>
                  </a:cubicBezTo>
                  <a:cubicBezTo>
                    <a:pt x="102965" y="98494"/>
                    <a:pt x="103061" y="98399"/>
                    <a:pt x="103251" y="98208"/>
                  </a:cubicBezTo>
                  <a:cubicBezTo>
                    <a:pt x="103251" y="98208"/>
                    <a:pt x="103346" y="98113"/>
                    <a:pt x="103442" y="98018"/>
                  </a:cubicBezTo>
                  <a:cubicBezTo>
                    <a:pt x="103442" y="98018"/>
                    <a:pt x="103632" y="97827"/>
                    <a:pt x="103727" y="97732"/>
                  </a:cubicBezTo>
                  <a:cubicBezTo>
                    <a:pt x="114871" y="86397"/>
                    <a:pt x="121158" y="71538"/>
                    <a:pt x="121253" y="55536"/>
                  </a:cubicBezTo>
                  <a:cubicBezTo>
                    <a:pt x="121349" y="39153"/>
                    <a:pt x="115062" y="23818"/>
                    <a:pt x="103442" y="12198"/>
                  </a:cubicBezTo>
                  <a:lnTo>
                    <a:pt x="103442" y="12198"/>
                  </a:lnTo>
                  <a:close/>
                  <a:moveTo>
                    <a:pt x="84201" y="11436"/>
                  </a:moveTo>
                  <a:cubicBezTo>
                    <a:pt x="88392" y="13722"/>
                    <a:pt x="92297" y="16579"/>
                    <a:pt x="95726" y="20008"/>
                  </a:cubicBezTo>
                  <a:cubicBezTo>
                    <a:pt x="105156" y="29438"/>
                    <a:pt x="110300" y="42011"/>
                    <a:pt x="110204" y="55346"/>
                  </a:cubicBezTo>
                  <a:cubicBezTo>
                    <a:pt x="110204" y="66585"/>
                    <a:pt x="106299" y="77158"/>
                    <a:pt x="99441" y="85826"/>
                  </a:cubicBezTo>
                  <a:lnTo>
                    <a:pt x="67246" y="53631"/>
                  </a:lnTo>
                  <a:lnTo>
                    <a:pt x="84201" y="114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5"/>
            <p:cNvSpPr/>
            <p:nvPr/>
          </p:nvSpPr>
          <p:spPr>
            <a:xfrm>
              <a:off x="6442687" y="3268547"/>
              <a:ext cx="84125" cy="65773"/>
            </a:xfrm>
            <a:custGeom>
              <a:rect b="b" l="l" r="r" t="t"/>
              <a:pathLst>
                <a:path extrusionOk="0" h="65773" w="84125">
                  <a:moveTo>
                    <a:pt x="76699" y="2433"/>
                  </a:moveTo>
                  <a:cubicBezTo>
                    <a:pt x="55363" y="-3759"/>
                    <a:pt x="32407" y="2052"/>
                    <a:pt x="16786" y="17768"/>
                  </a:cubicBezTo>
                  <a:cubicBezTo>
                    <a:pt x="8309" y="26245"/>
                    <a:pt x="2594" y="36913"/>
                    <a:pt x="213" y="48534"/>
                  </a:cubicBezTo>
                  <a:cubicBezTo>
                    <a:pt x="-359" y="51486"/>
                    <a:pt x="213" y="54439"/>
                    <a:pt x="2022" y="56820"/>
                  </a:cubicBezTo>
                  <a:cubicBezTo>
                    <a:pt x="3737" y="59202"/>
                    <a:pt x="6404" y="60726"/>
                    <a:pt x="9357" y="61011"/>
                  </a:cubicBezTo>
                  <a:lnTo>
                    <a:pt x="55363" y="65774"/>
                  </a:lnTo>
                  <a:cubicBezTo>
                    <a:pt x="55363" y="65774"/>
                    <a:pt x="56029" y="65774"/>
                    <a:pt x="56410" y="65774"/>
                  </a:cubicBezTo>
                  <a:cubicBezTo>
                    <a:pt x="60601" y="65774"/>
                    <a:pt x="64507" y="63202"/>
                    <a:pt x="66126" y="59202"/>
                  </a:cubicBezTo>
                  <a:lnTo>
                    <a:pt x="83366" y="16244"/>
                  </a:lnTo>
                  <a:cubicBezTo>
                    <a:pt x="84509" y="13482"/>
                    <a:pt x="84319" y="10434"/>
                    <a:pt x="83080" y="7767"/>
                  </a:cubicBezTo>
                  <a:cubicBezTo>
                    <a:pt x="81842" y="5100"/>
                    <a:pt x="79461" y="3195"/>
                    <a:pt x="76699" y="2337"/>
                  </a:cubicBezTo>
                  <a:lnTo>
                    <a:pt x="76699" y="2337"/>
                  </a:lnTo>
                  <a:close/>
                  <a:moveTo>
                    <a:pt x="56125" y="54630"/>
                  </a:moveTo>
                  <a:lnTo>
                    <a:pt x="11357" y="50058"/>
                  </a:lnTo>
                  <a:cubicBezTo>
                    <a:pt x="13357" y="40818"/>
                    <a:pt x="17929" y="32341"/>
                    <a:pt x="24692" y="25674"/>
                  </a:cubicBezTo>
                  <a:cubicBezTo>
                    <a:pt x="37265" y="13101"/>
                    <a:pt x="55648" y="8243"/>
                    <a:pt x="72793" y="12910"/>
                  </a:cubicBezTo>
                  <a:lnTo>
                    <a:pt x="56029" y="546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25"/>
            <p:cNvSpPr/>
            <p:nvPr/>
          </p:nvSpPr>
          <p:spPr>
            <a:xfrm>
              <a:off x="6397084" y="3396138"/>
              <a:ext cx="43815" cy="11239"/>
            </a:xfrm>
            <a:custGeom>
              <a:rect b="b" l="l" r="r" t="t"/>
              <a:pathLst>
                <a:path extrusionOk="0" h="11239" w="43815">
                  <a:moveTo>
                    <a:pt x="38195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38195" y="11239"/>
                  </a:lnTo>
                  <a:cubicBezTo>
                    <a:pt x="41243" y="11239"/>
                    <a:pt x="43815" y="8763"/>
                    <a:pt x="43815" y="5620"/>
                  </a:cubicBezTo>
                  <a:cubicBezTo>
                    <a:pt x="43815" y="2476"/>
                    <a:pt x="41339" y="0"/>
                    <a:pt x="38195" y="0"/>
                  </a:cubicBezTo>
                  <a:lnTo>
                    <a:pt x="381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6489477" y="3420617"/>
              <a:ext cx="12858" cy="11239"/>
            </a:xfrm>
            <a:custGeom>
              <a:rect b="b" l="l" r="r" t="t"/>
              <a:pathLst>
                <a:path extrusionOk="0" h="11239" w="12858">
                  <a:moveTo>
                    <a:pt x="72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7239" y="11240"/>
                  </a:lnTo>
                  <a:cubicBezTo>
                    <a:pt x="10287" y="11240"/>
                    <a:pt x="12859" y="8763"/>
                    <a:pt x="12859" y="5620"/>
                  </a:cubicBezTo>
                  <a:cubicBezTo>
                    <a:pt x="12859" y="2477"/>
                    <a:pt x="10382" y="0"/>
                    <a:pt x="7239" y="0"/>
                  </a:cubicBezTo>
                  <a:lnTo>
                    <a:pt x="7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5"/>
            <p:cNvSpPr/>
            <p:nvPr/>
          </p:nvSpPr>
          <p:spPr>
            <a:xfrm>
              <a:off x="6454806" y="3420522"/>
              <a:ext cx="25145" cy="11239"/>
            </a:xfrm>
            <a:custGeom>
              <a:rect b="b" l="l" r="r" t="t"/>
              <a:pathLst>
                <a:path extrusionOk="0" h="11239" w="25145">
                  <a:moveTo>
                    <a:pt x="19526" y="11239"/>
                  </a:moveTo>
                  <a:cubicBezTo>
                    <a:pt x="22574" y="11239"/>
                    <a:pt x="25146" y="8763"/>
                    <a:pt x="25146" y="5620"/>
                  </a:cubicBezTo>
                  <a:cubicBezTo>
                    <a:pt x="25146" y="2476"/>
                    <a:pt x="22669" y="0"/>
                    <a:pt x="19526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19526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5"/>
            <p:cNvSpPr/>
            <p:nvPr/>
          </p:nvSpPr>
          <p:spPr>
            <a:xfrm>
              <a:off x="6397084" y="3420617"/>
              <a:ext cx="48196" cy="11239"/>
            </a:xfrm>
            <a:custGeom>
              <a:rect b="b" l="l" r="r" t="t"/>
              <a:pathLst>
                <a:path extrusionOk="0" h="11239" w="48196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42577" y="11240"/>
                  </a:lnTo>
                  <a:cubicBezTo>
                    <a:pt x="45625" y="11240"/>
                    <a:pt x="48197" y="8763"/>
                    <a:pt x="48197" y="5620"/>
                  </a:cubicBezTo>
                  <a:cubicBezTo>
                    <a:pt x="48197" y="2477"/>
                    <a:pt x="45720" y="0"/>
                    <a:pt x="42577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5"/>
            <p:cNvSpPr/>
            <p:nvPr/>
          </p:nvSpPr>
          <p:spPr>
            <a:xfrm>
              <a:off x="6431088" y="3440906"/>
              <a:ext cx="71247" cy="11239"/>
            </a:xfrm>
            <a:custGeom>
              <a:rect b="b" l="l" r="r" t="t"/>
              <a:pathLst>
                <a:path extrusionOk="0" h="11239" w="71247">
                  <a:moveTo>
                    <a:pt x="65627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65627" y="11239"/>
                  </a:lnTo>
                  <a:cubicBezTo>
                    <a:pt x="68675" y="11239"/>
                    <a:pt x="71247" y="8763"/>
                    <a:pt x="71247" y="5620"/>
                  </a:cubicBezTo>
                  <a:cubicBezTo>
                    <a:pt x="71247" y="2476"/>
                    <a:pt x="68771" y="0"/>
                    <a:pt x="65627" y="0"/>
                  </a:cubicBezTo>
                  <a:lnTo>
                    <a:pt x="656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6397084" y="3440906"/>
              <a:ext cx="24574" cy="11239"/>
            </a:xfrm>
            <a:custGeom>
              <a:rect b="b" l="l" r="r" t="t"/>
              <a:pathLst>
                <a:path extrusionOk="0" h="11239" w="24574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8955" y="11239"/>
                  </a:lnTo>
                  <a:cubicBezTo>
                    <a:pt x="22003" y="11239"/>
                    <a:pt x="24575" y="8763"/>
                    <a:pt x="24575" y="5620"/>
                  </a:cubicBezTo>
                  <a:cubicBezTo>
                    <a:pt x="24575" y="2476"/>
                    <a:pt x="22098" y="0"/>
                    <a:pt x="18955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25"/>
            <p:cNvSpPr/>
            <p:nvPr/>
          </p:nvSpPr>
          <p:spPr>
            <a:xfrm>
              <a:off x="6443947" y="3461099"/>
              <a:ext cx="58388" cy="11239"/>
            </a:xfrm>
            <a:custGeom>
              <a:rect b="b" l="l" r="r" t="t"/>
              <a:pathLst>
                <a:path extrusionOk="0" h="11239" w="58388">
                  <a:moveTo>
                    <a:pt x="5276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2769" y="11240"/>
                  </a:lnTo>
                  <a:cubicBezTo>
                    <a:pt x="55817" y="11240"/>
                    <a:pt x="58388" y="8763"/>
                    <a:pt x="58388" y="5620"/>
                  </a:cubicBezTo>
                  <a:cubicBezTo>
                    <a:pt x="58388" y="2477"/>
                    <a:pt x="55912" y="0"/>
                    <a:pt x="52769" y="0"/>
                  </a:cubicBezTo>
                  <a:lnTo>
                    <a:pt x="527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5"/>
            <p:cNvSpPr/>
            <p:nvPr/>
          </p:nvSpPr>
          <p:spPr>
            <a:xfrm>
              <a:off x="6524719" y="3415665"/>
              <a:ext cx="36099" cy="62674"/>
            </a:xfrm>
            <a:custGeom>
              <a:rect b="b" l="l" r="r" t="t"/>
              <a:pathLst>
                <a:path extrusionOk="0" h="62674" w="36099">
                  <a:moveTo>
                    <a:pt x="18002" y="62579"/>
                  </a:moveTo>
                  <a:cubicBezTo>
                    <a:pt x="21050" y="62579"/>
                    <a:pt x="23622" y="60103"/>
                    <a:pt x="23622" y="56959"/>
                  </a:cubicBezTo>
                  <a:lnTo>
                    <a:pt x="23622" y="56102"/>
                  </a:lnTo>
                  <a:cubicBezTo>
                    <a:pt x="30671" y="54864"/>
                    <a:pt x="36100" y="48673"/>
                    <a:pt x="36100" y="41243"/>
                  </a:cubicBezTo>
                  <a:cubicBezTo>
                    <a:pt x="36100" y="32861"/>
                    <a:pt x="29337" y="26098"/>
                    <a:pt x="20955" y="26098"/>
                  </a:cubicBezTo>
                  <a:lnTo>
                    <a:pt x="15145" y="26098"/>
                  </a:lnTo>
                  <a:cubicBezTo>
                    <a:pt x="12954" y="26098"/>
                    <a:pt x="11144" y="24289"/>
                    <a:pt x="11144" y="22098"/>
                  </a:cubicBezTo>
                  <a:cubicBezTo>
                    <a:pt x="11144" y="19907"/>
                    <a:pt x="12954" y="18097"/>
                    <a:pt x="15145" y="18097"/>
                  </a:cubicBezTo>
                  <a:lnTo>
                    <a:pt x="20955" y="18097"/>
                  </a:lnTo>
                  <a:cubicBezTo>
                    <a:pt x="22288" y="18097"/>
                    <a:pt x="23527" y="18764"/>
                    <a:pt x="24289" y="19812"/>
                  </a:cubicBezTo>
                  <a:cubicBezTo>
                    <a:pt x="26003" y="22384"/>
                    <a:pt x="29527" y="23050"/>
                    <a:pt x="32004" y="21336"/>
                  </a:cubicBezTo>
                  <a:cubicBezTo>
                    <a:pt x="34576" y="19621"/>
                    <a:pt x="35242" y="16097"/>
                    <a:pt x="33528" y="13621"/>
                  </a:cubicBezTo>
                  <a:cubicBezTo>
                    <a:pt x="31242" y="10192"/>
                    <a:pt x="27622" y="7906"/>
                    <a:pt x="23717" y="7239"/>
                  </a:cubicBezTo>
                  <a:lnTo>
                    <a:pt x="23717" y="5620"/>
                  </a:lnTo>
                  <a:cubicBezTo>
                    <a:pt x="23717" y="2572"/>
                    <a:pt x="21241" y="0"/>
                    <a:pt x="18097" y="0"/>
                  </a:cubicBezTo>
                  <a:cubicBezTo>
                    <a:pt x="14954" y="0"/>
                    <a:pt x="12478" y="2476"/>
                    <a:pt x="12478" y="5620"/>
                  </a:cubicBezTo>
                  <a:lnTo>
                    <a:pt x="12478" y="7239"/>
                  </a:lnTo>
                  <a:cubicBezTo>
                    <a:pt x="5429" y="8477"/>
                    <a:pt x="0" y="14668"/>
                    <a:pt x="0" y="22098"/>
                  </a:cubicBezTo>
                  <a:cubicBezTo>
                    <a:pt x="0" y="30480"/>
                    <a:pt x="6763" y="37243"/>
                    <a:pt x="15145" y="37243"/>
                  </a:cubicBezTo>
                  <a:lnTo>
                    <a:pt x="20955" y="37243"/>
                  </a:lnTo>
                  <a:cubicBezTo>
                    <a:pt x="23146" y="37243"/>
                    <a:pt x="24955" y="39052"/>
                    <a:pt x="24955" y="41243"/>
                  </a:cubicBezTo>
                  <a:cubicBezTo>
                    <a:pt x="24955" y="43434"/>
                    <a:pt x="23146" y="45244"/>
                    <a:pt x="20955" y="45244"/>
                  </a:cubicBezTo>
                  <a:lnTo>
                    <a:pt x="15145" y="45244"/>
                  </a:lnTo>
                  <a:cubicBezTo>
                    <a:pt x="13525" y="45244"/>
                    <a:pt x="12097" y="44291"/>
                    <a:pt x="11525" y="42863"/>
                  </a:cubicBezTo>
                  <a:cubicBezTo>
                    <a:pt x="10287" y="40005"/>
                    <a:pt x="7048" y="38671"/>
                    <a:pt x="4191" y="39910"/>
                  </a:cubicBezTo>
                  <a:cubicBezTo>
                    <a:pt x="1333" y="41148"/>
                    <a:pt x="0" y="44386"/>
                    <a:pt x="1238" y="47244"/>
                  </a:cubicBezTo>
                  <a:cubicBezTo>
                    <a:pt x="3238" y="52006"/>
                    <a:pt x="7525" y="55340"/>
                    <a:pt x="12478" y="56197"/>
                  </a:cubicBezTo>
                  <a:lnTo>
                    <a:pt x="12478" y="57055"/>
                  </a:lnTo>
                  <a:cubicBezTo>
                    <a:pt x="12478" y="60103"/>
                    <a:pt x="14954" y="62674"/>
                    <a:pt x="18097" y="62674"/>
                  </a:cubicBezTo>
                  <a:lnTo>
                    <a:pt x="18097" y="626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5"/>
            <p:cNvSpPr/>
            <p:nvPr/>
          </p:nvSpPr>
          <p:spPr>
            <a:xfrm>
              <a:off x="6398489" y="3357348"/>
              <a:ext cx="27479" cy="21359"/>
            </a:xfrm>
            <a:custGeom>
              <a:rect b="b" l="l" r="r" t="t"/>
              <a:pathLst>
                <a:path extrusionOk="0" h="21359" w="27479">
                  <a:moveTo>
                    <a:pt x="7834" y="19741"/>
                  </a:moveTo>
                  <a:cubicBezTo>
                    <a:pt x="8882" y="20788"/>
                    <a:pt x="10311" y="21360"/>
                    <a:pt x="11739" y="21360"/>
                  </a:cubicBezTo>
                  <a:cubicBezTo>
                    <a:pt x="13168" y="21360"/>
                    <a:pt x="14597" y="20788"/>
                    <a:pt x="15645" y="19741"/>
                  </a:cubicBezTo>
                  <a:lnTo>
                    <a:pt x="25837" y="9549"/>
                  </a:lnTo>
                  <a:cubicBezTo>
                    <a:pt x="28027" y="7358"/>
                    <a:pt x="28027" y="3834"/>
                    <a:pt x="25837" y="1643"/>
                  </a:cubicBezTo>
                  <a:cubicBezTo>
                    <a:pt x="23646" y="-548"/>
                    <a:pt x="20121" y="-548"/>
                    <a:pt x="17931" y="1643"/>
                  </a:cubicBezTo>
                  <a:lnTo>
                    <a:pt x="11739" y="7834"/>
                  </a:lnTo>
                  <a:lnTo>
                    <a:pt x="9549" y="5739"/>
                  </a:lnTo>
                  <a:cubicBezTo>
                    <a:pt x="7358" y="3548"/>
                    <a:pt x="3834" y="3548"/>
                    <a:pt x="1643" y="5739"/>
                  </a:cubicBezTo>
                  <a:cubicBezTo>
                    <a:pt x="-548" y="7930"/>
                    <a:pt x="-548" y="11454"/>
                    <a:pt x="1643" y="13645"/>
                  </a:cubicBezTo>
                  <a:lnTo>
                    <a:pt x="7739" y="19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5"/>
            <p:cNvSpPr/>
            <p:nvPr/>
          </p:nvSpPr>
          <p:spPr>
            <a:xfrm>
              <a:off x="6398584" y="3330297"/>
              <a:ext cx="27384" cy="21359"/>
            </a:xfrm>
            <a:custGeom>
              <a:rect b="b" l="l" r="r" t="t"/>
              <a:pathLst>
                <a:path extrusionOk="0" h="21359" w="27384">
                  <a:moveTo>
                    <a:pt x="17931" y="1643"/>
                  </a:moveTo>
                  <a:lnTo>
                    <a:pt x="11740" y="7834"/>
                  </a:lnTo>
                  <a:lnTo>
                    <a:pt x="9549" y="5739"/>
                  </a:lnTo>
                  <a:cubicBezTo>
                    <a:pt x="7358" y="3548"/>
                    <a:pt x="3834" y="3548"/>
                    <a:pt x="1643" y="5739"/>
                  </a:cubicBezTo>
                  <a:cubicBezTo>
                    <a:pt x="-548" y="7930"/>
                    <a:pt x="-548" y="11454"/>
                    <a:pt x="1643" y="13645"/>
                  </a:cubicBezTo>
                  <a:lnTo>
                    <a:pt x="7739" y="19741"/>
                  </a:lnTo>
                  <a:cubicBezTo>
                    <a:pt x="8787" y="20788"/>
                    <a:pt x="10216" y="21360"/>
                    <a:pt x="11644" y="21360"/>
                  </a:cubicBezTo>
                  <a:cubicBezTo>
                    <a:pt x="13073" y="21360"/>
                    <a:pt x="14502" y="20788"/>
                    <a:pt x="15550" y="19741"/>
                  </a:cubicBezTo>
                  <a:lnTo>
                    <a:pt x="25741" y="9549"/>
                  </a:lnTo>
                  <a:cubicBezTo>
                    <a:pt x="27932" y="7358"/>
                    <a:pt x="27932" y="3834"/>
                    <a:pt x="25741" y="1643"/>
                  </a:cubicBezTo>
                  <a:cubicBezTo>
                    <a:pt x="23551" y="-548"/>
                    <a:pt x="20026" y="-548"/>
                    <a:pt x="17836" y="1643"/>
                  </a:cubicBezTo>
                  <a:lnTo>
                    <a:pt x="17836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5" name="Google Shape;635;p25"/>
          <p:cNvGrpSpPr/>
          <p:nvPr/>
        </p:nvGrpSpPr>
        <p:grpSpPr>
          <a:xfrm>
            <a:off x="7763786" y="2694325"/>
            <a:ext cx="370929" cy="426110"/>
            <a:chOff x="9424510" y="2638425"/>
            <a:chExt cx="331660" cy="381000"/>
          </a:xfrm>
        </p:grpSpPr>
        <p:sp>
          <p:nvSpPr>
            <p:cNvPr id="636" name="Google Shape;636;p25"/>
            <p:cNvSpPr/>
            <p:nvPr/>
          </p:nvSpPr>
          <p:spPr>
            <a:xfrm>
              <a:off x="9453085" y="2753010"/>
              <a:ext cx="155543" cy="237934"/>
            </a:xfrm>
            <a:custGeom>
              <a:rect b="b" l="l" r="r" t="t"/>
              <a:pathLst>
                <a:path extrusionOk="0" h="237934" w="155543">
                  <a:moveTo>
                    <a:pt x="150019" y="226790"/>
                  </a:moveTo>
                  <a:lnTo>
                    <a:pt x="13145" y="226790"/>
                  </a:lnTo>
                  <a:cubicBezTo>
                    <a:pt x="12096" y="226790"/>
                    <a:pt x="11239" y="225933"/>
                    <a:pt x="11239" y="224885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19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224885"/>
                  </a:lnTo>
                  <a:cubicBezTo>
                    <a:pt x="0" y="232124"/>
                    <a:pt x="5905" y="237935"/>
                    <a:pt x="13049" y="237935"/>
                  </a:cubicBezTo>
                  <a:lnTo>
                    <a:pt x="149923" y="237935"/>
                  </a:lnTo>
                  <a:cubicBezTo>
                    <a:pt x="152971" y="237935"/>
                    <a:pt x="155543" y="235458"/>
                    <a:pt x="155543" y="232315"/>
                  </a:cubicBezTo>
                  <a:cubicBezTo>
                    <a:pt x="155543" y="229171"/>
                    <a:pt x="153067" y="226695"/>
                    <a:pt x="149923" y="226695"/>
                  </a:cubicBezTo>
                  <a:lnTo>
                    <a:pt x="149923" y="226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5"/>
            <p:cNvSpPr/>
            <p:nvPr/>
          </p:nvSpPr>
          <p:spPr>
            <a:xfrm>
              <a:off x="9512997" y="2662904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11240"/>
                  </a:moveTo>
                  <a:cubicBezTo>
                    <a:pt x="8668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25"/>
            <p:cNvSpPr/>
            <p:nvPr/>
          </p:nvSpPr>
          <p:spPr>
            <a:xfrm>
              <a:off x="9599199" y="2662904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11240"/>
                  </a:moveTo>
                  <a:cubicBezTo>
                    <a:pt x="8668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9628536" y="2708529"/>
              <a:ext cx="18573" cy="11239"/>
            </a:xfrm>
            <a:custGeom>
              <a:rect b="b" l="l" r="r" t="t"/>
              <a:pathLst>
                <a:path extrusionOk="0" h="11239" w="18573">
                  <a:moveTo>
                    <a:pt x="5620" y="11240"/>
                  </a:moveTo>
                  <a:lnTo>
                    <a:pt x="12954" y="11240"/>
                  </a:lnTo>
                  <a:cubicBezTo>
                    <a:pt x="16002" y="11240"/>
                    <a:pt x="18574" y="8763"/>
                    <a:pt x="18574" y="5620"/>
                  </a:cubicBezTo>
                  <a:cubicBezTo>
                    <a:pt x="18574" y="2477"/>
                    <a:pt x="16097" y="0"/>
                    <a:pt x="12954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9424510" y="2638425"/>
              <a:ext cx="331660" cy="381000"/>
            </a:xfrm>
            <a:custGeom>
              <a:rect b="b" l="l" r="r" t="t"/>
              <a:pathLst>
                <a:path extrusionOk="0" h="381000" w="331660">
                  <a:moveTo>
                    <a:pt x="322231" y="249936"/>
                  </a:moveTo>
                  <a:cubicBezTo>
                    <a:pt x="320516" y="247364"/>
                    <a:pt x="317087" y="246602"/>
                    <a:pt x="314515" y="248317"/>
                  </a:cubicBezTo>
                  <a:cubicBezTo>
                    <a:pt x="311944" y="250031"/>
                    <a:pt x="311182" y="253460"/>
                    <a:pt x="312896" y="256032"/>
                  </a:cubicBezTo>
                  <a:cubicBezTo>
                    <a:pt x="317945" y="263652"/>
                    <a:pt x="320611" y="272606"/>
                    <a:pt x="320611" y="281750"/>
                  </a:cubicBezTo>
                  <a:cubicBezTo>
                    <a:pt x="320611" y="302323"/>
                    <a:pt x="306800" y="320802"/>
                    <a:pt x="287084" y="326708"/>
                  </a:cubicBezTo>
                  <a:cubicBezTo>
                    <a:pt x="284702" y="327374"/>
                    <a:pt x="283083" y="329565"/>
                    <a:pt x="283083" y="332042"/>
                  </a:cubicBezTo>
                  <a:lnTo>
                    <a:pt x="283083" y="360331"/>
                  </a:lnTo>
                  <a:cubicBezTo>
                    <a:pt x="283083" y="365569"/>
                    <a:pt x="278892" y="369761"/>
                    <a:pt x="273653" y="369761"/>
                  </a:cubicBezTo>
                  <a:cubicBezTo>
                    <a:pt x="268414" y="369761"/>
                    <a:pt x="264223" y="365569"/>
                    <a:pt x="264223" y="360331"/>
                  </a:cubicBezTo>
                  <a:lnTo>
                    <a:pt x="264223" y="332042"/>
                  </a:lnTo>
                  <a:cubicBezTo>
                    <a:pt x="264223" y="329565"/>
                    <a:pt x="262604" y="327374"/>
                    <a:pt x="260223" y="326708"/>
                  </a:cubicBezTo>
                  <a:cubicBezTo>
                    <a:pt x="239935" y="320707"/>
                    <a:pt x="226123" y="301657"/>
                    <a:pt x="226695" y="280511"/>
                  </a:cubicBezTo>
                  <a:cubicBezTo>
                    <a:pt x="227362" y="255556"/>
                    <a:pt x="247459" y="235458"/>
                    <a:pt x="272415" y="234887"/>
                  </a:cubicBezTo>
                  <a:cubicBezTo>
                    <a:pt x="280988" y="234696"/>
                    <a:pt x="289370" y="236792"/>
                    <a:pt x="296799" y="240983"/>
                  </a:cubicBezTo>
                  <a:cubicBezTo>
                    <a:pt x="299466" y="242506"/>
                    <a:pt x="302895" y="241554"/>
                    <a:pt x="304419" y="238887"/>
                  </a:cubicBezTo>
                  <a:cubicBezTo>
                    <a:pt x="305943" y="236220"/>
                    <a:pt x="304990" y="232791"/>
                    <a:pt x="302323" y="231267"/>
                  </a:cubicBezTo>
                  <a:cubicBezTo>
                    <a:pt x="293751" y="226409"/>
                    <a:pt x="284036" y="223742"/>
                    <a:pt x="274129" y="223647"/>
                  </a:cubicBezTo>
                  <a:lnTo>
                    <a:pt x="274129" y="32956"/>
                  </a:lnTo>
                  <a:cubicBezTo>
                    <a:pt x="274129" y="20860"/>
                    <a:pt x="264223" y="10954"/>
                    <a:pt x="252126" y="10954"/>
                  </a:cubicBezTo>
                  <a:lnTo>
                    <a:pt x="206311" y="10954"/>
                  </a:lnTo>
                  <a:cubicBezTo>
                    <a:pt x="204978" y="4667"/>
                    <a:pt x="199454" y="0"/>
                    <a:pt x="192786" y="0"/>
                  </a:cubicBezTo>
                  <a:lnTo>
                    <a:pt x="81343" y="0"/>
                  </a:lnTo>
                  <a:cubicBezTo>
                    <a:pt x="74676" y="0"/>
                    <a:pt x="69152" y="4667"/>
                    <a:pt x="67818" y="10954"/>
                  </a:cubicBezTo>
                  <a:lnTo>
                    <a:pt x="22003" y="10954"/>
                  </a:lnTo>
                  <a:cubicBezTo>
                    <a:pt x="9906" y="10954"/>
                    <a:pt x="0" y="20860"/>
                    <a:pt x="0" y="32956"/>
                  </a:cubicBezTo>
                  <a:lnTo>
                    <a:pt x="0" y="358997"/>
                  </a:lnTo>
                  <a:cubicBezTo>
                    <a:pt x="0" y="371094"/>
                    <a:pt x="9906" y="381000"/>
                    <a:pt x="22003" y="381000"/>
                  </a:cubicBezTo>
                  <a:lnTo>
                    <a:pt x="252126" y="381000"/>
                  </a:lnTo>
                  <a:cubicBezTo>
                    <a:pt x="256032" y="381000"/>
                    <a:pt x="259746" y="379952"/>
                    <a:pt x="263080" y="378047"/>
                  </a:cubicBezTo>
                  <a:cubicBezTo>
                    <a:pt x="266129" y="379857"/>
                    <a:pt x="269748" y="381000"/>
                    <a:pt x="273653" y="381000"/>
                  </a:cubicBezTo>
                  <a:cubicBezTo>
                    <a:pt x="284988" y="381000"/>
                    <a:pt x="294227" y="371761"/>
                    <a:pt x="294227" y="360426"/>
                  </a:cubicBezTo>
                  <a:lnTo>
                    <a:pt x="294227" y="336137"/>
                  </a:lnTo>
                  <a:cubicBezTo>
                    <a:pt x="304324" y="332327"/>
                    <a:pt x="313372" y="325565"/>
                    <a:pt x="319944" y="316897"/>
                  </a:cubicBezTo>
                  <a:cubicBezTo>
                    <a:pt x="327660" y="306705"/>
                    <a:pt x="331661" y="294608"/>
                    <a:pt x="331661" y="281845"/>
                  </a:cubicBezTo>
                  <a:cubicBezTo>
                    <a:pt x="331661" y="270510"/>
                    <a:pt x="328326" y="259461"/>
                    <a:pt x="322136" y="249936"/>
                  </a:cubicBezTo>
                  <a:lnTo>
                    <a:pt x="322136" y="249936"/>
                  </a:lnTo>
                  <a:close/>
                  <a:moveTo>
                    <a:pt x="263080" y="32956"/>
                  </a:moveTo>
                  <a:lnTo>
                    <a:pt x="263080" y="224695"/>
                  </a:lnTo>
                  <a:cubicBezTo>
                    <a:pt x="256984" y="225838"/>
                    <a:pt x="251174" y="227933"/>
                    <a:pt x="245745" y="230886"/>
                  </a:cubicBezTo>
                  <a:lnTo>
                    <a:pt x="245745" y="52483"/>
                  </a:lnTo>
                  <a:cubicBezTo>
                    <a:pt x="245745" y="45244"/>
                    <a:pt x="239839" y="39433"/>
                    <a:pt x="232696" y="39433"/>
                  </a:cubicBezTo>
                  <a:lnTo>
                    <a:pt x="206787" y="39433"/>
                  </a:lnTo>
                  <a:lnTo>
                    <a:pt x="206787" y="22098"/>
                  </a:lnTo>
                  <a:lnTo>
                    <a:pt x="252317" y="22098"/>
                  </a:lnTo>
                  <a:cubicBezTo>
                    <a:pt x="258318" y="22098"/>
                    <a:pt x="263176" y="26956"/>
                    <a:pt x="263176" y="32956"/>
                  </a:cubicBezTo>
                  <a:lnTo>
                    <a:pt x="263176" y="32956"/>
                  </a:lnTo>
                  <a:close/>
                  <a:moveTo>
                    <a:pt x="78771" y="13811"/>
                  </a:moveTo>
                  <a:cubicBezTo>
                    <a:pt x="78771" y="12287"/>
                    <a:pt x="80010" y="11144"/>
                    <a:pt x="81439" y="11144"/>
                  </a:cubicBezTo>
                  <a:lnTo>
                    <a:pt x="192881" y="11144"/>
                  </a:lnTo>
                  <a:cubicBezTo>
                    <a:pt x="194405" y="11144"/>
                    <a:pt x="195548" y="12383"/>
                    <a:pt x="195548" y="13811"/>
                  </a:cubicBezTo>
                  <a:lnTo>
                    <a:pt x="195548" y="16478"/>
                  </a:lnTo>
                  <a:cubicBezTo>
                    <a:pt x="195548" y="16478"/>
                    <a:pt x="195548" y="16478"/>
                    <a:pt x="195548" y="16478"/>
                  </a:cubicBezTo>
                  <a:cubicBezTo>
                    <a:pt x="195548" y="16478"/>
                    <a:pt x="195548" y="16478"/>
                    <a:pt x="195548" y="16478"/>
                  </a:cubicBezTo>
                  <a:lnTo>
                    <a:pt x="195548" y="46768"/>
                  </a:lnTo>
                  <a:cubicBezTo>
                    <a:pt x="195548" y="51340"/>
                    <a:pt x="191834" y="54959"/>
                    <a:pt x="187357" y="54959"/>
                  </a:cubicBezTo>
                  <a:cubicBezTo>
                    <a:pt x="184309" y="54959"/>
                    <a:pt x="181546" y="53245"/>
                    <a:pt x="180118" y="50578"/>
                  </a:cubicBezTo>
                  <a:cubicBezTo>
                    <a:pt x="177832" y="46387"/>
                    <a:pt x="173450" y="43720"/>
                    <a:pt x="168593" y="43720"/>
                  </a:cubicBezTo>
                  <a:lnTo>
                    <a:pt x="105823" y="43720"/>
                  </a:lnTo>
                  <a:cubicBezTo>
                    <a:pt x="100965" y="43720"/>
                    <a:pt x="96488" y="46387"/>
                    <a:pt x="94297" y="50578"/>
                  </a:cubicBezTo>
                  <a:cubicBezTo>
                    <a:pt x="92773" y="53435"/>
                    <a:pt x="89821" y="55054"/>
                    <a:pt x="86582" y="54959"/>
                  </a:cubicBezTo>
                  <a:cubicBezTo>
                    <a:pt x="82296" y="54769"/>
                    <a:pt x="78771" y="50863"/>
                    <a:pt x="78771" y="46387"/>
                  </a:cubicBezTo>
                  <a:lnTo>
                    <a:pt x="78771" y="13716"/>
                  </a:lnTo>
                  <a:close/>
                  <a:moveTo>
                    <a:pt x="22098" y="369856"/>
                  </a:moveTo>
                  <a:cubicBezTo>
                    <a:pt x="16097" y="369856"/>
                    <a:pt x="11239" y="364998"/>
                    <a:pt x="11239" y="358997"/>
                  </a:cubicBezTo>
                  <a:lnTo>
                    <a:pt x="11239" y="32956"/>
                  </a:lnTo>
                  <a:cubicBezTo>
                    <a:pt x="11239" y="26956"/>
                    <a:pt x="16097" y="22098"/>
                    <a:pt x="22098" y="22098"/>
                  </a:cubicBezTo>
                  <a:lnTo>
                    <a:pt x="67627" y="22098"/>
                  </a:lnTo>
                  <a:lnTo>
                    <a:pt x="67627" y="39433"/>
                  </a:lnTo>
                  <a:lnTo>
                    <a:pt x="41720" y="39433"/>
                  </a:lnTo>
                  <a:cubicBezTo>
                    <a:pt x="34480" y="39433"/>
                    <a:pt x="28670" y="45339"/>
                    <a:pt x="28670" y="52483"/>
                  </a:cubicBezTo>
                  <a:lnTo>
                    <a:pt x="28670" y="95250"/>
                  </a:lnTo>
                  <a:cubicBezTo>
                    <a:pt x="28670" y="98298"/>
                    <a:pt x="31146" y="100870"/>
                    <a:pt x="34290" y="100870"/>
                  </a:cubicBezTo>
                  <a:cubicBezTo>
                    <a:pt x="37433" y="100870"/>
                    <a:pt x="39910" y="98393"/>
                    <a:pt x="39910" y="95250"/>
                  </a:cubicBezTo>
                  <a:lnTo>
                    <a:pt x="39910" y="52483"/>
                  </a:lnTo>
                  <a:cubicBezTo>
                    <a:pt x="39910" y="51435"/>
                    <a:pt x="40767" y="50578"/>
                    <a:pt x="41815" y="50578"/>
                  </a:cubicBezTo>
                  <a:lnTo>
                    <a:pt x="68199" y="50578"/>
                  </a:lnTo>
                  <a:cubicBezTo>
                    <a:pt x="70009" y="59150"/>
                    <a:pt x="77248" y="65627"/>
                    <a:pt x="86106" y="66104"/>
                  </a:cubicBezTo>
                  <a:cubicBezTo>
                    <a:pt x="93631" y="66485"/>
                    <a:pt x="100679" y="62484"/>
                    <a:pt x="104204" y="55817"/>
                  </a:cubicBezTo>
                  <a:cubicBezTo>
                    <a:pt x="104489" y="55245"/>
                    <a:pt x="105156" y="54864"/>
                    <a:pt x="105918" y="54864"/>
                  </a:cubicBezTo>
                  <a:lnTo>
                    <a:pt x="168687" y="54864"/>
                  </a:lnTo>
                  <a:cubicBezTo>
                    <a:pt x="169450" y="54864"/>
                    <a:pt x="170116" y="55245"/>
                    <a:pt x="170402" y="55817"/>
                  </a:cubicBezTo>
                  <a:cubicBezTo>
                    <a:pt x="173736" y="62198"/>
                    <a:pt x="180308" y="66104"/>
                    <a:pt x="187547" y="66104"/>
                  </a:cubicBezTo>
                  <a:cubicBezTo>
                    <a:pt x="196977" y="66104"/>
                    <a:pt x="204788" y="59436"/>
                    <a:pt x="206502" y="50483"/>
                  </a:cubicBezTo>
                  <a:lnTo>
                    <a:pt x="232791" y="50483"/>
                  </a:lnTo>
                  <a:cubicBezTo>
                    <a:pt x="233839" y="50483"/>
                    <a:pt x="234696" y="51340"/>
                    <a:pt x="234696" y="52388"/>
                  </a:cubicBezTo>
                  <a:lnTo>
                    <a:pt x="234696" y="238792"/>
                  </a:lnTo>
                  <a:cubicBezTo>
                    <a:pt x="234029" y="239363"/>
                    <a:pt x="233458" y="239935"/>
                    <a:pt x="232886" y="240506"/>
                  </a:cubicBezTo>
                  <a:cubicBezTo>
                    <a:pt x="222218" y="251079"/>
                    <a:pt x="216218" y="265176"/>
                    <a:pt x="215741" y="280035"/>
                  </a:cubicBezTo>
                  <a:cubicBezTo>
                    <a:pt x="215265" y="297275"/>
                    <a:pt x="222504" y="313373"/>
                    <a:pt x="234696" y="324517"/>
                  </a:cubicBezTo>
                  <a:lnTo>
                    <a:pt x="234696" y="339281"/>
                  </a:lnTo>
                  <a:cubicBezTo>
                    <a:pt x="234696" y="340328"/>
                    <a:pt x="233839" y="341186"/>
                    <a:pt x="232791" y="341186"/>
                  </a:cubicBezTo>
                  <a:lnTo>
                    <a:pt x="203549" y="341186"/>
                  </a:lnTo>
                  <a:cubicBezTo>
                    <a:pt x="200501" y="341186"/>
                    <a:pt x="197929" y="343662"/>
                    <a:pt x="197929" y="346805"/>
                  </a:cubicBezTo>
                  <a:cubicBezTo>
                    <a:pt x="197929" y="349948"/>
                    <a:pt x="200406" y="352425"/>
                    <a:pt x="203549" y="352425"/>
                  </a:cubicBezTo>
                  <a:lnTo>
                    <a:pt x="232791" y="352425"/>
                  </a:lnTo>
                  <a:cubicBezTo>
                    <a:pt x="240030" y="352425"/>
                    <a:pt x="245840" y="346519"/>
                    <a:pt x="245840" y="339376"/>
                  </a:cubicBezTo>
                  <a:lnTo>
                    <a:pt x="245840" y="332613"/>
                  </a:lnTo>
                  <a:cubicBezTo>
                    <a:pt x="248221" y="333946"/>
                    <a:pt x="250698" y="335090"/>
                    <a:pt x="253175" y="336042"/>
                  </a:cubicBezTo>
                  <a:lnTo>
                    <a:pt x="253175" y="360331"/>
                  </a:lnTo>
                  <a:cubicBezTo>
                    <a:pt x="253175" y="363569"/>
                    <a:pt x="253936" y="366617"/>
                    <a:pt x="255270" y="369380"/>
                  </a:cubicBezTo>
                  <a:cubicBezTo>
                    <a:pt x="254318" y="369665"/>
                    <a:pt x="253365" y="369761"/>
                    <a:pt x="252317" y="369761"/>
                  </a:cubicBezTo>
                  <a:lnTo>
                    <a:pt x="22193" y="3697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25"/>
            <p:cNvSpPr/>
            <p:nvPr/>
          </p:nvSpPr>
          <p:spPr>
            <a:xfrm>
              <a:off x="9667398" y="2889313"/>
              <a:ext cx="61721" cy="61722"/>
            </a:xfrm>
            <a:custGeom>
              <a:rect b="b" l="l" r="r" t="t"/>
              <a:pathLst>
                <a:path extrusionOk="0" h="61722" w="61721">
                  <a:moveTo>
                    <a:pt x="30861" y="0"/>
                  </a:moveTo>
                  <a:cubicBezTo>
                    <a:pt x="13811" y="0"/>
                    <a:pt x="0" y="13907"/>
                    <a:pt x="0" y="30861"/>
                  </a:cubicBezTo>
                  <a:cubicBezTo>
                    <a:pt x="0" y="47816"/>
                    <a:pt x="13906" y="61722"/>
                    <a:pt x="30861" y="61722"/>
                  </a:cubicBezTo>
                  <a:cubicBezTo>
                    <a:pt x="47815" y="61722"/>
                    <a:pt x="61722" y="47816"/>
                    <a:pt x="61722" y="30861"/>
                  </a:cubicBezTo>
                  <a:cubicBezTo>
                    <a:pt x="61722" y="13907"/>
                    <a:pt x="47815" y="0"/>
                    <a:pt x="30861" y="0"/>
                  </a:cubicBezTo>
                  <a:lnTo>
                    <a:pt x="30861" y="0"/>
                  </a:lnTo>
                  <a:close/>
                  <a:moveTo>
                    <a:pt x="30861" y="50578"/>
                  </a:moveTo>
                  <a:cubicBezTo>
                    <a:pt x="20002" y="50578"/>
                    <a:pt x="11144" y="41720"/>
                    <a:pt x="11144" y="30861"/>
                  </a:cubicBezTo>
                  <a:cubicBezTo>
                    <a:pt x="11144" y="20003"/>
                    <a:pt x="20002" y="11144"/>
                    <a:pt x="30861" y="11144"/>
                  </a:cubicBezTo>
                  <a:cubicBezTo>
                    <a:pt x="41720" y="11144"/>
                    <a:pt x="50578" y="20003"/>
                    <a:pt x="50578" y="30861"/>
                  </a:cubicBezTo>
                  <a:cubicBezTo>
                    <a:pt x="50578" y="41720"/>
                    <a:pt x="41720" y="50578"/>
                    <a:pt x="30861" y="50578"/>
                  </a:cubicBezTo>
                  <a:lnTo>
                    <a:pt x="30861" y="505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5"/>
            <p:cNvSpPr/>
            <p:nvPr/>
          </p:nvSpPr>
          <p:spPr>
            <a:xfrm>
              <a:off x="9580149" y="2833211"/>
              <a:ext cx="59436" cy="59436"/>
            </a:xfrm>
            <a:custGeom>
              <a:rect b="b" l="l" r="r" t="t"/>
              <a:pathLst>
                <a:path extrusionOk="0" h="59436" w="59436">
                  <a:moveTo>
                    <a:pt x="54959" y="54959"/>
                  </a:moveTo>
                  <a:cubicBezTo>
                    <a:pt x="57912" y="52007"/>
                    <a:pt x="59436" y="48197"/>
                    <a:pt x="59436" y="44101"/>
                  </a:cubicBezTo>
                  <a:cubicBezTo>
                    <a:pt x="59436" y="40005"/>
                    <a:pt x="57817" y="36100"/>
                    <a:pt x="54959" y="33242"/>
                  </a:cubicBezTo>
                  <a:lnTo>
                    <a:pt x="51435" y="29718"/>
                  </a:lnTo>
                  <a:lnTo>
                    <a:pt x="54959" y="26194"/>
                  </a:lnTo>
                  <a:cubicBezTo>
                    <a:pt x="57912" y="23241"/>
                    <a:pt x="59436" y="19431"/>
                    <a:pt x="59436" y="15335"/>
                  </a:cubicBezTo>
                  <a:cubicBezTo>
                    <a:pt x="59436" y="11240"/>
                    <a:pt x="57817" y="7334"/>
                    <a:pt x="54959" y="4477"/>
                  </a:cubicBezTo>
                  <a:cubicBezTo>
                    <a:pt x="52007" y="1524"/>
                    <a:pt x="48196" y="0"/>
                    <a:pt x="44101" y="0"/>
                  </a:cubicBezTo>
                  <a:cubicBezTo>
                    <a:pt x="40005" y="0"/>
                    <a:pt x="36100" y="1619"/>
                    <a:pt x="33243" y="4477"/>
                  </a:cubicBezTo>
                  <a:lnTo>
                    <a:pt x="29718" y="8001"/>
                  </a:lnTo>
                  <a:lnTo>
                    <a:pt x="26194" y="4477"/>
                  </a:lnTo>
                  <a:cubicBezTo>
                    <a:pt x="23241" y="1524"/>
                    <a:pt x="19431" y="0"/>
                    <a:pt x="15336" y="0"/>
                  </a:cubicBezTo>
                  <a:cubicBezTo>
                    <a:pt x="11239" y="0"/>
                    <a:pt x="7334" y="1619"/>
                    <a:pt x="4477" y="4477"/>
                  </a:cubicBezTo>
                  <a:cubicBezTo>
                    <a:pt x="1524" y="7430"/>
                    <a:pt x="0" y="11240"/>
                    <a:pt x="0" y="15335"/>
                  </a:cubicBezTo>
                  <a:cubicBezTo>
                    <a:pt x="0" y="19431"/>
                    <a:pt x="1620" y="23336"/>
                    <a:pt x="4477" y="26194"/>
                  </a:cubicBezTo>
                  <a:lnTo>
                    <a:pt x="8001" y="29718"/>
                  </a:lnTo>
                  <a:lnTo>
                    <a:pt x="4477" y="33242"/>
                  </a:lnTo>
                  <a:cubicBezTo>
                    <a:pt x="1524" y="36195"/>
                    <a:pt x="0" y="40005"/>
                    <a:pt x="0" y="44101"/>
                  </a:cubicBezTo>
                  <a:cubicBezTo>
                    <a:pt x="0" y="48197"/>
                    <a:pt x="1620" y="52102"/>
                    <a:pt x="4477" y="54959"/>
                  </a:cubicBezTo>
                  <a:cubicBezTo>
                    <a:pt x="7430" y="57912"/>
                    <a:pt x="11239" y="59436"/>
                    <a:pt x="15336" y="59436"/>
                  </a:cubicBezTo>
                  <a:cubicBezTo>
                    <a:pt x="19431" y="59436"/>
                    <a:pt x="23336" y="57817"/>
                    <a:pt x="26194" y="54959"/>
                  </a:cubicBezTo>
                  <a:lnTo>
                    <a:pt x="29718" y="51435"/>
                  </a:lnTo>
                  <a:lnTo>
                    <a:pt x="33243" y="54959"/>
                  </a:lnTo>
                  <a:cubicBezTo>
                    <a:pt x="36195" y="57912"/>
                    <a:pt x="40005" y="59436"/>
                    <a:pt x="44101" y="59436"/>
                  </a:cubicBezTo>
                  <a:cubicBezTo>
                    <a:pt x="48196" y="59436"/>
                    <a:pt x="52102" y="57817"/>
                    <a:pt x="54959" y="54959"/>
                  </a:cubicBezTo>
                  <a:lnTo>
                    <a:pt x="54959" y="54959"/>
                  </a:lnTo>
                  <a:close/>
                  <a:moveTo>
                    <a:pt x="33719" y="39624"/>
                  </a:moveTo>
                  <a:cubicBezTo>
                    <a:pt x="32671" y="38576"/>
                    <a:pt x="31242" y="38005"/>
                    <a:pt x="29813" y="38005"/>
                  </a:cubicBezTo>
                  <a:cubicBezTo>
                    <a:pt x="28385" y="38005"/>
                    <a:pt x="26956" y="38576"/>
                    <a:pt x="25908" y="39624"/>
                  </a:cubicBezTo>
                  <a:lnTo>
                    <a:pt x="18479" y="47054"/>
                  </a:lnTo>
                  <a:cubicBezTo>
                    <a:pt x="17717" y="47816"/>
                    <a:pt x="16574" y="48292"/>
                    <a:pt x="15526" y="48292"/>
                  </a:cubicBezTo>
                  <a:cubicBezTo>
                    <a:pt x="14478" y="48292"/>
                    <a:pt x="13335" y="47816"/>
                    <a:pt x="12573" y="47054"/>
                  </a:cubicBezTo>
                  <a:cubicBezTo>
                    <a:pt x="11811" y="46292"/>
                    <a:pt x="11335" y="45149"/>
                    <a:pt x="11335" y="44101"/>
                  </a:cubicBezTo>
                  <a:cubicBezTo>
                    <a:pt x="11335" y="43053"/>
                    <a:pt x="11811" y="41910"/>
                    <a:pt x="12573" y="41148"/>
                  </a:cubicBezTo>
                  <a:lnTo>
                    <a:pt x="20003" y="33719"/>
                  </a:lnTo>
                  <a:cubicBezTo>
                    <a:pt x="22193" y="31528"/>
                    <a:pt x="22193" y="28004"/>
                    <a:pt x="20003" y="25813"/>
                  </a:cubicBezTo>
                  <a:lnTo>
                    <a:pt x="12573" y="18383"/>
                  </a:lnTo>
                  <a:cubicBezTo>
                    <a:pt x="11811" y="17621"/>
                    <a:pt x="11335" y="16478"/>
                    <a:pt x="11335" y="15431"/>
                  </a:cubicBezTo>
                  <a:cubicBezTo>
                    <a:pt x="11335" y="14383"/>
                    <a:pt x="11811" y="13240"/>
                    <a:pt x="12573" y="12478"/>
                  </a:cubicBezTo>
                  <a:cubicBezTo>
                    <a:pt x="13335" y="11716"/>
                    <a:pt x="14478" y="11240"/>
                    <a:pt x="15526" y="11240"/>
                  </a:cubicBezTo>
                  <a:cubicBezTo>
                    <a:pt x="16574" y="11240"/>
                    <a:pt x="17717" y="11716"/>
                    <a:pt x="18479" y="12478"/>
                  </a:cubicBezTo>
                  <a:lnTo>
                    <a:pt x="25908" y="19907"/>
                  </a:lnTo>
                  <a:cubicBezTo>
                    <a:pt x="28099" y="22098"/>
                    <a:pt x="31623" y="22098"/>
                    <a:pt x="33814" y="19907"/>
                  </a:cubicBezTo>
                  <a:lnTo>
                    <a:pt x="41243" y="12478"/>
                  </a:lnTo>
                  <a:cubicBezTo>
                    <a:pt x="42006" y="11716"/>
                    <a:pt x="43053" y="11240"/>
                    <a:pt x="44196" y="11240"/>
                  </a:cubicBezTo>
                  <a:cubicBezTo>
                    <a:pt x="45339" y="11240"/>
                    <a:pt x="46387" y="11716"/>
                    <a:pt x="47149" y="12478"/>
                  </a:cubicBezTo>
                  <a:cubicBezTo>
                    <a:pt x="47911" y="13240"/>
                    <a:pt x="48387" y="14383"/>
                    <a:pt x="48387" y="15431"/>
                  </a:cubicBezTo>
                  <a:cubicBezTo>
                    <a:pt x="48387" y="16478"/>
                    <a:pt x="47911" y="17621"/>
                    <a:pt x="47149" y="18383"/>
                  </a:cubicBezTo>
                  <a:lnTo>
                    <a:pt x="39720" y="25813"/>
                  </a:lnTo>
                  <a:cubicBezTo>
                    <a:pt x="37529" y="28004"/>
                    <a:pt x="37529" y="31528"/>
                    <a:pt x="39720" y="33719"/>
                  </a:cubicBezTo>
                  <a:lnTo>
                    <a:pt x="47149" y="41148"/>
                  </a:lnTo>
                  <a:cubicBezTo>
                    <a:pt x="47911" y="41910"/>
                    <a:pt x="48387" y="43053"/>
                    <a:pt x="48387" y="44101"/>
                  </a:cubicBezTo>
                  <a:cubicBezTo>
                    <a:pt x="48387" y="45149"/>
                    <a:pt x="47911" y="46292"/>
                    <a:pt x="47149" y="47054"/>
                  </a:cubicBezTo>
                  <a:cubicBezTo>
                    <a:pt x="46387" y="47816"/>
                    <a:pt x="45244" y="48292"/>
                    <a:pt x="44196" y="48292"/>
                  </a:cubicBezTo>
                  <a:cubicBezTo>
                    <a:pt x="43149" y="48292"/>
                    <a:pt x="42006" y="47816"/>
                    <a:pt x="41243" y="47054"/>
                  </a:cubicBezTo>
                  <a:lnTo>
                    <a:pt x="33814" y="396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5"/>
            <p:cNvSpPr/>
            <p:nvPr/>
          </p:nvSpPr>
          <p:spPr>
            <a:xfrm>
              <a:off x="9489566" y="2900338"/>
              <a:ext cx="59531" cy="59459"/>
            </a:xfrm>
            <a:custGeom>
              <a:rect b="b" l="l" r="r" t="t"/>
              <a:pathLst>
                <a:path extrusionOk="0" h="59459" w="59531">
                  <a:moveTo>
                    <a:pt x="95" y="44125"/>
                  </a:moveTo>
                  <a:cubicBezTo>
                    <a:pt x="95" y="48220"/>
                    <a:pt x="1714" y="52126"/>
                    <a:pt x="4572" y="54983"/>
                  </a:cubicBezTo>
                  <a:cubicBezTo>
                    <a:pt x="7525" y="57936"/>
                    <a:pt x="11334" y="59460"/>
                    <a:pt x="15430" y="59460"/>
                  </a:cubicBezTo>
                  <a:cubicBezTo>
                    <a:pt x="19526" y="59460"/>
                    <a:pt x="23431" y="57841"/>
                    <a:pt x="26289" y="54983"/>
                  </a:cubicBezTo>
                  <a:lnTo>
                    <a:pt x="29813" y="51459"/>
                  </a:lnTo>
                  <a:lnTo>
                    <a:pt x="33338" y="54983"/>
                  </a:lnTo>
                  <a:cubicBezTo>
                    <a:pt x="36290" y="57936"/>
                    <a:pt x="40100" y="59460"/>
                    <a:pt x="44196" y="59460"/>
                  </a:cubicBezTo>
                  <a:cubicBezTo>
                    <a:pt x="48291" y="59460"/>
                    <a:pt x="52197" y="57841"/>
                    <a:pt x="55054" y="54983"/>
                  </a:cubicBezTo>
                  <a:cubicBezTo>
                    <a:pt x="58007" y="52126"/>
                    <a:pt x="59531" y="48220"/>
                    <a:pt x="59531" y="44125"/>
                  </a:cubicBezTo>
                  <a:cubicBezTo>
                    <a:pt x="59531" y="40029"/>
                    <a:pt x="57912" y="36124"/>
                    <a:pt x="55054" y="33266"/>
                  </a:cubicBezTo>
                  <a:lnTo>
                    <a:pt x="51530" y="29742"/>
                  </a:lnTo>
                  <a:lnTo>
                    <a:pt x="55054" y="26218"/>
                  </a:lnTo>
                  <a:cubicBezTo>
                    <a:pt x="58007" y="23265"/>
                    <a:pt x="59531" y="19455"/>
                    <a:pt x="59531" y="15359"/>
                  </a:cubicBezTo>
                  <a:cubicBezTo>
                    <a:pt x="59531" y="11263"/>
                    <a:pt x="57912" y="7358"/>
                    <a:pt x="55054" y="4501"/>
                  </a:cubicBezTo>
                  <a:cubicBezTo>
                    <a:pt x="49053" y="-1500"/>
                    <a:pt x="39338" y="-1500"/>
                    <a:pt x="33242" y="4501"/>
                  </a:cubicBezTo>
                  <a:lnTo>
                    <a:pt x="29718" y="8025"/>
                  </a:lnTo>
                  <a:lnTo>
                    <a:pt x="26194" y="4501"/>
                  </a:lnTo>
                  <a:cubicBezTo>
                    <a:pt x="20193" y="-1500"/>
                    <a:pt x="10477" y="-1500"/>
                    <a:pt x="4476" y="4501"/>
                  </a:cubicBezTo>
                  <a:cubicBezTo>
                    <a:pt x="1524" y="7453"/>
                    <a:pt x="0" y="11263"/>
                    <a:pt x="0" y="15359"/>
                  </a:cubicBezTo>
                  <a:cubicBezTo>
                    <a:pt x="0" y="19455"/>
                    <a:pt x="1619" y="23360"/>
                    <a:pt x="4476" y="26218"/>
                  </a:cubicBezTo>
                  <a:lnTo>
                    <a:pt x="8001" y="29742"/>
                  </a:lnTo>
                  <a:lnTo>
                    <a:pt x="4476" y="33266"/>
                  </a:lnTo>
                  <a:cubicBezTo>
                    <a:pt x="1524" y="36219"/>
                    <a:pt x="0" y="40029"/>
                    <a:pt x="0" y="44125"/>
                  </a:cubicBezTo>
                  <a:lnTo>
                    <a:pt x="0" y="44125"/>
                  </a:lnTo>
                  <a:close/>
                  <a:moveTo>
                    <a:pt x="20002" y="25837"/>
                  </a:moveTo>
                  <a:lnTo>
                    <a:pt x="12572" y="18407"/>
                  </a:lnTo>
                  <a:cubicBezTo>
                    <a:pt x="11811" y="17645"/>
                    <a:pt x="11334" y="16502"/>
                    <a:pt x="11334" y="15454"/>
                  </a:cubicBezTo>
                  <a:cubicBezTo>
                    <a:pt x="11334" y="14407"/>
                    <a:pt x="11811" y="13264"/>
                    <a:pt x="12572" y="12502"/>
                  </a:cubicBezTo>
                  <a:cubicBezTo>
                    <a:pt x="14192" y="10882"/>
                    <a:pt x="16859" y="10882"/>
                    <a:pt x="18573" y="12502"/>
                  </a:cubicBezTo>
                  <a:lnTo>
                    <a:pt x="26003" y="19931"/>
                  </a:lnTo>
                  <a:cubicBezTo>
                    <a:pt x="27051" y="20979"/>
                    <a:pt x="28480" y="21550"/>
                    <a:pt x="29908" y="21550"/>
                  </a:cubicBezTo>
                  <a:cubicBezTo>
                    <a:pt x="31337" y="21550"/>
                    <a:pt x="32765" y="20979"/>
                    <a:pt x="33814" y="19931"/>
                  </a:cubicBezTo>
                  <a:lnTo>
                    <a:pt x="41243" y="12502"/>
                  </a:lnTo>
                  <a:cubicBezTo>
                    <a:pt x="42863" y="10882"/>
                    <a:pt x="45529" y="10882"/>
                    <a:pt x="47244" y="12502"/>
                  </a:cubicBezTo>
                  <a:cubicBezTo>
                    <a:pt x="48006" y="13264"/>
                    <a:pt x="48482" y="14407"/>
                    <a:pt x="48482" y="15454"/>
                  </a:cubicBezTo>
                  <a:cubicBezTo>
                    <a:pt x="48482" y="16502"/>
                    <a:pt x="48006" y="17645"/>
                    <a:pt x="47244" y="18407"/>
                  </a:cubicBezTo>
                  <a:lnTo>
                    <a:pt x="39814" y="25837"/>
                  </a:lnTo>
                  <a:cubicBezTo>
                    <a:pt x="38766" y="26884"/>
                    <a:pt x="38195" y="28313"/>
                    <a:pt x="38195" y="29742"/>
                  </a:cubicBezTo>
                  <a:cubicBezTo>
                    <a:pt x="38195" y="31171"/>
                    <a:pt x="38766" y="32599"/>
                    <a:pt x="39814" y="33647"/>
                  </a:cubicBezTo>
                  <a:lnTo>
                    <a:pt x="47244" y="41077"/>
                  </a:lnTo>
                  <a:cubicBezTo>
                    <a:pt x="48006" y="41839"/>
                    <a:pt x="48482" y="42886"/>
                    <a:pt x="48482" y="44029"/>
                  </a:cubicBezTo>
                  <a:cubicBezTo>
                    <a:pt x="48482" y="45172"/>
                    <a:pt x="48006" y="46220"/>
                    <a:pt x="47244" y="46982"/>
                  </a:cubicBezTo>
                  <a:cubicBezTo>
                    <a:pt x="46481" y="47744"/>
                    <a:pt x="45339" y="48220"/>
                    <a:pt x="44291" y="48220"/>
                  </a:cubicBezTo>
                  <a:cubicBezTo>
                    <a:pt x="43243" y="48220"/>
                    <a:pt x="42100" y="47744"/>
                    <a:pt x="41338" y="46982"/>
                  </a:cubicBezTo>
                  <a:lnTo>
                    <a:pt x="33909" y="39553"/>
                  </a:lnTo>
                  <a:cubicBezTo>
                    <a:pt x="32861" y="38505"/>
                    <a:pt x="31432" y="37933"/>
                    <a:pt x="30003" y="37933"/>
                  </a:cubicBezTo>
                  <a:cubicBezTo>
                    <a:pt x="28575" y="37933"/>
                    <a:pt x="27146" y="38505"/>
                    <a:pt x="26098" y="39553"/>
                  </a:cubicBezTo>
                  <a:lnTo>
                    <a:pt x="18669" y="46982"/>
                  </a:lnTo>
                  <a:cubicBezTo>
                    <a:pt x="17906" y="47744"/>
                    <a:pt x="16764" y="48220"/>
                    <a:pt x="15716" y="48220"/>
                  </a:cubicBezTo>
                  <a:cubicBezTo>
                    <a:pt x="14668" y="48220"/>
                    <a:pt x="13525" y="47744"/>
                    <a:pt x="12763" y="46982"/>
                  </a:cubicBezTo>
                  <a:cubicBezTo>
                    <a:pt x="12001" y="46220"/>
                    <a:pt x="11525" y="45077"/>
                    <a:pt x="11525" y="44029"/>
                  </a:cubicBezTo>
                  <a:cubicBezTo>
                    <a:pt x="11525" y="42982"/>
                    <a:pt x="12001" y="41839"/>
                    <a:pt x="12763" y="41077"/>
                  </a:cubicBezTo>
                  <a:lnTo>
                    <a:pt x="20193" y="33647"/>
                  </a:lnTo>
                  <a:cubicBezTo>
                    <a:pt x="21241" y="32599"/>
                    <a:pt x="21812" y="31171"/>
                    <a:pt x="21812" y="29742"/>
                  </a:cubicBezTo>
                  <a:cubicBezTo>
                    <a:pt x="21812" y="28313"/>
                    <a:pt x="21241" y="26884"/>
                    <a:pt x="20193" y="25837"/>
                  </a:cubicBezTo>
                  <a:lnTo>
                    <a:pt x="20193" y="258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5"/>
            <p:cNvSpPr/>
            <p:nvPr/>
          </p:nvSpPr>
          <p:spPr>
            <a:xfrm>
              <a:off x="9513335" y="2755485"/>
              <a:ext cx="119704" cy="209742"/>
            </a:xfrm>
            <a:custGeom>
              <a:rect b="b" l="l" r="r" t="t"/>
              <a:pathLst>
                <a:path extrusionOk="0" h="209742" w="119704">
                  <a:moveTo>
                    <a:pt x="21665" y="70011"/>
                  </a:moveTo>
                  <a:cubicBezTo>
                    <a:pt x="13283" y="74011"/>
                    <a:pt x="1853" y="80774"/>
                    <a:pt x="234" y="93823"/>
                  </a:cubicBezTo>
                  <a:cubicBezTo>
                    <a:pt x="-2147" y="112778"/>
                    <a:pt x="14045" y="124113"/>
                    <a:pt x="31190" y="136114"/>
                  </a:cubicBezTo>
                  <a:cubicBezTo>
                    <a:pt x="52621" y="151164"/>
                    <a:pt x="76910" y="168214"/>
                    <a:pt x="76910" y="204123"/>
                  </a:cubicBezTo>
                  <a:cubicBezTo>
                    <a:pt x="76910" y="207171"/>
                    <a:pt x="79387" y="209743"/>
                    <a:pt x="82530" y="209743"/>
                  </a:cubicBezTo>
                  <a:cubicBezTo>
                    <a:pt x="85673" y="209743"/>
                    <a:pt x="88150" y="207266"/>
                    <a:pt x="88150" y="204123"/>
                  </a:cubicBezTo>
                  <a:cubicBezTo>
                    <a:pt x="88150" y="162403"/>
                    <a:pt x="60146" y="142782"/>
                    <a:pt x="37667" y="126970"/>
                  </a:cubicBezTo>
                  <a:cubicBezTo>
                    <a:pt x="20427" y="114874"/>
                    <a:pt x="9950" y="106873"/>
                    <a:pt x="11378" y="95252"/>
                  </a:cubicBezTo>
                  <a:cubicBezTo>
                    <a:pt x="13093" y="81917"/>
                    <a:pt x="36143" y="75440"/>
                    <a:pt x="70909" y="65629"/>
                  </a:cubicBezTo>
                  <a:cubicBezTo>
                    <a:pt x="73100" y="65058"/>
                    <a:pt x="75386" y="64391"/>
                    <a:pt x="77672" y="63724"/>
                  </a:cubicBezTo>
                  <a:cubicBezTo>
                    <a:pt x="104723" y="56104"/>
                    <a:pt x="120439" y="41912"/>
                    <a:pt x="119678" y="25720"/>
                  </a:cubicBezTo>
                  <a:cubicBezTo>
                    <a:pt x="119106" y="13147"/>
                    <a:pt x="108343" y="3050"/>
                    <a:pt x="92246" y="97"/>
                  </a:cubicBezTo>
                  <a:cubicBezTo>
                    <a:pt x="89198" y="-474"/>
                    <a:pt x="86340" y="1526"/>
                    <a:pt x="85769" y="4574"/>
                  </a:cubicBezTo>
                  <a:cubicBezTo>
                    <a:pt x="85197" y="7622"/>
                    <a:pt x="87197" y="10480"/>
                    <a:pt x="90245" y="11051"/>
                  </a:cubicBezTo>
                  <a:cubicBezTo>
                    <a:pt x="101008" y="13051"/>
                    <a:pt x="108248" y="19052"/>
                    <a:pt x="108533" y="26196"/>
                  </a:cubicBezTo>
                  <a:cubicBezTo>
                    <a:pt x="108914" y="34387"/>
                    <a:pt x="100246" y="45722"/>
                    <a:pt x="74624" y="52961"/>
                  </a:cubicBezTo>
                  <a:cubicBezTo>
                    <a:pt x="72338" y="53628"/>
                    <a:pt x="70052" y="54199"/>
                    <a:pt x="67862" y="54866"/>
                  </a:cubicBezTo>
                  <a:cubicBezTo>
                    <a:pt x="48335" y="60391"/>
                    <a:pt x="33000" y="64677"/>
                    <a:pt x="21665" y="70011"/>
                  </a:cubicBezTo>
                  <a:lnTo>
                    <a:pt x="21665" y="700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25"/>
            <p:cNvSpPr/>
            <p:nvPr/>
          </p:nvSpPr>
          <p:spPr>
            <a:xfrm>
              <a:off x="9521856" y="2727102"/>
              <a:ext cx="35147" cy="60388"/>
            </a:xfrm>
            <a:custGeom>
              <a:rect b="b" l="l" r="r" t="t"/>
              <a:pathLst>
                <a:path extrusionOk="0" h="60388" w="35147">
                  <a:moveTo>
                    <a:pt x="14764" y="36195"/>
                  </a:moveTo>
                  <a:lnTo>
                    <a:pt x="20288" y="36195"/>
                  </a:lnTo>
                  <a:cubicBezTo>
                    <a:pt x="22289" y="36195"/>
                    <a:pt x="23813" y="37814"/>
                    <a:pt x="23813" y="39719"/>
                  </a:cubicBezTo>
                  <a:cubicBezTo>
                    <a:pt x="23813" y="41624"/>
                    <a:pt x="22193" y="43244"/>
                    <a:pt x="20288" y="43244"/>
                  </a:cubicBezTo>
                  <a:lnTo>
                    <a:pt x="14764" y="43244"/>
                  </a:lnTo>
                  <a:cubicBezTo>
                    <a:pt x="13335" y="43244"/>
                    <a:pt x="12002" y="42386"/>
                    <a:pt x="11525" y="41053"/>
                  </a:cubicBezTo>
                  <a:cubicBezTo>
                    <a:pt x="10287" y="38195"/>
                    <a:pt x="7048" y="36862"/>
                    <a:pt x="4191" y="38100"/>
                  </a:cubicBezTo>
                  <a:cubicBezTo>
                    <a:pt x="1334" y="39338"/>
                    <a:pt x="0" y="42577"/>
                    <a:pt x="1238" y="45434"/>
                  </a:cubicBezTo>
                  <a:cubicBezTo>
                    <a:pt x="3143" y="50006"/>
                    <a:pt x="7239" y="53245"/>
                    <a:pt x="12002" y="54102"/>
                  </a:cubicBezTo>
                  <a:lnTo>
                    <a:pt x="12002" y="54769"/>
                  </a:lnTo>
                  <a:cubicBezTo>
                    <a:pt x="12002" y="57817"/>
                    <a:pt x="14478" y="60389"/>
                    <a:pt x="17622" y="60389"/>
                  </a:cubicBezTo>
                  <a:cubicBezTo>
                    <a:pt x="20764" y="60389"/>
                    <a:pt x="23241" y="57912"/>
                    <a:pt x="23241" y="54769"/>
                  </a:cubicBezTo>
                  <a:lnTo>
                    <a:pt x="23241" y="54102"/>
                  </a:lnTo>
                  <a:cubicBezTo>
                    <a:pt x="30004" y="52769"/>
                    <a:pt x="35147" y="46768"/>
                    <a:pt x="35147" y="39624"/>
                  </a:cubicBezTo>
                  <a:cubicBezTo>
                    <a:pt x="35147" y="31528"/>
                    <a:pt x="28575" y="24860"/>
                    <a:pt x="20384" y="24860"/>
                  </a:cubicBezTo>
                  <a:lnTo>
                    <a:pt x="14859" y="24860"/>
                  </a:lnTo>
                  <a:cubicBezTo>
                    <a:pt x="12859" y="24860"/>
                    <a:pt x="11335" y="23241"/>
                    <a:pt x="11335" y="21336"/>
                  </a:cubicBezTo>
                  <a:cubicBezTo>
                    <a:pt x="11335" y="19431"/>
                    <a:pt x="12954" y="17812"/>
                    <a:pt x="14859" y="17812"/>
                  </a:cubicBezTo>
                  <a:lnTo>
                    <a:pt x="20384" y="17812"/>
                  </a:lnTo>
                  <a:cubicBezTo>
                    <a:pt x="21527" y="17812"/>
                    <a:pt x="22670" y="18383"/>
                    <a:pt x="23336" y="19336"/>
                  </a:cubicBezTo>
                  <a:cubicBezTo>
                    <a:pt x="25051" y="21908"/>
                    <a:pt x="28575" y="22574"/>
                    <a:pt x="31052" y="20860"/>
                  </a:cubicBezTo>
                  <a:cubicBezTo>
                    <a:pt x="33624" y="19145"/>
                    <a:pt x="34290" y="15621"/>
                    <a:pt x="32576" y="13145"/>
                  </a:cubicBezTo>
                  <a:cubicBezTo>
                    <a:pt x="30385" y="9906"/>
                    <a:pt x="26956" y="7715"/>
                    <a:pt x="23146" y="6953"/>
                  </a:cubicBezTo>
                  <a:lnTo>
                    <a:pt x="23146" y="5620"/>
                  </a:lnTo>
                  <a:cubicBezTo>
                    <a:pt x="23146" y="2572"/>
                    <a:pt x="20670" y="0"/>
                    <a:pt x="17526" y="0"/>
                  </a:cubicBezTo>
                  <a:cubicBezTo>
                    <a:pt x="14383" y="0"/>
                    <a:pt x="11906" y="2477"/>
                    <a:pt x="11906" y="5620"/>
                  </a:cubicBezTo>
                  <a:lnTo>
                    <a:pt x="11906" y="6953"/>
                  </a:lnTo>
                  <a:cubicBezTo>
                    <a:pt x="5144" y="8287"/>
                    <a:pt x="0" y="14288"/>
                    <a:pt x="0" y="21431"/>
                  </a:cubicBezTo>
                  <a:cubicBezTo>
                    <a:pt x="0" y="29528"/>
                    <a:pt x="6572" y="36195"/>
                    <a:pt x="14764" y="36195"/>
                  </a:cubicBezTo>
                  <a:lnTo>
                    <a:pt x="14764" y="361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5"/>
            <p:cNvSpPr/>
            <p:nvPr/>
          </p:nvSpPr>
          <p:spPr>
            <a:xfrm>
              <a:off x="9490995" y="2708910"/>
              <a:ext cx="96774" cy="96773"/>
            </a:xfrm>
            <a:custGeom>
              <a:rect b="b" l="l" r="r" t="t"/>
              <a:pathLst>
                <a:path extrusionOk="0" h="96773" w="96774">
                  <a:moveTo>
                    <a:pt x="48387" y="96774"/>
                  </a:moveTo>
                  <a:cubicBezTo>
                    <a:pt x="75057" y="96774"/>
                    <a:pt x="96774" y="75057"/>
                    <a:pt x="96774" y="48387"/>
                  </a:cubicBezTo>
                  <a:cubicBezTo>
                    <a:pt x="96774" y="21717"/>
                    <a:pt x="75057" y="0"/>
                    <a:pt x="48387" y="0"/>
                  </a:cubicBezTo>
                  <a:cubicBezTo>
                    <a:pt x="21717" y="0"/>
                    <a:pt x="0" y="21717"/>
                    <a:pt x="0" y="48387"/>
                  </a:cubicBezTo>
                  <a:cubicBezTo>
                    <a:pt x="0" y="75057"/>
                    <a:pt x="21717" y="96774"/>
                    <a:pt x="48387" y="96774"/>
                  </a:cubicBezTo>
                  <a:lnTo>
                    <a:pt x="48387" y="96774"/>
                  </a:lnTo>
                  <a:close/>
                  <a:moveTo>
                    <a:pt x="48387" y="11144"/>
                  </a:moveTo>
                  <a:cubicBezTo>
                    <a:pt x="68866" y="11144"/>
                    <a:pt x="85630" y="27813"/>
                    <a:pt x="85630" y="48387"/>
                  </a:cubicBezTo>
                  <a:cubicBezTo>
                    <a:pt x="85630" y="68961"/>
                    <a:pt x="68961" y="85630"/>
                    <a:pt x="48387" y="85630"/>
                  </a:cubicBezTo>
                  <a:cubicBezTo>
                    <a:pt x="27813" y="85630"/>
                    <a:pt x="11144" y="68961"/>
                    <a:pt x="11144" y="48387"/>
                  </a:cubicBezTo>
                  <a:cubicBezTo>
                    <a:pt x="11144" y="27813"/>
                    <a:pt x="27813" y="11144"/>
                    <a:pt x="48387" y="11144"/>
                  </a:cubicBezTo>
                  <a:lnTo>
                    <a:pt x="48387" y="111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7" name="Google Shape;647;p25"/>
          <p:cNvGrpSpPr/>
          <p:nvPr/>
        </p:nvGrpSpPr>
        <p:grpSpPr>
          <a:xfrm>
            <a:off x="994339" y="2750208"/>
            <a:ext cx="426255" cy="314310"/>
            <a:chOff x="7845646" y="2688478"/>
            <a:chExt cx="381129" cy="281035"/>
          </a:xfrm>
        </p:grpSpPr>
        <p:sp>
          <p:nvSpPr>
            <p:cNvPr id="648" name="Google Shape;648;p25"/>
            <p:cNvSpPr/>
            <p:nvPr/>
          </p:nvSpPr>
          <p:spPr>
            <a:xfrm>
              <a:off x="7982807" y="2848356"/>
              <a:ext cx="35242" cy="60864"/>
            </a:xfrm>
            <a:custGeom>
              <a:rect b="b" l="l" r="r" t="t"/>
              <a:pathLst>
                <a:path extrusionOk="0" h="60864" w="35242">
                  <a:moveTo>
                    <a:pt x="20478" y="25146"/>
                  </a:moveTo>
                  <a:lnTo>
                    <a:pt x="14859" y="25146"/>
                  </a:lnTo>
                  <a:cubicBezTo>
                    <a:pt x="12859" y="25146"/>
                    <a:pt x="11239" y="23527"/>
                    <a:pt x="11239" y="21527"/>
                  </a:cubicBezTo>
                  <a:cubicBezTo>
                    <a:pt x="11239" y="19526"/>
                    <a:pt x="12859" y="17907"/>
                    <a:pt x="14859" y="17907"/>
                  </a:cubicBezTo>
                  <a:lnTo>
                    <a:pt x="20478" y="17907"/>
                  </a:lnTo>
                  <a:cubicBezTo>
                    <a:pt x="21717" y="17907"/>
                    <a:pt x="22860" y="18479"/>
                    <a:pt x="23526" y="19526"/>
                  </a:cubicBezTo>
                  <a:cubicBezTo>
                    <a:pt x="25241" y="22098"/>
                    <a:pt x="28765" y="22765"/>
                    <a:pt x="31242" y="21050"/>
                  </a:cubicBezTo>
                  <a:cubicBezTo>
                    <a:pt x="33814" y="19336"/>
                    <a:pt x="34480" y="15811"/>
                    <a:pt x="32766" y="13335"/>
                  </a:cubicBezTo>
                  <a:cubicBezTo>
                    <a:pt x="30575" y="10001"/>
                    <a:pt x="27146" y="7810"/>
                    <a:pt x="23241" y="7048"/>
                  </a:cubicBezTo>
                  <a:lnTo>
                    <a:pt x="23241" y="5620"/>
                  </a:lnTo>
                  <a:cubicBezTo>
                    <a:pt x="23241" y="2572"/>
                    <a:pt x="20764" y="0"/>
                    <a:pt x="17621" y="0"/>
                  </a:cubicBezTo>
                  <a:cubicBezTo>
                    <a:pt x="14478" y="0"/>
                    <a:pt x="12001" y="2477"/>
                    <a:pt x="12001" y="5620"/>
                  </a:cubicBezTo>
                  <a:lnTo>
                    <a:pt x="12001" y="7048"/>
                  </a:lnTo>
                  <a:cubicBezTo>
                    <a:pt x="5143" y="8382"/>
                    <a:pt x="0" y="14383"/>
                    <a:pt x="0" y="21622"/>
                  </a:cubicBezTo>
                  <a:cubicBezTo>
                    <a:pt x="0" y="29813"/>
                    <a:pt x="6667" y="36385"/>
                    <a:pt x="14764" y="36385"/>
                  </a:cubicBezTo>
                  <a:lnTo>
                    <a:pt x="20383" y="36385"/>
                  </a:lnTo>
                  <a:cubicBezTo>
                    <a:pt x="22384" y="36385"/>
                    <a:pt x="24003" y="38005"/>
                    <a:pt x="24003" y="40005"/>
                  </a:cubicBezTo>
                  <a:cubicBezTo>
                    <a:pt x="24003" y="42005"/>
                    <a:pt x="22384" y="43625"/>
                    <a:pt x="20383" y="43625"/>
                  </a:cubicBezTo>
                  <a:lnTo>
                    <a:pt x="14764" y="43625"/>
                  </a:lnTo>
                  <a:cubicBezTo>
                    <a:pt x="13335" y="43625"/>
                    <a:pt x="12001" y="42767"/>
                    <a:pt x="11430" y="41434"/>
                  </a:cubicBezTo>
                  <a:cubicBezTo>
                    <a:pt x="10191" y="38576"/>
                    <a:pt x="6953" y="37243"/>
                    <a:pt x="4096" y="38481"/>
                  </a:cubicBezTo>
                  <a:cubicBezTo>
                    <a:pt x="1238" y="39719"/>
                    <a:pt x="-95" y="42958"/>
                    <a:pt x="1143" y="45815"/>
                  </a:cubicBezTo>
                  <a:cubicBezTo>
                    <a:pt x="3047" y="50387"/>
                    <a:pt x="7144" y="53626"/>
                    <a:pt x="12001" y="54578"/>
                  </a:cubicBezTo>
                  <a:lnTo>
                    <a:pt x="12001" y="55245"/>
                  </a:lnTo>
                  <a:cubicBezTo>
                    <a:pt x="12001" y="58293"/>
                    <a:pt x="14478" y="60865"/>
                    <a:pt x="17621" y="60865"/>
                  </a:cubicBezTo>
                  <a:cubicBezTo>
                    <a:pt x="20764" y="60865"/>
                    <a:pt x="23241" y="58388"/>
                    <a:pt x="23241" y="55245"/>
                  </a:cubicBezTo>
                  <a:lnTo>
                    <a:pt x="23241" y="54578"/>
                  </a:lnTo>
                  <a:cubicBezTo>
                    <a:pt x="30099" y="53245"/>
                    <a:pt x="35242" y="47244"/>
                    <a:pt x="35242" y="40005"/>
                  </a:cubicBezTo>
                  <a:cubicBezTo>
                    <a:pt x="35242" y="31813"/>
                    <a:pt x="28575" y="25241"/>
                    <a:pt x="20478" y="25241"/>
                  </a:cubicBezTo>
                  <a:lnTo>
                    <a:pt x="20478" y="252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25"/>
            <p:cNvSpPr/>
            <p:nvPr/>
          </p:nvSpPr>
          <p:spPr>
            <a:xfrm>
              <a:off x="7951660" y="2829972"/>
              <a:ext cx="97535" cy="97535"/>
            </a:xfrm>
            <a:custGeom>
              <a:rect b="b" l="l" r="r" t="t"/>
              <a:pathLst>
                <a:path extrusionOk="0" h="97535" w="97535">
                  <a:moveTo>
                    <a:pt x="48768" y="0"/>
                  </a:moveTo>
                  <a:cubicBezTo>
                    <a:pt x="21907" y="0"/>
                    <a:pt x="0" y="21908"/>
                    <a:pt x="0" y="48768"/>
                  </a:cubicBezTo>
                  <a:cubicBezTo>
                    <a:pt x="0" y="75629"/>
                    <a:pt x="21907" y="97536"/>
                    <a:pt x="48768" y="97536"/>
                  </a:cubicBezTo>
                  <a:cubicBezTo>
                    <a:pt x="75629" y="97536"/>
                    <a:pt x="97536" y="75629"/>
                    <a:pt x="97536" y="48768"/>
                  </a:cubicBezTo>
                  <a:cubicBezTo>
                    <a:pt x="97536" y="21908"/>
                    <a:pt x="75629" y="0"/>
                    <a:pt x="48768" y="0"/>
                  </a:cubicBezTo>
                  <a:lnTo>
                    <a:pt x="48768" y="0"/>
                  </a:lnTo>
                  <a:close/>
                  <a:moveTo>
                    <a:pt x="48768" y="86392"/>
                  </a:moveTo>
                  <a:cubicBezTo>
                    <a:pt x="28004" y="86392"/>
                    <a:pt x="11144" y="69533"/>
                    <a:pt x="11144" y="48768"/>
                  </a:cubicBezTo>
                  <a:cubicBezTo>
                    <a:pt x="11144" y="28004"/>
                    <a:pt x="28004" y="11144"/>
                    <a:pt x="48768" y="11144"/>
                  </a:cubicBezTo>
                  <a:cubicBezTo>
                    <a:pt x="69532" y="11144"/>
                    <a:pt x="86392" y="28004"/>
                    <a:pt x="86392" y="48768"/>
                  </a:cubicBezTo>
                  <a:cubicBezTo>
                    <a:pt x="86392" y="69533"/>
                    <a:pt x="69532" y="86392"/>
                    <a:pt x="48768" y="86392"/>
                  </a:cubicBezTo>
                  <a:lnTo>
                    <a:pt x="48768" y="863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5"/>
            <p:cNvSpPr/>
            <p:nvPr/>
          </p:nvSpPr>
          <p:spPr>
            <a:xfrm>
              <a:off x="7900034" y="2858071"/>
              <a:ext cx="41338" cy="41338"/>
            </a:xfrm>
            <a:custGeom>
              <a:rect b="b" l="l" r="r" t="t"/>
              <a:pathLst>
                <a:path extrusionOk="0" h="41338" w="41338">
                  <a:moveTo>
                    <a:pt x="20669" y="0"/>
                  </a:moveTo>
                  <a:cubicBezTo>
                    <a:pt x="9239" y="0"/>
                    <a:pt x="0" y="9335"/>
                    <a:pt x="0" y="20669"/>
                  </a:cubicBezTo>
                  <a:cubicBezTo>
                    <a:pt x="0" y="32004"/>
                    <a:pt x="9334" y="41339"/>
                    <a:pt x="20669" y="41339"/>
                  </a:cubicBezTo>
                  <a:cubicBezTo>
                    <a:pt x="32004" y="41339"/>
                    <a:pt x="41338" y="32004"/>
                    <a:pt x="41338" y="20669"/>
                  </a:cubicBezTo>
                  <a:cubicBezTo>
                    <a:pt x="41338" y="9335"/>
                    <a:pt x="32004" y="0"/>
                    <a:pt x="20669" y="0"/>
                  </a:cubicBezTo>
                  <a:lnTo>
                    <a:pt x="20669" y="0"/>
                  </a:lnTo>
                  <a:close/>
                  <a:moveTo>
                    <a:pt x="20669" y="30194"/>
                  </a:moveTo>
                  <a:cubicBezTo>
                    <a:pt x="15430" y="30194"/>
                    <a:pt x="11144" y="25908"/>
                    <a:pt x="11144" y="20669"/>
                  </a:cubicBezTo>
                  <a:cubicBezTo>
                    <a:pt x="11144" y="15431"/>
                    <a:pt x="15430" y="11144"/>
                    <a:pt x="20669" y="11144"/>
                  </a:cubicBezTo>
                  <a:cubicBezTo>
                    <a:pt x="25908" y="11144"/>
                    <a:pt x="30194" y="15431"/>
                    <a:pt x="30194" y="20669"/>
                  </a:cubicBezTo>
                  <a:cubicBezTo>
                    <a:pt x="30194" y="25908"/>
                    <a:pt x="25908" y="30194"/>
                    <a:pt x="20669" y="30194"/>
                  </a:cubicBezTo>
                  <a:lnTo>
                    <a:pt x="20669" y="3019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25"/>
            <p:cNvSpPr/>
            <p:nvPr/>
          </p:nvSpPr>
          <p:spPr>
            <a:xfrm>
              <a:off x="8053673" y="2920079"/>
              <a:ext cx="64007" cy="11239"/>
            </a:xfrm>
            <a:custGeom>
              <a:rect b="b" l="l" r="r" t="t"/>
              <a:pathLst>
                <a:path extrusionOk="0" h="11239" w="64007">
                  <a:moveTo>
                    <a:pt x="0" y="5620"/>
                  </a:moveTo>
                  <a:cubicBezTo>
                    <a:pt x="0" y="8668"/>
                    <a:pt x="2476" y="11240"/>
                    <a:pt x="5619" y="11240"/>
                  </a:cubicBezTo>
                  <a:lnTo>
                    <a:pt x="58388" y="11240"/>
                  </a:lnTo>
                  <a:cubicBezTo>
                    <a:pt x="61436" y="11240"/>
                    <a:pt x="64008" y="8763"/>
                    <a:pt x="64008" y="5620"/>
                  </a:cubicBezTo>
                  <a:cubicBezTo>
                    <a:pt x="64008" y="2477"/>
                    <a:pt x="61531" y="0"/>
                    <a:pt x="58388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2" name="Google Shape;652;p25"/>
            <p:cNvGrpSpPr/>
            <p:nvPr/>
          </p:nvGrpSpPr>
          <p:grpSpPr>
            <a:xfrm>
              <a:off x="7845646" y="2688478"/>
              <a:ext cx="381129" cy="281035"/>
              <a:chOff x="7845646" y="2688478"/>
              <a:chExt cx="381129" cy="281035"/>
            </a:xfrm>
          </p:grpSpPr>
          <p:sp>
            <p:nvSpPr>
              <p:cNvPr id="653" name="Google Shape;653;p25"/>
              <p:cNvSpPr/>
              <p:nvPr/>
            </p:nvSpPr>
            <p:spPr>
              <a:xfrm>
                <a:off x="7883270" y="2826258"/>
                <a:ext cx="64007" cy="11239"/>
              </a:xfrm>
              <a:custGeom>
                <a:rect b="b" l="l" r="r" t="t"/>
                <a:pathLst>
                  <a:path extrusionOk="0" h="11239" w="64007">
                    <a:moveTo>
                      <a:pt x="58388" y="0"/>
                    </a:moveTo>
                    <a:lnTo>
                      <a:pt x="5619" y="0"/>
                    </a:lnTo>
                    <a:cubicBezTo>
                      <a:pt x="2571" y="0"/>
                      <a:pt x="0" y="2477"/>
                      <a:pt x="0" y="5620"/>
                    </a:cubicBezTo>
                    <a:cubicBezTo>
                      <a:pt x="0" y="8763"/>
                      <a:pt x="2477" y="11240"/>
                      <a:pt x="5619" y="11240"/>
                    </a:cubicBezTo>
                    <a:lnTo>
                      <a:pt x="58388" y="11240"/>
                    </a:lnTo>
                    <a:cubicBezTo>
                      <a:pt x="61436" y="11240"/>
                      <a:pt x="64008" y="8763"/>
                      <a:pt x="64008" y="5620"/>
                    </a:cubicBezTo>
                    <a:cubicBezTo>
                      <a:pt x="64008" y="2477"/>
                      <a:pt x="61531" y="0"/>
                      <a:pt x="58388" y="0"/>
                    </a:cubicBezTo>
                    <a:lnTo>
                      <a:pt x="583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25"/>
              <p:cNvSpPr/>
              <p:nvPr/>
            </p:nvSpPr>
            <p:spPr>
              <a:xfrm>
                <a:off x="7845646" y="2688478"/>
                <a:ext cx="381129" cy="281035"/>
              </a:xfrm>
              <a:custGeom>
                <a:rect b="b" l="l" r="r" t="t"/>
                <a:pathLst>
                  <a:path extrusionOk="0" h="281035" w="381129">
                    <a:moveTo>
                      <a:pt x="380333" y="24622"/>
                    </a:moveTo>
                    <a:cubicBezTo>
                      <a:pt x="379952" y="19383"/>
                      <a:pt x="376047" y="15192"/>
                      <a:pt x="370808" y="14335"/>
                    </a:cubicBezTo>
                    <a:lnTo>
                      <a:pt x="284321" y="143"/>
                    </a:lnTo>
                    <a:cubicBezTo>
                      <a:pt x="283083" y="-48"/>
                      <a:pt x="281845" y="-48"/>
                      <a:pt x="280511" y="143"/>
                    </a:cubicBezTo>
                    <a:lnTo>
                      <a:pt x="194024" y="14335"/>
                    </a:lnTo>
                    <a:cubicBezTo>
                      <a:pt x="188786" y="15192"/>
                      <a:pt x="184880" y="19383"/>
                      <a:pt x="184499" y="24622"/>
                    </a:cubicBezTo>
                    <a:cubicBezTo>
                      <a:pt x="184118" y="30051"/>
                      <a:pt x="183547" y="40434"/>
                      <a:pt x="183928" y="53578"/>
                    </a:cubicBezTo>
                    <a:lnTo>
                      <a:pt x="15811" y="53578"/>
                    </a:lnTo>
                    <a:cubicBezTo>
                      <a:pt x="7144" y="53578"/>
                      <a:pt x="0" y="60627"/>
                      <a:pt x="0" y="69390"/>
                    </a:cubicBezTo>
                    <a:lnTo>
                      <a:pt x="0" y="265224"/>
                    </a:lnTo>
                    <a:cubicBezTo>
                      <a:pt x="0" y="273891"/>
                      <a:pt x="7048" y="281035"/>
                      <a:pt x="15811" y="281035"/>
                    </a:cubicBezTo>
                    <a:lnTo>
                      <a:pt x="293846" y="281035"/>
                    </a:lnTo>
                    <a:cubicBezTo>
                      <a:pt x="302514" y="281035"/>
                      <a:pt x="309658" y="273987"/>
                      <a:pt x="309658" y="265224"/>
                    </a:cubicBezTo>
                    <a:lnTo>
                      <a:pt x="309658" y="204930"/>
                    </a:lnTo>
                    <a:cubicBezTo>
                      <a:pt x="386143" y="159687"/>
                      <a:pt x="382238" y="48339"/>
                      <a:pt x="380429" y="24622"/>
                    </a:cubicBezTo>
                    <a:lnTo>
                      <a:pt x="380429" y="24622"/>
                    </a:lnTo>
                    <a:close/>
                    <a:moveTo>
                      <a:pt x="15811" y="64722"/>
                    </a:moveTo>
                    <a:lnTo>
                      <a:pt x="184499" y="64722"/>
                    </a:lnTo>
                    <a:cubicBezTo>
                      <a:pt x="185166" y="75390"/>
                      <a:pt x="186595" y="87297"/>
                      <a:pt x="188976" y="99584"/>
                    </a:cubicBezTo>
                    <a:lnTo>
                      <a:pt x="15811" y="99584"/>
                    </a:lnTo>
                    <a:cubicBezTo>
                      <a:pt x="14192" y="99584"/>
                      <a:pt x="12668" y="99870"/>
                      <a:pt x="11239" y="100251"/>
                    </a:cubicBezTo>
                    <a:lnTo>
                      <a:pt x="11239" y="89868"/>
                    </a:lnTo>
                    <a:lnTo>
                      <a:pt x="117634" y="89868"/>
                    </a:lnTo>
                    <a:cubicBezTo>
                      <a:pt x="120682" y="89868"/>
                      <a:pt x="123254" y="87392"/>
                      <a:pt x="123254" y="84249"/>
                    </a:cubicBezTo>
                    <a:cubicBezTo>
                      <a:pt x="123254" y="81105"/>
                      <a:pt x="120777" y="78629"/>
                      <a:pt x="117634" y="78629"/>
                    </a:cubicBezTo>
                    <a:lnTo>
                      <a:pt x="11239" y="78629"/>
                    </a:lnTo>
                    <a:lnTo>
                      <a:pt x="11239" y="69199"/>
                    </a:lnTo>
                    <a:cubicBezTo>
                      <a:pt x="11239" y="66627"/>
                      <a:pt x="13335" y="64627"/>
                      <a:pt x="15811" y="64627"/>
                    </a:cubicBezTo>
                    <a:lnTo>
                      <a:pt x="15811" y="64627"/>
                    </a:lnTo>
                    <a:close/>
                    <a:moveTo>
                      <a:pt x="282511" y="205121"/>
                    </a:moveTo>
                    <a:cubicBezTo>
                      <a:pt x="282511" y="205121"/>
                      <a:pt x="282321" y="205121"/>
                      <a:pt x="282321" y="205121"/>
                    </a:cubicBezTo>
                    <a:cubicBezTo>
                      <a:pt x="257366" y="196548"/>
                      <a:pt x="237363" y="180737"/>
                      <a:pt x="222885" y="157972"/>
                    </a:cubicBezTo>
                    <a:cubicBezTo>
                      <a:pt x="221266" y="155400"/>
                      <a:pt x="217741" y="154638"/>
                      <a:pt x="215170" y="156258"/>
                    </a:cubicBezTo>
                    <a:cubicBezTo>
                      <a:pt x="212598" y="157877"/>
                      <a:pt x="211836" y="161401"/>
                      <a:pt x="213455" y="163973"/>
                    </a:cubicBezTo>
                    <a:cubicBezTo>
                      <a:pt x="215836" y="167688"/>
                      <a:pt x="218313" y="171307"/>
                      <a:pt x="220980" y="174641"/>
                    </a:cubicBezTo>
                    <a:cubicBezTo>
                      <a:pt x="216503" y="178546"/>
                      <a:pt x="213836" y="184166"/>
                      <a:pt x="213836" y="190262"/>
                    </a:cubicBezTo>
                    <a:cubicBezTo>
                      <a:pt x="213836" y="201692"/>
                      <a:pt x="223171" y="211026"/>
                      <a:pt x="234505" y="211026"/>
                    </a:cubicBezTo>
                    <a:cubicBezTo>
                      <a:pt x="241268" y="211026"/>
                      <a:pt x="247459" y="207693"/>
                      <a:pt x="251270" y="202454"/>
                    </a:cubicBezTo>
                    <a:cubicBezTo>
                      <a:pt x="259461" y="207788"/>
                      <a:pt x="268414" y="212074"/>
                      <a:pt x="278035" y="215408"/>
                    </a:cubicBezTo>
                    <a:lnTo>
                      <a:pt x="278035" y="249412"/>
                    </a:lnTo>
                    <a:lnTo>
                      <a:pt x="156876" y="249412"/>
                    </a:lnTo>
                    <a:cubicBezTo>
                      <a:pt x="153829" y="249412"/>
                      <a:pt x="151257" y="251889"/>
                      <a:pt x="151257" y="255032"/>
                    </a:cubicBezTo>
                    <a:cubicBezTo>
                      <a:pt x="151257" y="258175"/>
                      <a:pt x="153734" y="260652"/>
                      <a:pt x="156876" y="260652"/>
                    </a:cubicBezTo>
                    <a:lnTo>
                      <a:pt x="283654" y="260652"/>
                    </a:lnTo>
                    <a:cubicBezTo>
                      <a:pt x="286702" y="260652"/>
                      <a:pt x="289274" y="258175"/>
                      <a:pt x="289274" y="255032"/>
                    </a:cubicBezTo>
                    <a:lnTo>
                      <a:pt x="289274" y="214551"/>
                    </a:lnTo>
                    <a:cubicBezTo>
                      <a:pt x="292418" y="213408"/>
                      <a:pt x="295560" y="212074"/>
                      <a:pt x="298514" y="210741"/>
                    </a:cubicBezTo>
                    <a:lnTo>
                      <a:pt x="298514" y="265224"/>
                    </a:lnTo>
                    <a:cubicBezTo>
                      <a:pt x="298514" y="267795"/>
                      <a:pt x="296418" y="269796"/>
                      <a:pt x="293941" y="269796"/>
                    </a:cubicBezTo>
                    <a:lnTo>
                      <a:pt x="15907" y="269796"/>
                    </a:lnTo>
                    <a:cubicBezTo>
                      <a:pt x="13335" y="269796"/>
                      <a:pt x="11335" y="267700"/>
                      <a:pt x="11335" y="265224"/>
                    </a:cubicBezTo>
                    <a:lnTo>
                      <a:pt x="11335" y="115491"/>
                    </a:lnTo>
                    <a:cubicBezTo>
                      <a:pt x="11335" y="112919"/>
                      <a:pt x="13430" y="110919"/>
                      <a:pt x="15907" y="110919"/>
                    </a:cubicBezTo>
                    <a:lnTo>
                      <a:pt x="191548" y="110919"/>
                    </a:lnTo>
                    <a:cubicBezTo>
                      <a:pt x="192310" y="113967"/>
                      <a:pt x="193167" y="117015"/>
                      <a:pt x="194024" y="120158"/>
                    </a:cubicBezTo>
                    <a:lnTo>
                      <a:pt x="26098" y="120158"/>
                    </a:lnTo>
                    <a:cubicBezTo>
                      <a:pt x="23050" y="120158"/>
                      <a:pt x="20479" y="122634"/>
                      <a:pt x="20479" y="125778"/>
                    </a:cubicBezTo>
                    <a:lnTo>
                      <a:pt x="20479" y="255127"/>
                    </a:lnTo>
                    <a:cubicBezTo>
                      <a:pt x="20479" y="258175"/>
                      <a:pt x="22955" y="260747"/>
                      <a:pt x="26098" y="260747"/>
                    </a:cubicBezTo>
                    <a:lnTo>
                      <a:pt x="132398" y="260747"/>
                    </a:lnTo>
                    <a:cubicBezTo>
                      <a:pt x="135445" y="260747"/>
                      <a:pt x="138017" y="258270"/>
                      <a:pt x="138017" y="255127"/>
                    </a:cubicBezTo>
                    <a:cubicBezTo>
                      <a:pt x="138017" y="251984"/>
                      <a:pt x="135541" y="249507"/>
                      <a:pt x="132398" y="249507"/>
                    </a:cubicBezTo>
                    <a:lnTo>
                      <a:pt x="92393" y="249507"/>
                    </a:lnTo>
                    <a:lnTo>
                      <a:pt x="92393" y="227981"/>
                    </a:lnTo>
                    <a:cubicBezTo>
                      <a:pt x="92393" y="223218"/>
                      <a:pt x="88582" y="219408"/>
                      <a:pt x="83820" y="219408"/>
                    </a:cubicBezTo>
                    <a:lnTo>
                      <a:pt x="66675" y="219408"/>
                    </a:lnTo>
                    <a:cubicBezTo>
                      <a:pt x="61913" y="219408"/>
                      <a:pt x="58102" y="223218"/>
                      <a:pt x="58102" y="227981"/>
                    </a:cubicBezTo>
                    <a:lnTo>
                      <a:pt x="58102" y="249507"/>
                    </a:lnTo>
                    <a:lnTo>
                      <a:pt x="31814" y="249507"/>
                    </a:lnTo>
                    <a:lnTo>
                      <a:pt x="31814" y="131302"/>
                    </a:lnTo>
                    <a:lnTo>
                      <a:pt x="197834" y="131302"/>
                    </a:lnTo>
                    <a:cubicBezTo>
                      <a:pt x="199073" y="134731"/>
                      <a:pt x="200406" y="138160"/>
                      <a:pt x="201835" y="141494"/>
                    </a:cubicBezTo>
                    <a:cubicBezTo>
                      <a:pt x="203073" y="144351"/>
                      <a:pt x="206311" y="145590"/>
                      <a:pt x="209169" y="144447"/>
                    </a:cubicBezTo>
                    <a:cubicBezTo>
                      <a:pt x="212027" y="143208"/>
                      <a:pt x="213265" y="139970"/>
                      <a:pt x="212122" y="137112"/>
                    </a:cubicBezTo>
                    <a:cubicBezTo>
                      <a:pt x="192691" y="91869"/>
                      <a:pt x="194786" y="40338"/>
                      <a:pt x="195834" y="25575"/>
                    </a:cubicBezTo>
                    <a:cubicBezTo>
                      <a:pt x="195834" y="25575"/>
                      <a:pt x="195834" y="25479"/>
                      <a:pt x="196025" y="25479"/>
                    </a:cubicBezTo>
                    <a:lnTo>
                      <a:pt x="282511" y="11287"/>
                    </a:lnTo>
                    <a:cubicBezTo>
                      <a:pt x="282511" y="11287"/>
                      <a:pt x="282607" y="11287"/>
                      <a:pt x="282702" y="11287"/>
                    </a:cubicBezTo>
                    <a:lnTo>
                      <a:pt x="369189" y="25479"/>
                    </a:lnTo>
                    <a:cubicBezTo>
                      <a:pt x="369189" y="25479"/>
                      <a:pt x="369379" y="25575"/>
                      <a:pt x="369379" y="25575"/>
                    </a:cubicBezTo>
                    <a:cubicBezTo>
                      <a:pt x="371189" y="49959"/>
                      <a:pt x="375666" y="173307"/>
                      <a:pt x="282702" y="205216"/>
                    </a:cubicBezTo>
                    <a:lnTo>
                      <a:pt x="282702" y="205216"/>
                    </a:lnTo>
                    <a:close/>
                    <a:moveTo>
                      <a:pt x="228219" y="183118"/>
                    </a:moveTo>
                    <a:cubicBezTo>
                      <a:pt x="232600" y="187785"/>
                      <a:pt x="237268" y="192072"/>
                      <a:pt x="242221" y="195977"/>
                    </a:cubicBezTo>
                    <a:cubicBezTo>
                      <a:pt x="240411" y="198358"/>
                      <a:pt x="237649" y="199882"/>
                      <a:pt x="234505" y="199882"/>
                    </a:cubicBezTo>
                    <a:cubicBezTo>
                      <a:pt x="229267" y="199882"/>
                      <a:pt x="224980" y="195596"/>
                      <a:pt x="224980" y="190357"/>
                    </a:cubicBezTo>
                    <a:cubicBezTo>
                      <a:pt x="224980" y="187595"/>
                      <a:pt x="226219" y="184928"/>
                      <a:pt x="228219" y="183213"/>
                    </a:cubicBezTo>
                    <a:lnTo>
                      <a:pt x="228219" y="183213"/>
                    </a:lnTo>
                    <a:close/>
                    <a:moveTo>
                      <a:pt x="81058" y="249412"/>
                    </a:moveTo>
                    <a:lnTo>
                      <a:pt x="69056" y="249412"/>
                    </a:lnTo>
                    <a:lnTo>
                      <a:pt x="69056" y="230457"/>
                    </a:lnTo>
                    <a:lnTo>
                      <a:pt x="81058" y="230457"/>
                    </a:lnTo>
                    <a:lnTo>
                      <a:pt x="81058" y="24941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5" name="Google Shape;655;p25"/>
            <p:cNvSpPr/>
            <p:nvPr/>
          </p:nvSpPr>
          <p:spPr>
            <a:xfrm>
              <a:off x="8049178" y="2708005"/>
              <a:ext cx="157673" cy="164849"/>
            </a:xfrm>
            <a:custGeom>
              <a:rect b="b" l="l" r="r" t="t"/>
              <a:pathLst>
                <a:path extrusionOk="0" h="164849" w="157673">
                  <a:moveTo>
                    <a:pt x="150227" y="34242"/>
                  </a:moveTo>
                  <a:cubicBezTo>
                    <a:pt x="142416" y="33004"/>
                    <a:pt x="136606" y="25670"/>
                    <a:pt x="136606" y="17288"/>
                  </a:cubicBezTo>
                  <a:cubicBezTo>
                    <a:pt x="136606" y="12811"/>
                    <a:pt x="133463" y="9096"/>
                    <a:pt x="129081" y="8334"/>
                  </a:cubicBezTo>
                  <a:lnTo>
                    <a:pt x="120318" y="6810"/>
                  </a:lnTo>
                  <a:cubicBezTo>
                    <a:pt x="117270" y="6334"/>
                    <a:pt x="114413" y="8334"/>
                    <a:pt x="113841" y="11382"/>
                  </a:cubicBezTo>
                  <a:cubicBezTo>
                    <a:pt x="113365" y="14430"/>
                    <a:pt x="115365" y="17288"/>
                    <a:pt x="118413" y="17859"/>
                  </a:cubicBezTo>
                  <a:lnTo>
                    <a:pt x="125366" y="19002"/>
                  </a:lnTo>
                  <a:cubicBezTo>
                    <a:pt x="126128" y="31575"/>
                    <a:pt x="134606" y="41958"/>
                    <a:pt x="146417" y="44815"/>
                  </a:cubicBezTo>
                  <a:cubicBezTo>
                    <a:pt x="145655" y="56721"/>
                    <a:pt x="144035" y="68056"/>
                    <a:pt x="141750" y="78724"/>
                  </a:cubicBezTo>
                  <a:cubicBezTo>
                    <a:pt x="134415" y="112157"/>
                    <a:pt x="120318" y="137112"/>
                    <a:pt x="99745" y="152924"/>
                  </a:cubicBezTo>
                  <a:cubicBezTo>
                    <a:pt x="95648" y="147876"/>
                    <a:pt x="90029" y="144447"/>
                    <a:pt x="83837" y="143304"/>
                  </a:cubicBezTo>
                  <a:lnTo>
                    <a:pt x="83837" y="12049"/>
                  </a:lnTo>
                  <a:lnTo>
                    <a:pt x="94315" y="13859"/>
                  </a:lnTo>
                  <a:cubicBezTo>
                    <a:pt x="97363" y="14335"/>
                    <a:pt x="100221" y="12335"/>
                    <a:pt x="100792" y="9287"/>
                  </a:cubicBezTo>
                  <a:cubicBezTo>
                    <a:pt x="101268" y="6239"/>
                    <a:pt x="99268" y="3381"/>
                    <a:pt x="96220" y="2810"/>
                  </a:cubicBezTo>
                  <a:lnTo>
                    <a:pt x="80409" y="143"/>
                  </a:lnTo>
                  <a:cubicBezTo>
                    <a:pt x="79456" y="-48"/>
                    <a:pt x="78408" y="-48"/>
                    <a:pt x="77360" y="143"/>
                  </a:cubicBezTo>
                  <a:lnTo>
                    <a:pt x="28688" y="8334"/>
                  </a:lnTo>
                  <a:cubicBezTo>
                    <a:pt x="24306" y="9096"/>
                    <a:pt x="21163" y="12811"/>
                    <a:pt x="21163" y="17288"/>
                  </a:cubicBezTo>
                  <a:cubicBezTo>
                    <a:pt x="21163" y="25670"/>
                    <a:pt x="15257" y="32909"/>
                    <a:pt x="7542" y="34147"/>
                  </a:cubicBezTo>
                  <a:cubicBezTo>
                    <a:pt x="2970" y="34909"/>
                    <a:pt x="-268" y="38910"/>
                    <a:pt x="17" y="43577"/>
                  </a:cubicBezTo>
                  <a:cubicBezTo>
                    <a:pt x="780" y="56721"/>
                    <a:pt x="2494" y="69294"/>
                    <a:pt x="5066" y="81010"/>
                  </a:cubicBezTo>
                  <a:cubicBezTo>
                    <a:pt x="13162" y="118158"/>
                    <a:pt x="29355" y="145780"/>
                    <a:pt x="53072" y="163116"/>
                  </a:cubicBezTo>
                  <a:cubicBezTo>
                    <a:pt x="55072" y="164544"/>
                    <a:pt x="57454" y="165116"/>
                    <a:pt x="59930" y="164735"/>
                  </a:cubicBezTo>
                  <a:cubicBezTo>
                    <a:pt x="62311" y="164354"/>
                    <a:pt x="64502" y="162925"/>
                    <a:pt x="65835" y="160925"/>
                  </a:cubicBezTo>
                  <a:cubicBezTo>
                    <a:pt x="68883" y="156448"/>
                    <a:pt x="73741" y="153876"/>
                    <a:pt x="78885" y="153876"/>
                  </a:cubicBezTo>
                  <a:cubicBezTo>
                    <a:pt x="84028" y="153876"/>
                    <a:pt x="88886" y="156543"/>
                    <a:pt x="91934" y="160925"/>
                  </a:cubicBezTo>
                  <a:cubicBezTo>
                    <a:pt x="93267" y="162925"/>
                    <a:pt x="95458" y="164354"/>
                    <a:pt x="97839" y="164735"/>
                  </a:cubicBezTo>
                  <a:cubicBezTo>
                    <a:pt x="98316" y="164735"/>
                    <a:pt x="98887" y="164830"/>
                    <a:pt x="99363" y="164830"/>
                  </a:cubicBezTo>
                  <a:cubicBezTo>
                    <a:pt x="101268" y="164830"/>
                    <a:pt x="103078" y="164259"/>
                    <a:pt x="104602" y="163116"/>
                  </a:cubicBezTo>
                  <a:cubicBezTo>
                    <a:pt x="128414" y="145780"/>
                    <a:pt x="144512" y="118062"/>
                    <a:pt x="152608" y="81010"/>
                  </a:cubicBezTo>
                  <a:cubicBezTo>
                    <a:pt x="155180" y="69294"/>
                    <a:pt x="156895" y="56626"/>
                    <a:pt x="157656" y="43577"/>
                  </a:cubicBezTo>
                  <a:cubicBezTo>
                    <a:pt x="157942" y="38910"/>
                    <a:pt x="154703" y="34909"/>
                    <a:pt x="150132" y="34147"/>
                  </a:cubicBezTo>
                  <a:lnTo>
                    <a:pt x="150132" y="34147"/>
                  </a:lnTo>
                  <a:close/>
                  <a:moveTo>
                    <a:pt x="57930" y="153019"/>
                  </a:moveTo>
                  <a:cubicBezTo>
                    <a:pt x="37355" y="137208"/>
                    <a:pt x="23259" y="112252"/>
                    <a:pt x="15924" y="78819"/>
                  </a:cubicBezTo>
                  <a:cubicBezTo>
                    <a:pt x="13638" y="68151"/>
                    <a:pt x="12019" y="56817"/>
                    <a:pt x="11257" y="44910"/>
                  </a:cubicBezTo>
                  <a:cubicBezTo>
                    <a:pt x="23068" y="42148"/>
                    <a:pt x="31545" y="31671"/>
                    <a:pt x="32307" y="19098"/>
                  </a:cubicBezTo>
                  <a:lnTo>
                    <a:pt x="72789" y="12240"/>
                  </a:lnTo>
                  <a:lnTo>
                    <a:pt x="72789" y="143589"/>
                  </a:lnTo>
                  <a:cubicBezTo>
                    <a:pt x="67073" y="145018"/>
                    <a:pt x="61835" y="148257"/>
                    <a:pt x="58025" y="153019"/>
                  </a:cubicBezTo>
                  <a:lnTo>
                    <a:pt x="58025" y="1530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6" name="Google Shape;656;p25"/>
          <p:cNvSpPr txBox="1"/>
          <p:nvPr/>
        </p:nvSpPr>
        <p:spPr>
          <a:xfrm>
            <a:off x="2914876" y="1263575"/>
            <a:ext cx="5345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the only one that harbors life in the Solar System. All humans live on this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7" name="Google Shape;657;p25"/>
          <p:cNvSpPr txBox="1"/>
          <p:nvPr/>
        </p:nvSpPr>
        <p:spPr>
          <a:xfrm>
            <a:off x="900875" y="1263575"/>
            <a:ext cx="13488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Earth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658" name="Google Shape;658;p25"/>
          <p:cNvCxnSpPr>
            <a:stCxn id="657" idx="3"/>
            <a:endCxn id="656" idx="1"/>
          </p:cNvCxnSpPr>
          <p:nvPr/>
        </p:nvCxnSpPr>
        <p:spPr>
          <a:xfrm>
            <a:off x="2249675" y="1570175"/>
            <a:ext cx="66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59" name="Google Shape;659;p25"/>
          <p:cNvSpPr txBox="1"/>
          <p:nvPr/>
        </p:nvSpPr>
        <p:spPr>
          <a:xfrm>
            <a:off x="2478825" y="2086528"/>
            <a:ext cx="830400" cy="5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60" name="Google Shape;660;p25"/>
          <p:cNvSpPr txBox="1"/>
          <p:nvPr/>
        </p:nvSpPr>
        <p:spPr>
          <a:xfrm>
            <a:off x="5851925" y="2086528"/>
            <a:ext cx="830400" cy="5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6"/>
          <p:cNvSpPr txBox="1"/>
          <p:nvPr/>
        </p:nvSpPr>
        <p:spPr>
          <a:xfrm>
            <a:off x="5730607" y="1344075"/>
            <a:ext cx="947100" cy="43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66" name="Google Shape;666;p26"/>
          <p:cNvSpPr txBox="1"/>
          <p:nvPr/>
        </p:nvSpPr>
        <p:spPr>
          <a:xfrm>
            <a:off x="7369604" y="1344075"/>
            <a:ext cx="979200" cy="43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67" name="Google Shape;667;p26"/>
          <p:cNvSpPr txBox="1"/>
          <p:nvPr/>
        </p:nvSpPr>
        <p:spPr>
          <a:xfrm flipH="1">
            <a:off x="5376603" y="1843869"/>
            <a:ext cx="16551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a gas giant and has several rings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8" name="Google Shape;668;p26"/>
          <p:cNvSpPr txBox="1"/>
          <p:nvPr/>
        </p:nvSpPr>
        <p:spPr>
          <a:xfrm flipH="1">
            <a:off x="7031700" y="1843869"/>
            <a:ext cx="16551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the farthest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9" name="Google Shape;669;p2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Stock Market Infographics</a:t>
            </a:r>
            <a:endParaRPr/>
          </a:p>
        </p:txBody>
      </p:sp>
      <p:sp>
        <p:nvSpPr>
          <p:cNvPr id="670" name="Google Shape;670;p2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1" name="Google Shape;671;p26"/>
          <p:cNvSpPr txBox="1"/>
          <p:nvPr/>
        </p:nvSpPr>
        <p:spPr>
          <a:xfrm flipH="1">
            <a:off x="2470500" y="2488300"/>
            <a:ext cx="970800" cy="43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72" name="Google Shape;672;p26"/>
          <p:cNvSpPr txBox="1"/>
          <p:nvPr/>
        </p:nvSpPr>
        <p:spPr>
          <a:xfrm flipH="1">
            <a:off x="798900" y="2488300"/>
            <a:ext cx="1003800" cy="43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60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73" name="Google Shape;673;p26"/>
          <p:cNvSpPr txBox="1"/>
          <p:nvPr/>
        </p:nvSpPr>
        <p:spPr>
          <a:xfrm>
            <a:off x="2107650" y="3026194"/>
            <a:ext cx="16551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in the Solar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4" name="Google Shape;674;p26"/>
          <p:cNvSpPr txBox="1"/>
          <p:nvPr/>
        </p:nvSpPr>
        <p:spPr>
          <a:xfrm>
            <a:off x="452550" y="3026194"/>
            <a:ext cx="16551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smallest one in the Solar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5" name="Google Shape;675;p26"/>
          <p:cNvSpPr/>
          <p:nvPr/>
        </p:nvSpPr>
        <p:spPr>
          <a:xfrm>
            <a:off x="994188" y="3858388"/>
            <a:ext cx="613200" cy="61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6" name="Google Shape;676;p26"/>
          <p:cNvSpPr txBox="1"/>
          <p:nvPr/>
        </p:nvSpPr>
        <p:spPr>
          <a:xfrm>
            <a:off x="452550" y="1698975"/>
            <a:ext cx="33102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actually a cold place. It’s full of iron oxide dust, which gives the planet its reddish cast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7" name="Google Shape;677;p26"/>
          <p:cNvSpPr txBox="1"/>
          <p:nvPr/>
        </p:nvSpPr>
        <p:spPr>
          <a:xfrm>
            <a:off x="457200" y="1344075"/>
            <a:ext cx="331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678" name="Google Shape;678;p26"/>
          <p:cNvCxnSpPr>
            <a:stCxn id="672" idx="1"/>
            <a:endCxn id="671" idx="3"/>
          </p:cNvCxnSpPr>
          <p:nvPr/>
        </p:nvCxnSpPr>
        <p:spPr>
          <a:xfrm>
            <a:off x="1802700" y="2703850"/>
            <a:ext cx="66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79" name="Google Shape;679;p26"/>
          <p:cNvSpPr/>
          <p:nvPr/>
        </p:nvSpPr>
        <p:spPr>
          <a:xfrm>
            <a:off x="2628600" y="3858388"/>
            <a:ext cx="613200" cy="61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80" name="Google Shape;680;p26"/>
          <p:cNvGrpSpPr/>
          <p:nvPr/>
        </p:nvGrpSpPr>
        <p:grpSpPr>
          <a:xfrm>
            <a:off x="3802954" y="3027027"/>
            <a:ext cx="1471630" cy="1446598"/>
            <a:chOff x="3853150" y="2950827"/>
            <a:chExt cx="1471630" cy="1446598"/>
          </a:xfrm>
        </p:grpSpPr>
        <p:sp>
          <p:nvSpPr>
            <p:cNvPr id="681" name="Google Shape;681;p26"/>
            <p:cNvSpPr/>
            <p:nvPr/>
          </p:nvSpPr>
          <p:spPr>
            <a:xfrm>
              <a:off x="3853150" y="3527900"/>
              <a:ext cx="867875" cy="869525"/>
            </a:xfrm>
            <a:custGeom>
              <a:rect b="b" l="l" r="r" t="t"/>
              <a:pathLst>
                <a:path extrusionOk="0" h="34781" w="34715">
                  <a:moveTo>
                    <a:pt x="0" y="34781"/>
                  </a:moveTo>
                  <a:lnTo>
                    <a:pt x="0" y="0"/>
                  </a:lnTo>
                  <a:lnTo>
                    <a:pt x="34715" y="347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82" name="Google Shape;682;p26"/>
            <p:cNvSpPr/>
            <p:nvPr/>
          </p:nvSpPr>
          <p:spPr>
            <a:xfrm rot="2700000">
              <a:off x="4392449" y="2998143"/>
              <a:ext cx="613062" cy="1156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683" name="Google Shape;683;p26"/>
          <p:cNvSpPr/>
          <p:nvPr/>
        </p:nvSpPr>
        <p:spPr>
          <a:xfrm flipH="1">
            <a:off x="7536618" y="2637963"/>
            <a:ext cx="613200" cy="61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4" name="Google Shape;684;p26"/>
          <p:cNvSpPr txBox="1"/>
          <p:nvPr/>
        </p:nvSpPr>
        <p:spPr>
          <a:xfrm flipH="1">
            <a:off x="5381255" y="3748225"/>
            <a:ext cx="33102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It’s the fourth-brightest object in the night sky. It was named after the Roman god of the skies and lightning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5" name="Google Shape;685;p26"/>
          <p:cNvSpPr txBox="1"/>
          <p:nvPr/>
        </p:nvSpPr>
        <p:spPr>
          <a:xfrm flipH="1">
            <a:off x="5376605" y="3393325"/>
            <a:ext cx="331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686" name="Google Shape;686;p26"/>
          <p:cNvCxnSpPr>
            <a:stCxn id="666" idx="1"/>
            <a:endCxn id="665" idx="3"/>
          </p:cNvCxnSpPr>
          <p:nvPr/>
        </p:nvCxnSpPr>
        <p:spPr>
          <a:xfrm rot="10800000">
            <a:off x="6677804" y="1559625"/>
            <a:ext cx="69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87" name="Google Shape;687;p26"/>
          <p:cNvSpPr/>
          <p:nvPr/>
        </p:nvSpPr>
        <p:spPr>
          <a:xfrm flipH="1">
            <a:off x="5918255" y="2637963"/>
            <a:ext cx="613200" cy="61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88" name="Google Shape;688;p26"/>
          <p:cNvGrpSpPr/>
          <p:nvPr/>
        </p:nvGrpSpPr>
        <p:grpSpPr>
          <a:xfrm rot="10800000">
            <a:off x="3869416" y="1580427"/>
            <a:ext cx="1471630" cy="1446598"/>
            <a:chOff x="3853150" y="2950827"/>
            <a:chExt cx="1471630" cy="1446598"/>
          </a:xfrm>
        </p:grpSpPr>
        <p:sp>
          <p:nvSpPr>
            <p:cNvPr id="689" name="Google Shape;689;p26"/>
            <p:cNvSpPr/>
            <p:nvPr/>
          </p:nvSpPr>
          <p:spPr>
            <a:xfrm>
              <a:off x="3853150" y="3527900"/>
              <a:ext cx="867875" cy="869525"/>
            </a:xfrm>
            <a:custGeom>
              <a:rect b="b" l="l" r="r" t="t"/>
              <a:pathLst>
                <a:path extrusionOk="0" h="34781" w="34715">
                  <a:moveTo>
                    <a:pt x="0" y="34781"/>
                  </a:moveTo>
                  <a:lnTo>
                    <a:pt x="0" y="0"/>
                  </a:lnTo>
                  <a:lnTo>
                    <a:pt x="34715" y="347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690" name="Google Shape;690;p26"/>
            <p:cNvSpPr/>
            <p:nvPr/>
          </p:nvSpPr>
          <p:spPr>
            <a:xfrm rot="2700000">
              <a:off x="4392449" y="2998143"/>
              <a:ext cx="613062" cy="1156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691" name="Google Shape;691;p26"/>
          <p:cNvGrpSpPr/>
          <p:nvPr/>
        </p:nvGrpSpPr>
        <p:grpSpPr>
          <a:xfrm>
            <a:off x="6029971" y="2731534"/>
            <a:ext cx="348358" cy="426057"/>
            <a:chOff x="7103268" y="3838527"/>
            <a:chExt cx="311479" cy="380952"/>
          </a:xfrm>
        </p:grpSpPr>
        <p:sp>
          <p:nvSpPr>
            <p:cNvPr id="692" name="Google Shape;692;p26"/>
            <p:cNvSpPr/>
            <p:nvPr/>
          </p:nvSpPr>
          <p:spPr>
            <a:xfrm>
              <a:off x="7288216" y="3928559"/>
              <a:ext cx="18056" cy="14028"/>
            </a:xfrm>
            <a:custGeom>
              <a:rect b="b" l="l" r="r" t="t"/>
              <a:pathLst>
                <a:path extrusionOk="0" h="14028" w="18056">
                  <a:moveTo>
                    <a:pt x="10410" y="408"/>
                  </a:moveTo>
                  <a:lnTo>
                    <a:pt x="3457" y="3266"/>
                  </a:lnTo>
                  <a:cubicBezTo>
                    <a:pt x="599" y="4409"/>
                    <a:pt x="-735" y="7742"/>
                    <a:pt x="408" y="10600"/>
                  </a:cubicBezTo>
                  <a:cubicBezTo>
                    <a:pt x="1265" y="12791"/>
                    <a:pt x="3361" y="14029"/>
                    <a:pt x="5552" y="14029"/>
                  </a:cubicBezTo>
                  <a:cubicBezTo>
                    <a:pt x="6219" y="14029"/>
                    <a:pt x="6981" y="13934"/>
                    <a:pt x="7647" y="13648"/>
                  </a:cubicBezTo>
                  <a:lnTo>
                    <a:pt x="14601" y="10790"/>
                  </a:lnTo>
                  <a:cubicBezTo>
                    <a:pt x="17458" y="9648"/>
                    <a:pt x="18792" y="6314"/>
                    <a:pt x="17649" y="3456"/>
                  </a:cubicBezTo>
                  <a:cubicBezTo>
                    <a:pt x="16506" y="599"/>
                    <a:pt x="13172" y="-735"/>
                    <a:pt x="10314" y="408"/>
                  </a:cubicBezTo>
                  <a:lnTo>
                    <a:pt x="10314" y="4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26"/>
            <p:cNvSpPr/>
            <p:nvPr/>
          </p:nvSpPr>
          <p:spPr>
            <a:xfrm>
              <a:off x="7277816" y="3909014"/>
              <a:ext cx="15711" cy="17285"/>
            </a:xfrm>
            <a:custGeom>
              <a:rect b="b" l="l" r="r" t="t"/>
              <a:pathLst>
                <a:path extrusionOk="0" h="17285" w="15711">
                  <a:moveTo>
                    <a:pt x="13475" y="1093"/>
                  </a:moveTo>
                  <a:cubicBezTo>
                    <a:pt x="10999" y="-717"/>
                    <a:pt x="7475" y="-241"/>
                    <a:pt x="5665" y="2236"/>
                  </a:cubicBezTo>
                  <a:lnTo>
                    <a:pt x="1093" y="8427"/>
                  </a:lnTo>
                  <a:cubicBezTo>
                    <a:pt x="-717" y="10904"/>
                    <a:pt x="-241" y="14428"/>
                    <a:pt x="2236" y="16238"/>
                  </a:cubicBezTo>
                  <a:cubicBezTo>
                    <a:pt x="3189" y="17000"/>
                    <a:pt x="4427" y="17286"/>
                    <a:pt x="5570" y="17286"/>
                  </a:cubicBezTo>
                  <a:cubicBezTo>
                    <a:pt x="7284" y="17286"/>
                    <a:pt x="8999" y="16523"/>
                    <a:pt x="10047" y="14999"/>
                  </a:cubicBezTo>
                  <a:lnTo>
                    <a:pt x="14618" y="8808"/>
                  </a:lnTo>
                  <a:cubicBezTo>
                    <a:pt x="16428" y="6332"/>
                    <a:pt x="15952" y="2807"/>
                    <a:pt x="13475" y="998"/>
                  </a:cubicBezTo>
                  <a:lnTo>
                    <a:pt x="13475" y="9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4" name="Google Shape;694;p26"/>
            <p:cNvGrpSpPr/>
            <p:nvPr/>
          </p:nvGrpSpPr>
          <p:grpSpPr>
            <a:xfrm>
              <a:off x="7103268" y="3838527"/>
              <a:ext cx="311479" cy="380952"/>
              <a:chOff x="7103268" y="3838527"/>
              <a:chExt cx="311479" cy="380952"/>
            </a:xfrm>
          </p:grpSpPr>
          <p:sp>
            <p:nvSpPr>
              <p:cNvPr id="695" name="Google Shape;695;p26"/>
              <p:cNvSpPr/>
              <p:nvPr/>
            </p:nvSpPr>
            <p:spPr>
              <a:xfrm>
                <a:off x="7292367" y="3950140"/>
                <a:ext cx="18804" cy="12354"/>
              </a:xfrm>
              <a:custGeom>
                <a:rect b="b" l="l" r="r" t="t"/>
                <a:pathLst>
                  <a:path extrusionOk="0" h="12354" w="18804">
                    <a:moveTo>
                      <a:pt x="67" y="4830"/>
                    </a:moveTo>
                    <a:cubicBezTo>
                      <a:pt x="-409" y="7878"/>
                      <a:pt x="1687" y="10735"/>
                      <a:pt x="4735" y="11212"/>
                    </a:cubicBezTo>
                    <a:lnTo>
                      <a:pt x="12355" y="12355"/>
                    </a:lnTo>
                    <a:cubicBezTo>
                      <a:pt x="12355" y="12355"/>
                      <a:pt x="12927" y="12355"/>
                      <a:pt x="13212" y="12355"/>
                    </a:cubicBezTo>
                    <a:cubicBezTo>
                      <a:pt x="15879" y="12355"/>
                      <a:pt x="18356" y="10355"/>
                      <a:pt x="18737" y="7592"/>
                    </a:cubicBezTo>
                    <a:cubicBezTo>
                      <a:pt x="19213" y="4544"/>
                      <a:pt x="17118" y="1687"/>
                      <a:pt x="14070" y="1210"/>
                    </a:cubicBezTo>
                    <a:lnTo>
                      <a:pt x="6450" y="67"/>
                    </a:lnTo>
                    <a:cubicBezTo>
                      <a:pt x="3402" y="-409"/>
                      <a:pt x="544" y="1687"/>
                      <a:pt x="67" y="4735"/>
                    </a:cubicBezTo>
                    <a:lnTo>
                      <a:pt x="67" y="47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26"/>
              <p:cNvSpPr/>
              <p:nvPr/>
            </p:nvSpPr>
            <p:spPr>
              <a:xfrm>
                <a:off x="7103268" y="3838527"/>
                <a:ext cx="311479" cy="380952"/>
              </a:xfrm>
              <a:custGeom>
                <a:rect b="b" l="l" r="r" t="t"/>
                <a:pathLst>
                  <a:path extrusionOk="0" h="380952" w="311479">
                    <a:moveTo>
                      <a:pt x="310515" y="242173"/>
                    </a:moveTo>
                    <a:lnTo>
                      <a:pt x="288417" y="189500"/>
                    </a:lnTo>
                    <a:cubicBezTo>
                      <a:pt x="289274" y="187785"/>
                      <a:pt x="289846" y="185880"/>
                      <a:pt x="289846" y="183785"/>
                    </a:cubicBezTo>
                    <a:lnTo>
                      <a:pt x="289846" y="150543"/>
                    </a:lnTo>
                    <a:cubicBezTo>
                      <a:pt x="289846" y="143685"/>
                      <a:pt x="284226" y="138065"/>
                      <a:pt x="277368" y="138065"/>
                    </a:cubicBezTo>
                    <a:lnTo>
                      <a:pt x="266891" y="138065"/>
                    </a:lnTo>
                    <a:lnTo>
                      <a:pt x="222695" y="32623"/>
                    </a:lnTo>
                    <a:cubicBezTo>
                      <a:pt x="222123" y="31290"/>
                      <a:pt x="221075" y="30147"/>
                      <a:pt x="219646" y="29575"/>
                    </a:cubicBezTo>
                    <a:lnTo>
                      <a:pt x="148495" y="429"/>
                    </a:lnTo>
                    <a:cubicBezTo>
                      <a:pt x="147161" y="-143"/>
                      <a:pt x="145542" y="-143"/>
                      <a:pt x="144209" y="429"/>
                    </a:cubicBezTo>
                    <a:lnTo>
                      <a:pt x="122777" y="9477"/>
                    </a:lnTo>
                    <a:cubicBezTo>
                      <a:pt x="119920" y="10716"/>
                      <a:pt x="118586" y="13954"/>
                      <a:pt x="119824" y="16812"/>
                    </a:cubicBezTo>
                    <a:cubicBezTo>
                      <a:pt x="121063" y="19669"/>
                      <a:pt x="124301" y="21003"/>
                      <a:pt x="127159" y="19764"/>
                    </a:cubicBezTo>
                    <a:lnTo>
                      <a:pt x="143446" y="12906"/>
                    </a:lnTo>
                    <a:lnTo>
                      <a:pt x="159544" y="51292"/>
                    </a:lnTo>
                    <a:cubicBezTo>
                      <a:pt x="160877" y="54435"/>
                      <a:pt x="163354" y="56912"/>
                      <a:pt x="166497" y="58150"/>
                    </a:cubicBezTo>
                    <a:cubicBezTo>
                      <a:pt x="168021" y="58817"/>
                      <a:pt x="169736" y="59103"/>
                      <a:pt x="171355" y="59103"/>
                    </a:cubicBezTo>
                    <a:cubicBezTo>
                      <a:pt x="172974" y="59103"/>
                      <a:pt x="174688" y="58817"/>
                      <a:pt x="176308" y="58150"/>
                    </a:cubicBezTo>
                    <a:lnTo>
                      <a:pt x="214693" y="42053"/>
                    </a:lnTo>
                    <a:lnTo>
                      <a:pt x="254889" y="137970"/>
                    </a:lnTo>
                    <a:lnTo>
                      <a:pt x="233839" y="137970"/>
                    </a:lnTo>
                    <a:cubicBezTo>
                      <a:pt x="230791" y="137970"/>
                      <a:pt x="228219" y="140446"/>
                      <a:pt x="228219" y="143589"/>
                    </a:cubicBezTo>
                    <a:cubicBezTo>
                      <a:pt x="228219" y="146733"/>
                      <a:pt x="230695" y="149209"/>
                      <a:pt x="233839" y="149209"/>
                    </a:cubicBezTo>
                    <a:lnTo>
                      <a:pt x="277463" y="149209"/>
                    </a:lnTo>
                    <a:cubicBezTo>
                      <a:pt x="278225" y="149209"/>
                      <a:pt x="278797" y="149781"/>
                      <a:pt x="278797" y="150543"/>
                    </a:cubicBezTo>
                    <a:lnTo>
                      <a:pt x="278797" y="183785"/>
                    </a:lnTo>
                    <a:cubicBezTo>
                      <a:pt x="278797" y="184547"/>
                      <a:pt x="278225" y="185118"/>
                      <a:pt x="277463" y="185118"/>
                    </a:cubicBezTo>
                    <a:lnTo>
                      <a:pt x="12573" y="185118"/>
                    </a:lnTo>
                    <a:cubicBezTo>
                      <a:pt x="11811" y="185118"/>
                      <a:pt x="11239" y="184547"/>
                      <a:pt x="11239" y="183785"/>
                    </a:cubicBezTo>
                    <a:lnTo>
                      <a:pt x="11239" y="150543"/>
                    </a:lnTo>
                    <a:cubicBezTo>
                      <a:pt x="11239" y="149781"/>
                      <a:pt x="11811" y="149209"/>
                      <a:pt x="12573" y="149209"/>
                    </a:cubicBezTo>
                    <a:lnTo>
                      <a:pt x="208979" y="149209"/>
                    </a:lnTo>
                    <a:cubicBezTo>
                      <a:pt x="212027" y="149209"/>
                      <a:pt x="214599" y="146733"/>
                      <a:pt x="214599" y="143589"/>
                    </a:cubicBezTo>
                    <a:cubicBezTo>
                      <a:pt x="214599" y="140446"/>
                      <a:pt x="212122" y="137970"/>
                      <a:pt x="208979" y="137970"/>
                    </a:cubicBezTo>
                    <a:lnTo>
                      <a:pt x="177546" y="137970"/>
                    </a:lnTo>
                    <a:cubicBezTo>
                      <a:pt x="180975" y="127111"/>
                      <a:pt x="180594" y="115300"/>
                      <a:pt x="176022" y="104537"/>
                    </a:cubicBezTo>
                    <a:cubicBezTo>
                      <a:pt x="165640" y="79772"/>
                      <a:pt x="137160" y="68056"/>
                      <a:pt x="112395" y="78438"/>
                    </a:cubicBezTo>
                    <a:cubicBezTo>
                      <a:pt x="88963" y="88249"/>
                      <a:pt x="77248" y="114252"/>
                      <a:pt x="84772" y="137970"/>
                    </a:cubicBezTo>
                    <a:lnTo>
                      <a:pt x="53245" y="137970"/>
                    </a:lnTo>
                    <a:lnTo>
                      <a:pt x="22765" y="65199"/>
                    </a:lnTo>
                    <a:cubicBezTo>
                      <a:pt x="22574" y="64722"/>
                      <a:pt x="22670" y="64246"/>
                      <a:pt x="22765" y="63960"/>
                    </a:cubicBezTo>
                    <a:cubicBezTo>
                      <a:pt x="22765" y="63770"/>
                      <a:pt x="23051" y="63294"/>
                      <a:pt x="23622" y="63103"/>
                    </a:cubicBezTo>
                    <a:lnTo>
                      <a:pt x="104204" y="29289"/>
                    </a:lnTo>
                    <a:cubicBezTo>
                      <a:pt x="107061" y="28051"/>
                      <a:pt x="108395" y="24813"/>
                      <a:pt x="107156" y="21955"/>
                    </a:cubicBezTo>
                    <a:cubicBezTo>
                      <a:pt x="105918" y="19098"/>
                      <a:pt x="102679" y="17764"/>
                      <a:pt x="99822" y="19002"/>
                    </a:cubicBezTo>
                    <a:lnTo>
                      <a:pt x="19240" y="52816"/>
                    </a:lnTo>
                    <a:cubicBezTo>
                      <a:pt x="16097" y="54150"/>
                      <a:pt x="13621" y="56626"/>
                      <a:pt x="12382" y="59769"/>
                    </a:cubicBezTo>
                    <a:cubicBezTo>
                      <a:pt x="11049" y="62913"/>
                      <a:pt x="11144" y="66437"/>
                      <a:pt x="12382" y="69485"/>
                    </a:cubicBezTo>
                    <a:lnTo>
                      <a:pt x="41053" y="137970"/>
                    </a:lnTo>
                    <a:lnTo>
                      <a:pt x="12478" y="137970"/>
                    </a:lnTo>
                    <a:cubicBezTo>
                      <a:pt x="5620" y="137970"/>
                      <a:pt x="0" y="143589"/>
                      <a:pt x="0" y="150447"/>
                    </a:cubicBezTo>
                    <a:lnTo>
                      <a:pt x="0" y="183690"/>
                    </a:lnTo>
                    <a:cubicBezTo>
                      <a:pt x="0" y="190548"/>
                      <a:pt x="5620" y="196167"/>
                      <a:pt x="12478" y="196167"/>
                    </a:cubicBezTo>
                    <a:lnTo>
                      <a:pt x="16859" y="196167"/>
                    </a:lnTo>
                    <a:lnTo>
                      <a:pt x="16859" y="274272"/>
                    </a:lnTo>
                    <a:cubicBezTo>
                      <a:pt x="16859" y="277320"/>
                      <a:pt x="19336" y="279892"/>
                      <a:pt x="22479" y="279892"/>
                    </a:cubicBezTo>
                    <a:cubicBezTo>
                      <a:pt x="25622" y="279892"/>
                      <a:pt x="28099" y="277416"/>
                      <a:pt x="28099" y="274272"/>
                    </a:cubicBezTo>
                    <a:lnTo>
                      <a:pt x="28099" y="196167"/>
                    </a:lnTo>
                    <a:lnTo>
                      <a:pt x="261842" y="196167"/>
                    </a:lnTo>
                    <a:lnTo>
                      <a:pt x="261842" y="368475"/>
                    </a:lnTo>
                    <a:cubicBezTo>
                      <a:pt x="261842" y="369237"/>
                      <a:pt x="261271" y="369808"/>
                      <a:pt x="260509" y="369808"/>
                    </a:cubicBezTo>
                    <a:lnTo>
                      <a:pt x="29432" y="369808"/>
                    </a:lnTo>
                    <a:cubicBezTo>
                      <a:pt x="28670" y="369808"/>
                      <a:pt x="28099" y="369237"/>
                      <a:pt x="28099" y="368475"/>
                    </a:cubicBezTo>
                    <a:lnTo>
                      <a:pt x="28099" y="299037"/>
                    </a:lnTo>
                    <a:cubicBezTo>
                      <a:pt x="28099" y="295990"/>
                      <a:pt x="25622" y="293418"/>
                      <a:pt x="22479" y="293418"/>
                    </a:cubicBezTo>
                    <a:cubicBezTo>
                      <a:pt x="19336" y="293418"/>
                      <a:pt x="16859" y="295894"/>
                      <a:pt x="16859" y="299037"/>
                    </a:cubicBezTo>
                    <a:lnTo>
                      <a:pt x="16859" y="368475"/>
                    </a:lnTo>
                    <a:cubicBezTo>
                      <a:pt x="16859" y="375333"/>
                      <a:pt x="22479" y="380952"/>
                      <a:pt x="29337" y="380952"/>
                    </a:cubicBezTo>
                    <a:lnTo>
                      <a:pt x="260414" y="380952"/>
                    </a:lnTo>
                    <a:cubicBezTo>
                      <a:pt x="267271" y="380952"/>
                      <a:pt x="272891" y="375333"/>
                      <a:pt x="272891" y="368475"/>
                    </a:cubicBezTo>
                    <a:lnTo>
                      <a:pt x="272891" y="271605"/>
                    </a:lnTo>
                    <a:lnTo>
                      <a:pt x="303657" y="258747"/>
                    </a:lnTo>
                    <a:cubicBezTo>
                      <a:pt x="306800" y="257413"/>
                      <a:pt x="309276" y="254937"/>
                      <a:pt x="310515" y="251793"/>
                    </a:cubicBezTo>
                    <a:cubicBezTo>
                      <a:pt x="311848" y="248650"/>
                      <a:pt x="311753" y="245126"/>
                      <a:pt x="310515" y="241983"/>
                    </a:cubicBezTo>
                    <a:lnTo>
                      <a:pt x="310515" y="241983"/>
                    </a:lnTo>
                    <a:close/>
                    <a:moveTo>
                      <a:pt x="171831" y="47863"/>
                    </a:moveTo>
                    <a:cubicBezTo>
                      <a:pt x="171260" y="48054"/>
                      <a:pt x="170879" y="47958"/>
                      <a:pt x="170593" y="47863"/>
                    </a:cubicBezTo>
                    <a:cubicBezTo>
                      <a:pt x="170307" y="47768"/>
                      <a:pt x="169926" y="47482"/>
                      <a:pt x="169736" y="47006"/>
                    </a:cubicBezTo>
                    <a:lnTo>
                      <a:pt x="156686" y="15859"/>
                    </a:lnTo>
                    <a:lnTo>
                      <a:pt x="202882" y="34814"/>
                    </a:lnTo>
                    <a:lnTo>
                      <a:pt x="171736" y="47863"/>
                    </a:lnTo>
                    <a:close/>
                    <a:moveTo>
                      <a:pt x="96488" y="137779"/>
                    </a:moveTo>
                    <a:cubicBezTo>
                      <a:pt x="88487" y="118729"/>
                      <a:pt x="97536" y="96726"/>
                      <a:pt x="116586" y="88725"/>
                    </a:cubicBezTo>
                    <a:cubicBezTo>
                      <a:pt x="135636" y="80724"/>
                      <a:pt x="157639" y="89773"/>
                      <a:pt x="165640" y="108823"/>
                    </a:cubicBezTo>
                    <a:cubicBezTo>
                      <a:pt x="169545" y="118253"/>
                      <a:pt x="169450" y="128730"/>
                      <a:pt x="165545" y="137970"/>
                    </a:cubicBezTo>
                    <a:lnTo>
                      <a:pt x="150400" y="137970"/>
                    </a:lnTo>
                    <a:cubicBezTo>
                      <a:pt x="152400" y="134160"/>
                      <a:pt x="152781" y="129588"/>
                      <a:pt x="150971" y="125301"/>
                    </a:cubicBezTo>
                    <a:cubicBezTo>
                      <a:pt x="147828" y="117777"/>
                      <a:pt x="139160" y="114252"/>
                      <a:pt x="131636" y="117396"/>
                    </a:cubicBezTo>
                    <a:lnTo>
                      <a:pt x="126492" y="119491"/>
                    </a:lnTo>
                    <a:cubicBezTo>
                      <a:pt x="125635" y="119872"/>
                      <a:pt x="124587" y="119872"/>
                      <a:pt x="123730" y="119491"/>
                    </a:cubicBezTo>
                    <a:cubicBezTo>
                      <a:pt x="122872" y="119110"/>
                      <a:pt x="122111" y="118443"/>
                      <a:pt x="121729" y="117586"/>
                    </a:cubicBezTo>
                    <a:cubicBezTo>
                      <a:pt x="121348" y="116729"/>
                      <a:pt x="121348" y="115681"/>
                      <a:pt x="121729" y="114824"/>
                    </a:cubicBezTo>
                    <a:cubicBezTo>
                      <a:pt x="122111" y="113967"/>
                      <a:pt x="122777" y="113205"/>
                      <a:pt x="123635" y="112824"/>
                    </a:cubicBezTo>
                    <a:lnTo>
                      <a:pt x="128778" y="110633"/>
                    </a:lnTo>
                    <a:cubicBezTo>
                      <a:pt x="129921" y="110157"/>
                      <a:pt x="131159" y="110252"/>
                      <a:pt x="132207" y="110919"/>
                    </a:cubicBezTo>
                    <a:cubicBezTo>
                      <a:pt x="134779" y="112633"/>
                      <a:pt x="138208" y="111871"/>
                      <a:pt x="139922" y="109299"/>
                    </a:cubicBezTo>
                    <a:cubicBezTo>
                      <a:pt x="141637" y="106728"/>
                      <a:pt x="140875" y="103299"/>
                      <a:pt x="138303" y="101584"/>
                    </a:cubicBezTo>
                    <a:cubicBezTo>
                      <a:pt x="134969" y="99393"/>
                      <a:pt x="130969" y="98727"/>
                      <a:pt x="127159" y="99489"/>
                    </a:cubicBezTo>
                    <a:lnTo>
                      <a:pt x="126587" y="98250"/>
                    </a:lnTo>
                    <a:cubicBezTo>
                      <a:pt x="125444" y="95393"/>
                      <a:pt x="122111" y="94059"/>
                      <a:pt x="119253" y="95298"/>
                    </a:cubicBezTo>
                    <a:cubicBezTo>
                      <a:pt x="116396" y="96441"/>
                      <a:pt x="115062" y="99774"/>
                      <a:pt x="116300" y="102632"/>
                    </a:cubicBezTo>
                    <a:lnTo>
                      <a:pt x="116872" y="103870"/>
                    </a:lnTo>
                    <a:cubicBezTo>
                      <a:pt x="114395" y="105489"/>
                      <a:pt x="112490" y="107775"/>
                      <a:pt x="111347" y="110538"/>
                    </a:cubicBezTo>
                    <a:cubicBezTo>
                      <a:pt x="109823" y="114157"/>
                      <a:pt x="109823" y="118158"/>
                      <a:pt x="111347" y="121872"/>
                    </a:cubicBezTo>
                    <a:cubicBezTo>
                      <a:pt x="112871" y="125492"/>
                      <a:pt x="115729" y="128349"/>
                      <a:pt x="119348" y="129873"/>
                    </a:cubicBezTo>
                    <a:cubicBezTo>
                      <a:pt x="122968" y="131397"/>
                      <a:pt x="126968" y="131397"/>
                      <a:pt x="130683" y="129873"/>
                    </a:cubicBezTo>
                    <a:lnTo>
                      <a:pt x="135827" y="127683"/>
                    </a:lnTo>
                    <a:cubicBezTo>
                      <a:pt x="137636" y="126921"/>
                      <a:pt x="139827" y="127778"/>
                      <a:pt x="140589" y="129588"/>
                    </a:cubicBezTo>
                    <a:cubicBezTo>
                      <a:pt x="141351" y="131397"/>
                      <a:pt x="140494" y="133588"/>
                      <a:pt x="138684" y="134350"/>
                    </a:cubicBezTo>
                    <a:lnTo>
                      <a:pt x="133540" y="136541"/>
                    </a:lnTo>
                    <a:cubicBezTo>
                      <a:pt x="132207" y="137112"/>
                      <a:pt x="130683" y="136827"/>
                      <a:pt x="129635" y="135779"/>
                    </a:cubicBezTo>
                    <a:cubicBezTo>
                      <a:pt x="127445" y="133588"/>
                      <a:pt x="123920" y="133683"/>
                      <a:pt x="121729" y="135779"/>
                    </a:cubicBezTo>
                    <a:cubicBezTo>
                      <a:pt x="121158" y="136446"/>
                      <a:pt x="120682" y="137112"/>
                      <a:pt x="120396" y="137874"/>
                    </a:cubicBezTo>
                    <a:lnTo>
                      <a:pt x="96488" y="137874"/>
                    </a:lnTo>
                    <a:cubicBezTo>
                      <a:pt x="96488" y="137874"/>
                      <a:pt x="96488" y="137684"/>
                      <a:pt x="96393" y="137684"/>
                    </a:cubicBezTo>
                    <a:lnTo>
                      <a:pt x="96393" y="137684"/>
                    </a:lnTo>
                    <a:close/>
                    <a:moveTo>
                      <a:pt x="300228" y="247698"/>
                    </a:moveTo>
                    <a:cubicBezTo>
                      <a:pt x="300228" y="247698"/>
                      <a:pt x="299942" y="248364"/>
                      <a:pt x="299371" y="248555"/>
                    </a:cubicBezTo>
                    <a:lnTo>
                      <a:pt x="272986" y="259604"/>
                    </a:lnTo>
                    <a:lnTo>
                      <a:pt x="272986" y="196167"/>
                    </a:lnTo>
                    <a:lnTo>
                      <a:pt x="277368" y="196167"/>
                    </a:lnTo>
                    <a:cubicBezTo>
                      <a:pt x="277939" y="196167"/>
                      <a:pt x="278511" y="196167"/>
                      <a:pt x="279082" y="196072"/>
                    </a:cubicBezTo>
                    <a:lnTo>
                      <a:pt x="300228" y="246459"/>
                    </a:lnTo>
                    <a:cubicBezTo>
                      <a:pt x="300418" y="246936"/>
                      <a:pt x="300324" y="247412"/>
                      <a:pt x="300228" y="247698"/>
                    </a:cubicBezTo>
                    <a:lnTo>
                      <a:pt x="300228" y="2476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7" name="Google Shape;697;p26"/>
            <p:cNvSpPr/>
            <p:nvPr/>
          </p:nvSpPr>
          <p:spPr>
            <a:xfrm>
              <a:off x="7146620" y="3892880"/>
              <a:ext cx="48169" cy="26751"/>
            </a:xfrm>
            <a:custGeom>
              <a:rect b="b" l="l" r="r" t="t"/>
              <a:pathLst>
                <a:path extrusionOk="0" h="26751" w="48169">
                  <a:moveTo>
                    <a:pt x="47707" y="3416"/>
                  </a:moveTo>
                  <a:cubicBezTo>
                    <a:pt x="46564" y="558"/>
                    <a:pt x="43230" y="-775"/>
                    <a:pt x="40373" y="463"/>
                  </a:cubicBezTo>
                  <a:lnTo>
                    <a:pt x="3416" y="15989"/>
                  </a:lnTo>
                  <a:cubicBezTo>
                    <a:pt x="558" y="17227"/>
                    <a:pt x="-775" y="20466"/>
                    <a:pt x="463" y="23323"/>
                  </a:cubicBezTo>
                  <a:cubicBezTo>
                    <a:pt x="1320" y="25418"/>
                    <a:pt x="3416" y="26752"/>
                    <a:pt x="5607" y="26752"/>
                  </a:cubicBezTo>
                  <a:cubicBezTo>
                    <a:pt x="6368" y="26752"/>
                    <a:pt x="7035" y="26562"/>
                    <a:pt x="7797" y="26276"/>
                  </a:cubicBezTo>
                  <a:lnTo>
                    <a:pt x="44754" y="10750"/>
                  </a:lnTo>
                  <a:cubicBezTo>
                    <a:pt x="47612" y="9512"/>
                    <a:pt x="48945" y="6273"/>
                    <a:pt x="47707" y="3416"/>
                  </a:cubicBezTo>
                  <a:lnTo>
                    <a:pt x="47707" y="34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26"/>
            <p:cNvSpPr/>
            <p:nvPr/>
          </p:nvSpPr>
          <p:spPr>
            <a:xfrm>
              <a:off x="7153859" y="3917836"/>
              <a:ext cx="26262" cy="17512"/>
            </a:xfrm>
            <a:custGeom>
              <a:rect b="b" l="l" r="r" t="t"/>
              <a:pathLst>
                <a:path extrusionOk="0" h="17512" w="26262">
                  <a:moveTo>
                    <a:pt x="18465" y="463"/>
                  </a:moveTo>
                  <a:lnTo>
                    <a:pt x="3416" y="6749"/>
                  </a:lnTo>
                  <a:cubicBezTo>
                    <a:pt x="558" y="7892"/>
                    <a:pt x="-775" y="11226"/>
                    <a:pt x="463" y="14084"/>
                  </a:cubicBezTo>
                  <a:cubicBezTo>
                    <a:pt x="1320" y="16179"/>
                    <a:pt x="3416" y="17513"/>
                    <a:pt x="5606" y="17513"/>
                  </a:cubicBezTo>
                  <a:cubicBezTo>
                    <a:pt x="6369" y="17513"/>
                    <a:pt x="7035" y="17417"/>
                    <a:pt x="7797" y="17036"/>
                  </a:cubicBezTo>
                  <a:lnTo>
                    <a:pt x="22847" y="10750"/>
                  </a:lnTo>
                  <a:cubicBezTo>
                    <a:pt x="25704" y="9512"/>
                    <a:pt x="27038" y="6273"/>
                    <a:pt x="25799" y="3416"/>
                  </a:cubicBezTo>
                  <a:cubicBezTo>
                    <a:pt x="24561" y="558"/>
                    <a:pt x="21323" y="-775"/>
                    <a:pt x="18465" y="463"/>
                  </a:cubicBezTo>
                  <a:lnTo>
                    <a:pt x="18465" y="46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26"/>
            <p:cNvSpPr/>
            <p:nvPr/>
          </p:nvSpPr>
          <p:spPr>
            <a:xfrm>
              <a:off x="7202995" y="4054792"/>
              <a:ext cx="90487" cy="44862"/>
            </a:xfrm>
            <a:custGeom>
              <a:rect b="b" l="l" r="r" t="t"/>
              <a:pathLst>
                <a:path extrusionOk="0" h="44862" w="90487">
                  <a:moveTo>
                    <a:pt x="74581" y="0"/>
                  </a:moveTo>
                  <a:lnTo>
                    <a:pt x="15907" y="0"/>
                  </a:lnTo>
                  <a:cubicBezTo>
                    <a:pt x="7144" y="0"/>
                    <a:pt x="0" y="7144"/>
                    <a:pt x="0" y="15907"/>
                  </a:cubicBezTo>
                  <a:lnTo>
                    <a:pt x="0" y="28956"/>
                  </a:lnTo>
                  <a:cubicBezTo>
                    <a:pt x="0" y="37719"/>
                    <a:pt x="7144" y="44863"/>
                    <a:pt x="15907" y="44863"/>
                  </a:cubicBezTo>
                  <a:lnTo>
                    <a:pt x="74581" y="44863"/>
                  </a:lnTo>
                  <a:cubicBezTo>
                    <a:pt x="83344" y="44863"/>
                    <a:pt x="90487" y="37719"/>
                    <a:pt x="90487" y="28956"/>
                  </a:cubicBezTo>
                  <a:lnTo>
                    <a:pt x="90487" y="15907"/>
                  </a:lnTo>
                  <a:cubicBezTo>
                    <a:pt x="90487" y="7144"/>
                    <a:pt x="83344" y="0"/>
                    <a:pt x="74581" y="0"/>
                  </a:cubicBezTo>
                  <a:lnTo>
                    <a:pt x="74581" y="0"/>
                  </a:lnTo>
                  <a:close/>
                  <a:moveTo>
                    <a:pt x="79248" y="28956"/>
                  </a:moveTo>
                  <a:cubicBezTo>
                    <a:pt x="79248" y="31623"/>
                    <a:pt x="77153" y="33719"/>
                    <a:pt x="74486" y="33719"/>
                  </a:cubicBezTo>
                  <a:lnTo>
                    <a:pt x="15812" y="33719"/>
                  </a:lnTo>
                  <a:cubicBezTo>
                    <a:pt x="13145" y="33719"/>
                    <a:pt x="11049" y="31623"/>
                    <a:pt x="11049" y="28956"/>
                  </a:cubicBezTo>
                  <a:lnTo>
                    <a:pt x="11049" y="15907"/>
                  </a:lnTo>
                  <a:cubicBezTo>
                    <a:pt x="11049" y="13335"/>
                    <a:pt x="13145" y="11144"/>
                    <a:pt x="15812" y="11144"/>
                  </a:cubicBezTo>
                  <a:lnTo>
                    <a:pt x="74486" y="11144"/>
                  </a:lnTo>
                  <a:cubicBezTo>
                    <a:pt x="77153" y="11144"/>
                    <a:pt x="79248" y="13240"/>
                    <a:pt x="79248" y="15907"/>
                  </a:cubicBezTo>
                  <a:lnTo>
                    <a:pt x="79248" y="289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26"/>
            <p:cNvSpPr/>
            <p:nvPr/>
          </p:nvSpPr>
          <p:spPr>
            <a:xfrm>
              <a:off x="7147369" y="4149851"/>
              <a:ext cx="80391" cy="42100"/>
            </a:xfrm>
            <a:custGeom>
              <a:rect b="b" l="l" r="r" t="t"/>
              <a:pathLst>
                <a:path extrusionOk="0" h="42100" w="80391">
                  <a:moveTo>
                    <a:pt x="0" y="13621"/>
                  </a:moveTo>
                  <a:lnTo>
                    <a:pt x="0" y="28480"/>
                  </a:lnTo>
                  <a:cubicBezTo>
                    <a:pt x="0" y="36005"/>
                    <a:pt x="6096" y="42101"/>
                    <a:pt x="13621" y="42101"/>
                  </a:cubicBezTo>
                  <a:lnTo>
                    <a:pt x="66770" y="42101"/>
                  </a:lnTo>
                  <a:cubicBezTo>
                    <a:pt x="74295" y="42101"/>
                    <a:pt x="80391" y="36005"/>
                    <a:pt x="80391" y="28480"/>
                  </a:cubicBezTo>
                  <a:lnTo>
                    <a:pt x="80391" y="13621"/>
                  </a:lnTo>
                  <a:cubicBezTo>
                    <a:pt x="80391" y="6096"/>
                    <a:pt x="74295" y="0"/>
                    <a:pt x="66770" y="0"/>
                  </a:cubicBezTo>
                  <a:lnTo>
                    <a:pt x="13621" y="0"/>
                  </a:lnTo>
                  <a:cubicBezTo>
                    <a:pt x="6096" y="0"/>
                    <a:pt x="0" y="6096"/>
                    <a:pt x="0" y="13621"/>
                  </a:cubicBezTo>
                  <a:lnTo>
                    <a:pt x="0" y="13621"/>
                  </a:lnTo>
                  <a:close/>
                  <a:moveTo>
                    <a:pt x="69247" y="13621"/>
                  </a:moveTo>
                  <a:lnTo>
                    <a:pt x="69247" y="28480"/>
                  </a:lnTo>
                  <a:cubicBezTo>
                    <a:pt x="69247" y="29813"/>
                    <a:pt x="68104" y="30956"/>
                    <a:pt x="66770" y="30956"/>
                  </a:cubicBezTo>
                  <a:lnTo>
                    <a:pt x="13621" y="30956"/>
                  </a:lnTo>
                  <a:cubicBezTo>
                    <a:pt x="12287" y="30956"/>
                    <a:pt x="11144" y="29813"/>
                    <a:pt x="11144" y="28480"/>
                  </a:cubicBezTo>
                  <a:lnTo>
                    <a:pt x="11144" y="13621"/>
                  </a:lnTo>
                  <a:cubicBezTo>
                    <a:pt x="11144" y="12287"/>
                    <a:pt x="12287" y="11144"/>
                    <a:pt x="13621" y="11144"/>
                  </a:cubicBezTo>
                  <a:lnTo>
                    <a:pt x="66770" y="11144"/>
                  </a:lnTo>
                  <a:cubicBezTo>
                    <a:pt x="68104" y="11144"/>
                    <a:pt x="69247" y="12287"/>
                    <a:pt x="69247" y="13621"/>
                  </a:cubicBezTo>
                  <a:lnTo>
                    <a:pt x="69247" y="1362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26"/>
            <p:cNvSpPr/>
            <p:nvPr/>
          </p:nvSpPr>
          <p:spPr>
            <a:xfrm>
              <a:off x="7311199" y="4156805"/>
              <a:ext cx="37813" cy="11239"/>
            </a:xfrm>
            <a:custGeom>
              <a:rect b="b" l="l" r="r" t="t"/>
              <a:pathLst>
                <a:path extrusionOk="0" h="11239" w="37813">
                  <a:moveTo>
                    <a:pt x="32195" y="11239"/>
                  </a:moveTo>
                  <a:cubicBezTo>
                    <a:pt x="35243" y="11239"/>
                    <a:pt x="37814" y="8763"/>
                    <a:pt x="37814" y="5620"/>
                  </a:cubicBezTo>
                  <a:cubicBezTo>
                    <a:pt x="37814" y="2476"/>
                    <a:pt x="35337" y="0"/>
                    <a:pt x="32195" y="0"/>
                  </a:cubicBez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32195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26"/>
            <p:cNvSpPr/>
            <p:nvPr/>
          </p:nvSpPr>
          <p:spPr>
            <a:xfrm>
              <a:off x="7280909" y="4175379"/>
              <a:ext cx="68103" cy="11239"/>
            </a:xfrm>
            <a:custGeom>
              <a:rect b="b" l="l" r="r" t="t"/>
              <a:pathLst>
                <a:path extrusionOk="0" h="11239" w="68103">
                  <a:moveTo>
                    <a:pt x="0" y="5620"/>
                  </a:moveTo>
                  <a:cubicBezTo>
                    <a:pt x="0" y="8668"/>
                    <a:pt x="2477" y="11239"/>
                    <a:pt x="5620" y="11239"/>
                  </a:cubicBezTo>
                  <a:lnTo>
                    <a:pt x="62484" y="11239"/>
                  </a:lnTo>
                  <a:cubicBezTo>
                    <a:pt x="65532" y="11239"/>
                    <a:pt x="68104" y="8763"/>
                    <a:pt x="68104" y="5620"/>
                  </a:cubicBezTo>
                  <a:cubicBezTo>
                    <a:pt x="68104" y="2476"/>
                    <a:pt x="65627" y="0"/>
                    <a:pt x="62484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3" name="Google Shape;703;p26"/>
          <p:cNvGrpSpPr/>
          <p:nvPr/>
        </p:nvGrpSpPr>
        <p:grpSpPr>
          <a:xfrm>
            <a:off x="2787870" y="3951947"/>
            <a:ext cx="294655" cy="426110"/>
            <a:chOff x="6350126" y="3838575"/>
            <a:chExt cx="263461" cy="381000"/>
          </a:xfrm>
        </p:grpSpPr>
        <p:sp>
          <p:nvSpPr>
            <p:cNvPr id="704" name="Google Shape;704;p26"/>
            <p:cNvSpPr/>
            <p:nvPr/>
          </p:nvSpPr>
          <p:spPr>
            <a:xfrm>
              <a:off x="6350126" y="3838575"/>
              <a:ext cx="263461" cy="381000"/>
            </a:xfrm>
            <a:custGeom>
              <a:rect b="b" l="l" r="r" t="t"/>
              <a:pathLst>
                <a:path extrusionOk="0" h="381000" w="263461">
                  <a:moveTo>
                    <a:pt x="263462" y="75057"/>
                  </a:moveTo>
                  <a:cubicBezTo>
                    <a:pt x="263462" y="75057"/>
                    <a:pt x="263462" y="74867"/>
                    <a:pt x="263462" y="74867"/>
                  </a:cubicBezTo>
                  <a:cubicBezTo>
                    <a:pt x="263462" y="74867"/>
                    <a:pt x="263462" y="74676"/>
                    <a:pt x="263462" y="74581"/>
                  </a:cubicBezTo>
                  <a:cubicBezTo>
                    <a:pt x="263271" y="73342"/>
                    <a:pt x="262795" y="72200"/>
                    <a:pt x="261842" y="71247"/>
                  </a:cubicBezTo>
                  <a:lnTo>
                    <a:pt x="236220" y="45625"/>
                  </a:lnTo>
                  <a:cubicBezTo>
                    <a:pt x="234029" y="43434"/>
                    <a:pt x="230505" y="43434"/>
                    <a:pt x="228314" y="45625"/>
                  </a:cubicBezTo>
                  <a:cubicBezTo>
                    <a:pt x="226124" y="47816"/>
                    <a:pt x="226124" y="51340"/>
                    <a:pt x="228314" y="53530"/>
                  </a:cubicBezTo>
                  <a:lnTo>
                    <a:pt x="244412" y="69628"/>
                  </a:lnTo>
                  <a:lnTo>
                    <a:pt x="197453" y="69628"/>
                  </a:lnTo>
                  <a:cubicBezTo>
                    <a:pt x="195453" y="69628"/>
                    <a:pt x="193834" y="68008"/>
                    <a:pt x="193834" y="66008"/>
                  </a:cubicBezTo>
                  <a:lnTo>
                    <a:pt x="193834" y="19050"/>
                  </a:lnTo>
                  <a:lnTo>
                    <a:pt x="210788" y="36004"/>
                  </a:lnTo>
                  <a:cubicBezTo>
                    <a:pt x="212979" y="38195"/>
                    <a:pt x="216503" y="38195"/>
                    <a:pt x="218694" y="36004"/>
                  </a:cubicBezTo>
                  <a:cubicBezTo>
                    <a:pt x="220885" y="33814"/>
                    <a:pt x="220885" y="30289"/>
                    <a:pt x="218694" y="28099"/>
                  </a:cubicBezTo>
                  <a:lnTo>
                    <a:pt x="192214" y="1619"/>
                  </a:lnTo>
                  <a:cubicBezTo>
                    <a:pt x="191357" y="762"/>
                    <a:pt x="190214" y="191"/>
                    <a:pt x="188976" y="0"/>
                  </a:cubicBezTo>
                  <a:cubicBezTo>
                    <a:pt x="188881" y="0"/>
                    <a:pt x="188786" y="0"/>
                    <a:pt x="188690" y="0"/>
                  </a:cubicBezTo>
                  <a:cubicBezTo>
                    <a:pt x="188690" y="0"/>
                    <a:pt x="188500" y="0"/>
                    <a:pt x="188500" y="0"/>
                  </a:cubicBezTo>
                  <a:cubicBezTo>
                    <a:pt x="188500" y="0"/>
                    <a:pt x="188404" y="0"/>
                    <a:pt x="188309" y="0"/>
                  </a:cubicBezTo>
                  <a:lnTo>
                    <a:pt x="14764" y="0"/>
                  </a:lnTo>
                  <a:cubicBezTo>
                    <a:pt x="6572" y="0"/>
                    <a:pt x="0" y="6667"/>
                    <a:pt x="0" y="14764"/>
                  </a:cubicBezTo>
                  <a:lnTo>
                    <a:pt x="0" y="263557"/>
                  </a:lnTo>
                  <a:cubicBezTo>
                    <a:pt x="0" y="266605"/>
                    <a:pt x="2477" y="269176"/>
                    <a:pt x="5620" y="269176"/>
                  </a:cubicBezTo>
                  <a:cubicBezTo>
                    <a:pt x="8763" y="269176"/>
                    <a:pt x="11239" y="266700"/>
                    <a:pt x="11239" y="263557"/>
                  </a:cubicBezTo>
                  <a:lnTo>
                    <a:pt x="11239" y="14764"/>
                  </a:lnTo>
                  <a:cubicBezTo>
                    <a:pt x="11239" y="12763"/>
                    <a:pt x="12859" y="11144"/>
                    <a:pt x="14859" y="11144"/>
                  </a:cubicBezTo>
                  <a:lnTo>
                    <a:pt x="182785" y="11144"/>
                  </a:lnTo>
                  <a:lnTo>
                    <a:pt x="182785" y="66008"/>
                  </a:lnTo>
                  <a:cubicBezTo>
                    <a:pt x="182785" y="74200"/>
                    <a:pt x="189452" y="80772"/>
                    <a:pt x="197549" y="80772"/>
                  </a:cubicBezTo>
                  <a:lnTo>
                    <a:pt x="252413" y="80772"/>
                  </a:lnTo>
                  <a:lnTo>
                    <a:pt x="252413" y="366236"/>
                  </a:lnTo>
                  <a:cubicBezTo>
                    <a:pt x="252413" y="368237"/>
                    <a:pt x="250793" y="369856"/>
                    <a:pt x="248793" y="369856"/>
                  </a:cubicBezTo>
                  <a:lnTo>
                    <a:pt x="14859" y="369856"/>
                  </a:lnTo>
                  <a:cubicBezTo>
                    <a:pt x="12859" y="369856"/>
                    <a:pt x="11239" y="368237"/>
                    <a:pt x="11239" y="366236"/>
                  </a:cubicBezTo>
                  <a:lnTo>
                    <a:pt x="11239" y="288322"/>
                  </a:lnTo>
                  <a:cubicBezTo>
                    <a:pt x="11239" y="285274"/>
                    <a:pt x="8763" y="282702"/>
                    <a:pt x="5620" y="282702"/>
                  </a:cubicBezTo>
                  <a:cubicBezTo>
                    <a:pt x="2477" y="282702"/>
                    <a:pt x="0" y="285179"/>
                    <a:pt x="0" y="288322"/>
                  </a:cubicBezTo>
                  <a:lnTo>
                    <a:pt x="0" y="366236"/>
                  </a:lnTo>
                  <a:cubicBezTo>
                    <a:pt x="0" y="374333"/>
                    <a:pt x="6668" y="381000"/>
                    <a:pt x="14764" y="381000"/>
                  </a:cubicBezTo>
                  <a:lnTo>
                    <a:pt x="248698" y="381000"/>
                  </a:lnTo>
                  <a:cubicBezTo>
                    <a:pt x="256889" y="381000"/>
                    <a:pt x="263462" y="374333"/>
                    <a:pt x="263462" y="366236"/>
                  </a:cubicBezTo>
                  <a:lnTo>
                    <a:pt x="263462" y="75247"/>
                  </a:lnTo>
                  <a:cubicBezTo>
                    <a:pt x="263462" y="75247"/>
                    <a:pt x="263462" y="75152"/>
                    <a:pt x="263462" y="75057"/>
                  </a:cubicBezTo>
                  <a:lnTo>
                    <a:pt x="263462" y="750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26"/>
            <p:cNvSpPr/>
            <p:nvPr/>
          </p:nvSpPr>
          <p:spPr>
            <a:xfrm>
              <a:off x="6380511" y="3987069"/>
              <a:ext cx="202787" cy="39528"/>
            </a:xfrm>
            <a:custGeom>
              <a:rect b="b" l="l" r="r" t="t"/>
              <a:pathLst>
                <a:path extrusionOk="0" h="39528" w="202787">
                  <a:moveTo>
                    <a:pt x="0" y="13049"/>
                  </a:moveTo>
                  <a:lnTo>
                    <a:pt x="0" y="26479"/>
                  </a:lnTo>
                  <a:cubicBezTo>
                    <a:pt x="0" y="33623"/>
                    <a:pt x="5810" y="39529"/>
                    <a:pt x="13049" y="39529"/>
                  </a:cubicBezTo>
                  <a:lnTo>
                    <a:pt x="118301" y="39529"/>
                  </a:lnTo>
                  <a:cubicBezTo>
                    <a:pt x="121348" y="39529"/>
                    <a:pt x="123920" y="37052"/>
                    <a:pt x="123920" y="33909"/>
                  </a:cubicBezTo>
                  <a:cubicBezTo>
                    <a:pt x="123920" y="30766"/>
                    <a:pt x="121444" y="28289"/>
                    <a:pt x="118301" y="28289"/>
                  </a:cubicBezTo>
                  <a:lnTo>
                    <a:pt x="13049" y="28289"/>
                  </a:lnTo>
                  <a:cubicBezTo>
                    <a:pt x="12002" y="28289"/>
                    <a:pt x="11144" y="27432"/>
                    <a:pt x="11144" y="26384"/>
                  </a:cubicBezTo>
                  <a:lnTo>
                    <a:pt x="11144" y="12954"/>
                  </a:lnTo>
                  <a:cubicBezTo>
                    <a:pt x="11144" y="11906"/>
                    <a:pt x="12002" y="11049"/>
                    <a:pt x="13049" y="11049"/>
                  </a:cubicBezTo>
                  <a:lnTo>
                    <a:pt x="189738" y="11049"/>
                  </a:lnTo>
                  <a:cubicBezTo>
                    <a:pt x="190786" y="11049"/>
                    <a:pt x="191643" y="11906"/>
                    <a:pt x="191643" y="12954"/>
                  </a:cubicBezTo>
                  <a:lnTo>
                    <a:pt x="191643" y="26384"/>
                  </a:lnTo>
                  <a:cubicBezTo>
                    <a:pt x="191643" y="27432"/>
                    <a:pt x="190786" y="28289"/>
                    <a:pt x="189738" y="28289"/>
                  </a:cubicBezTo>
                  <a:lnTo>
                    <a:pt x="143066" y="28289"/>
                  </a:lnTo>
                  <a:cubicBezTo>
                    <a:pt x="140018" y="28289"/>
                    <a:pt x="137446" y="30766"/>
                    <a:pt x="137446" y="33909"/>
                  </a:cubicBezTo>
                  <a:cubicBezTo>
                    <a:pt x="137446" y="37052"/>
                    <a:pt x="139922" y="39529"/>
                    <a:pt x="143066" y="39529"/>
                  </a:cubicBezTo>
                  <a:lnTo>
                    <a:pt x="189738" y="39529"/>
                  </a:lnTo>
                  <a:cubicBezTo>
                    <a:pt x="196882" y="39529"/>
                    <a:pt x="202787" y="33719"/>
                    <a:pt x="202787" y="26479"/>
                  </a:cubicBezTo>
                  <a:lnTo>
                    <a:pt x="202787" y="13049"/>
                  </a:lnTo>
                  <a:cubicBezTo>
                    <a:pt x="202787" y="5906"/>
                    <a:pt x="196977" y="0"/>
                    <a:pt x="189738" y="0"/>
                  </a:cubicBezTo>
                  <a:lnTo>
                    <a:pt x="13049" y="0"/>
                  </a:lnTo>
                  <a:cubicBezTo>
                    <a:pt x="5905" y="0"/>
                    <a:pt x="0" y="5810"/>
                    <a:pt x="0" y="13049"/>
                  </a:cubicBezTo>
                  <a:lnTo>
                    <a:pt x="0" y="130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26"/>
            <p:cNvSpPr/>
            <p:nvPr/>
          </p:nvSpPr>
          <p:spPr>
            <a:xfrm>
              <a:off x="6503955" y="3958875"/>
              <a:ext cx="58864" cy="11239"/>
            </a:xfrm>
            <a:custGeom>
              <a:rect b="b" l="l" r="r" t="t"/>
              <a:pathLst>
                <a:path extrusionOk="0" h="11239" w="58864">
                  <a:moveTo>
                    <a:pt x="0" y="5620"/>
                  </a:moveTo>
                  <a:cubicBezTo>
                    <a:pt x="0" y="8668"/>
                    <a:pt x="2477" y="11239"/>
                    <a:pt x="5620" y="11239"/>
                  </a:cubicBezTo>
                  <a:lnTo>
                    <a:pt x="53245" y="11239"/>
                  </a:lnTo>
                  <a:cubicBezTo>
                    <a:pt x="56293" y="11239"/>
                    <a:pt x="58865" y="8763"/>
                    <a:pt x="58865" y="5620"/>
                  </a:cubicBezTo>
                  <a:cubicBezTo>
                    <a:pt x="58865" y="2476"/>
                    <a:pt x="56388" y="0"/>
                    <a:pt x="53245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26"/>
            <p:cNvSpPr/>
            <p:nvPr/>
          </p:nvSpPr>
          <p:spPr>
            <a:xfrm>
              <a:off x="6527672" y="3939635"/>
              <a:ext cx="35051" cy="11239"/>
            </a:xfrm>
            <a:custGeom>
              <a:rect b="b" l="l" r="r" t="t"/>
              <a:pathLst>
                <a:path extrusionOk="0" h="11239" w="35051">
                  <a:moveTo>
                    <a:pt x="29432" y="11239"/>
                  </a:moveTo>
                  <a:cubicBezTo>
                    <a:pt x="32480" y="11239"/>
                    <a:pt x="35052" y="8763"/>
                    <a:pt x="35052" y="5620"/>
                  </a:cubicBezTo>
                  <a:cubicBezTo>
                    <a:pt x="35052" y="2476"/>
                    <a:pt x="32575" y="0"/>
                    <a:pt x="29432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29432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26"/>
            <p:cNvSpPr/>
            <p:nvPr/>
          </p:nvSpPr>
          <p:spPr>
            <a:xfrm>
              <a:off x="6432803" y="4043838"/>
              <a:ext cx="145637" cy="11239"/>
            </a:xfrm>
            <a:custGeom>
              <a:rect b="b" l="l" r="r" t="t"/>
              <a:pathLst>
                <a:path extrusionOk="0" h="11239" w="145637">
                  <a:moveTo>
                    <a:pt x="140018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40018" y="11239"/>
                  </a:lnTo>
                  <a:cubicBezTo>
                    <a:pt x="143066" y="11239"/>
                    <a:pt x="145637" y="8763"/>
                    <a:pt x="145637" y="5620"/>
                  </a:cubicBezTo>
                  <a:cubicBezTo>
                    <a:pt x="145637" y="2476"/>
                    <a:pt x="143161" y="0"/>
                    <a:pt x="140018" y="0"/>
                  </a:cubicBezTo>
                  <a:lnTo>
                    <a:pt x="1400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26"/>
            <p:cNvSpPr/>
            <p:nvPr/>
          </p:nvSpPr>
          <p:spPr>
            <a:xfrm>
              <a:off x="6385273" y="4043838"/>
              <a:ext cx="24955" cy="11239"/>
            </a:xfrm>
            <a:custGeom>
              <a:rect b="b" l="l" r="r" t="t"/>
              <a:pathLst>
                <a:path extrusionOk="0" h="11239" w="24955">
                  <a:moveTo>
                    <a:pt x="5620" y="11239"/>
                  </a:moveTo>
                  <a:lnTo>
                    <a:pt x="19336" y="11239"/>
                  </a:lnTo>
                  <a:cubicBezTo>
                    <a:pt x="22384" y="11239"/>
                    <a:pt x="24955" y="8763"/>
                    <a:pt x="24955" y="5620"/>
                  </a:cubicBezTo>
                  <a:cubicBezTo>
                    <a:pt x="24955" y="2476"/>
                    <a:pt x="22479" y="0"/>
                    <a:pt x="19336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26"/>
            <p:cNvSpPr/>
            <p:nvPr/>
          </p:nvSpPr>
          <p:spPr>
            <a:xfrm>
              <a:off x="6447281" y="4065650"/>
              <a:ext cx="131159" cy="11239"/>
            </a:xfrm>
            <a:custGeom>
              <a:rect b="b" l="l" r="r" t="t"/>
              <a:pathLst>
                <a:path extrusionOk="0" h="11239" w="131159">
                  <a:moveTo>
                    <a:pt x="1255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25539" y="11240"/>
                  </a:lnTo>
                  <a:cubicBezTo>
                    <a:pt x="128588" y="11240"/>
                    <a:pt x="131159" y="8763"/>
                    <a:pt x="131159" y="5620"/>
                  </a:cubicBezTo>
                  <a:cubicBezTo>
                    <a:pt x="131159" y="2477"/>
                    <a:pt x="128683" y="0"/>
                    <a:pt x="125539" y="0"/>
                  </a:cubicBezTo>
                  <a:lnTo>
                    <a:pt x="1255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26"/>
            <p:cNvSpPr/>
            <p:nvPr/>
          </p:nvSpPr>
          <p:spPr>
            <a:xfrm>
              <a:off x="6417849" y="4065555"/>
              <a:ext cx="18002" cy="11239"/>
            </a:xfrm>
            <a:custGeom>
              <a:rect b="b" l="l" r="r" t="t"/>
              <a:pathLst>
                <a:path extrusionOk="0" h="11239" w="18002">
                  <a:moveTo>
                    <a:pt x="12382" y="11239"/>
                  </a:moveTo>
                  <a:cubicBezTo>
                    <a:pt x="15430" y="11239"/>
                    <a:pt x="18002" y="8763"/>
                    <a:pt x="18002" y="5620"/>
                  </a:cubicBezTo>
                  <a:cubicBezTo>
                    <a:pt x="18002" y="2476"/>
                    <a:pt x="15526" y="0"/>
                    <a:pt x="12382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12382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26"/>
            <p:cNvSpPr/>
            <p:nvPr/>
          </p:nvSpPr>
          <p:spPr>
            <a:xfrm>
              <a:off x="6385273" y="4065555"/>
              <a:ext cx="21716" cy="11239"/>
            </a:xfrm>
            <a:custGeom>
              <a:rect b="b" l="l" r="r" t="t"/>
              <a:pathLst>
                <a:path extrusionOk="0" h="11239" w="21716">
                  <a:moveTo>
                    <a:pt x="5620" y="11239"/>
                  </a:moveTo>
                  <a:lnTo>
                    <a:pt x="16097" y="11239"/>
                  </a:lnTo>
                  <a:cubicBezTo>
                    <a:pt x="19145" y="11239"/>
                    <a:pt x="21717" y="8763"/>
                    <a:pt x="21717" y="5620"/>
                  </a:cubicBezTo>
                  <a:cubicBezTo>
                    <a:pt x="21717" y="2476"/>
                    <a:pt x="19241" y="0"/>
                    <a:pt x="16097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26"/>
            <p:cNvSpPr/>
            <p:nvPr/>
          </p:nvSpPr>
          <p:spPr>
            <a:xfrm>
              <a:off x="6541769" y="4087653"/>
              <a:ext cx="36671" cy="11239"/>
            </a:xfrm>
            <a:custGeom>
              <a:rect b="b" l="l" r="r" t="t"/>
              <a:pathLst>
                <a:path extrusionOk="0" h="11239" w="36671">
                  <a:moveTo>
                    <a:pt x="31052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31052" y="11240"/>
                  </a:lnTo>
                  <a:cubicBezTo>
                    <a:pt x="34100" y="11240"/>
                    <a:pt x="36671" y="8763"/>
                    <a:pt x="36671" y="5620"/>
                  </a:cubicBezTo>
                  <a:cubicBezTo>
                    <a:pt x="36671" y="2477"/>
                    <a:pt x="34195" y="0"/>
                    <a:pt x="31052" y="0"/>
                  </a:cubicBezTo>
                  <a:lnTo>
                    <a:pt x="31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26"/>
            <p:cNvSpPr/>
            <p:nvPr/>
          </p:nvSpPr>
          <p:spPr>
            <a:xfrm>
              <a:off x="6503955" y="4087558"/>
              <a:ext cx="23622" cy="11239"/>
            </a:xfrm>
            <a:custGeom>
              <a:rect b="b" l="l" r="r" t="t"/>
              <a:pathLst>
                <a:path extrusionOk="0" h="11239" w="23622">
                  <a:moveTo>
                    <a:pt x="18002" y="11240"/>
                  </a:moveTo>
                  <a:cubicBezTo>
                    <a:pt x="21050" y="11240"/>
                    <a:pt x="23622" y="8763"/>
                    <a:pt x="23622" y="5620"/>
                  </a:cubicBezTo>
                  <a:cubicBezTo>
                    <a:pt x="23622" y="2476"/>
                    <a:pt x="21146" y="0"/>
                    <a:pt x="18002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8002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26"/>
            <p:cNvSpPr/>
            <p:nvPr/>
          </p:nvSpPr>
          <p:spPr>
            <a:xfrm>
              <a:off x="6385273" y="4087558"/>
              <a:ext cx="105632" cy="11239"/>
            </a:xfrm>
            <a:custGeom>
              <a:rect b="b" l="l" r="r" t="t"/>
              <a:pathLst>
                <a:path extrusionOk="0" h="11239" w="105632">
                  <a:moveTo>
                    <a:pt x="5620" y="11240"/>
                  </a:moveTo>
                  <a:lnTo>
                    <a:pt x="100013" y="11240"/>
                  </a:lnTo>
                  <a:cubicBezTo>
                    <a:pt x="103061" y="11240"/>
                    <a:pt x="105632" y="8763"/>
                    <a:pt x="105632" y="5620"/>
                  </a:cubicBezTo>
                  <a:cubicBezTo>
                    <a:pt x="105632" y="2476"/>
                    <a:pt x="103156" y="0"/>
                    <a:pt x="100013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26"/>
            <p:cNvSpPr/>
            <p:nvPr/>
          </p:nvSpPr>
          <p:spPr>
            <a:xfrm>
              <a:off x="6473094" y="4109656"/>
              <a:ext cx="105346" cy="11239"/>
            </a:xfrm>
            <a:custGeom>
              <a:rect b="b" l="l" r="r" t="t"/>
              <a:pathLst>
                <a:path extrusionOk="0" h="11239" w="105346">
                  <a:moveTo>
                    <a:pt x="99727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99727" y="11239"/>
                  </a:lnTo>
                  <a:cubicBezTo>
                    <a:pt x="102775" y="11239"/>
                    <a:pt x="105346" y="8763"/>
                    <a:pt x="105346" y="5620"/>
                  </a:cubicBezTo>
                  <a:cubicBezTo>
                    <a:pt x="105346" y="2476"/>
                    <a:pt x="102870" y="0"/>
                    <a:pt x="99727" y="0"/>
                  </a:cubicBezTo>
                  <a:lnTo>
                    <a:pt x="99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26"/>
            <p:cNvSpPr/>
            <p:nvPr/>
          </p:nvSpPr>
          <p:spPr>
            <a:xfrm>
              <a:off x="6428231" y="4164425"/>
              <a:ext cx="49815" cy="11239"/>
            </a:xfrm>
            <a:custGeom>
              <a:rect b="b" l="l" r="r" t="t"/>
              <a:pathLst>
                <a:path extrusionOk="0" h="11239" w="49815">
                  <a:moveTo>
                    <a:pt x="5620" y="11239"/>
                  </a:moveTo>
                  <a:lnTo>
                    <a:pt x="44196" y="11239"/>
                  </a:lnTo>
                  <a:cubicBezTo>
                    <a:pt x="47244" y="11239"/>
                    <a:pt x="49816" y="8763"/>
                    <a:pt x="49816" y="5620"/>
                  </a:cubicBezTo>
                  <a:cubicBezTo>
                    <a:pt x="49816" y="2476"/>
                    <a:pt x="47339" y="0"/>
                    <a:pt x="44196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26"/>
            <p:cNvSpPr/>
            <p:nvPr/>
          </p:nvSpPr>
          <p:spPr>
            <a:xfrm>
              <a:off x="6386893" y="4127277"/>
              <a:ext cx="48386" cy="48387"/>
            </a:xfrm>
            <a:custGeom>
              <a:rect b="b" l="l" r="r" t="t"/>
              <a:pathLst>
                <a:path extrusionOk="0" h="48387" w="48386">
                  <a:moveTo>
                    <a:pt x="24098" y="11144"/>
                  </a:moveTo>
                  <a:cubicBezTo>
                    <a:pt x="31242" y="11144"/>
                    <a:pt x="37147" y="16954"/>
                    <a:pt x="37147" y="24194"/>
                  </a:cubicBezTo>
                  <a:cubicBezTo>
                    <a:pt x="37147" y="27242"/>
                    <a:pt x="39624" y="29813"/>
                    <a:pt x="42767" y="29813"/>
                  </a:cubicBezTo>
                  <a:cubicBezTo>
                    <a:pt x="45910" y="29813"/>
                    <a:pt x="48387" y="27337"/>
                    <a:pt x="48387" y="24194"/>
                  </a:cubicBezTo>
                  <a:cubicBezTo>
                    <a:pt x="48387" y="10858"/>
                    <a:pt x="37529" y="0"/>
                    <a:pt x="24193" y="0"/>
                  </a:cubicBezTo>
                  <a:cubicBezTo>
                    <a:pt x="10858" y="0"/>
                    <a:pt x="0" y="10858"/>
                    <a:pt x="0" y="24194"/>
                  </a:cubicBezTo>
                  <a:cubicBezTo>
                    <a:pt x="0" y="37529"/>
                    <a:pt x="10858" y="48387"/>
                    <a:pt x="24193" y="48387"/>
                  </a:cubicBezTo>
                  <a:cubicBezTo>
                    <a:pt x="27241" y="48387"/>
                    <a:pt x="29813" y="45911"/>
                    <a:pt x="29813" y="42767"/>
                  </a:cubicBezTo>
                  <a:cubicBezTo>
                    <a:pt x="29813" y="39624"/>
                    <a:pt x="27337" y="37148"/>
                    <a:pt x="24193" y="37148"/>
                  </a:cubicBezTo>
                  <a:cubicBezTo>
                    <a:pt x="17050" y="37148"/>
                    <a:pt x="11144" y="31337"/>
                    <a:pt x="11144" y="24098"/>
                  </a:cubicBezTo>
                  <a:cubicBezTo>
                    <a:pt x="11144" y="16859"/>
                    <a:pt x="16954" y="11049"/>
                    <a:pt x="24193" y="11049"/>
                  </a:cubicBezTo>
                  <a:lnTo>
                    <a:pt x="24193" y="110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26"/>
            <p:cNvSpPr/>
            <p:nvPr/>
          </p:nvSpPr>
          <p:spPr>
            <a:xfrm>
              <a:off x="6514528" y="4164520"/>
              <a:ext cx="62483" cy="11239"/>
            </a:xfrm>
            <a:custGeom>
              <a:rect b="b" l="l" r="r" t="t"/>
              <a:pathLst>
                <a:path extrusionOk="0" h="11239" w="62483">
                  <a:moveTo>
                    <a:pt x="56864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864" y="11239"/>
                  </a:lnTo>
                  <a:cubicBezTo>
                    <a:pt x="59912" y="11239"/>
                    <a:pt x="62484" y="8763"/>
                    <a:pt x="62484" y="5620"/>
                  </a:cubicBezTo>
                  <a:cubicBezTo>
                    <a:pt x="62484" y="2476"/>
                    <a:pt x="60007" y="0"/>
                    <a:pt x="56864" y="0"/>
                  </a:cubicBezTo>
                  <a:lnTo>
                    <a:pt x="56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26"/>
            <p:cNvSpPr/>
            <p:nvPr/>
          </p:nvSpPr>
          <p:spPr>
            <a:xfrm>
              <a:off x="6389940" y="3869340"/>
              <a:ext cx="97345" cy="100774"/>
            </a:xfrm>
            <a:custGeom>
              <a:rect b="b" l="l" r="r" t="t"/>
              <a:pathLst>
                <a:path extrusionOk="0" h="100774" w="97345">
                  <a:moveTo>
                    <a:pt x="13049" y="100775"/>
                  </a:moveTo>
                  <a:lnTo>
                    <a:pt x="84296" y="100775"/>
                  </a:lnTo>
                  <a:cubicBezTo>
                    <a:pt x="91440" y="100775"/>
                    <a:pt x="97346" y="94964"/>
                    <a:pt x="97346" y="87725"/>
                  </a:cubicBezTo>
                  <a:lnTo>
                    <a:pt x="97346" y="13049"/>
                  </a:lnTo>
                  <a:cubicBezTo>
                    <a:pt x="97346" y="5906"/>
                    <a:pt x="91535" y="0"/>
                    <a:pt x="84296" y="0"/>
                  </a:cubicBezTo>
                  <a:lnTo>
                    <a:pt x="13049" y="0"/>
                  </a:lnTo>
                  <a:cubicBezTo>
                    <a:pt x="5906" y="0"/>
                    <a:pt x="0" y="5810"/>
                    <a:pt x="0" y="13049"/>
                  </a:cubicBezTo>
                  <a:lnTo>
                    <a:pt x="0" y="87725"/>
                  </a:lnTo>
                  <a:cubicBezTo>
                    <a:pt x="0" y="94869"/>
                    <a:pt x="5810" y="100775"/>
                    <a:pt x="13049" y="100775"/>
                  </a:cubicBezTo>
                  <a:lnTo>
                    <a:pt x="13049" y="100775"/>
                  </a:lnTo>
                  <a:close/>
                  <a:moveTo>
                    <a:pt x="67056" y="89630"/>
                  </a:moveTo>
                  <a:lnTo>
                    <a:pt x="30290" y="89630"/>
                  </a:lnTo>
                  <a:lnTo>
                    <a:pt x="30290" y="76486"/>
                  </a:lnTo>
                  <a:cubicBezTo>
                    <a:pt x="30290" y="70295"/>
                    <a:pt x="34862" y="65246"/>
                    <a:pt x="40767" y="64484"/>
                  </a:cubicBezTo>
                  <a:cubicBezTo>
                    <a:pt x="43244" y="65437"/>
                    <a:pt x="45816" y="65913"/>
                    <a:pt x="48673" y="65913"/>
                  </a:cubicBezTo>
                  <a:cubicBezTo>
                    <a:pt x="51530" y="65913"/>
                    <a:pt x="54102" y="65437"/>
                    <a:pt x="56579" y="64484"/>
                  </a:cubicBezTo>
                  <a:cubicBezTo>
                    <a:pt x="62579" y="65246"/>
                    <a:pt x="67056" y="70295"/>
                    <a:pt x="67056" y="76486"/>
                  </a:cubicBezTo>
                  <a:lnTo>
                    <a:pt x="67056" y="89630"/>
                  </a:lnTo>
                  <a:close/>
                  <a:moveTo>
                    <a:pt x="48673" y="54769"/>
                  </a:moveTo>
                  <a:cubicBezTo>
                    <a:pt x="42767" y="54769"/>
                    <a:pt x="38005" y="50006"/>
                    <a:pt x="38005" y="44101"/>
                  </a:cubicBezTo>
                  <a:cubicBezTo>
                    <a:pt x="38005" y="38195"/>
                    <a:pt x="42767" y="33433"/>
                    <a:pt x="48673" y="33433"/>
                  </a:cubicBezTo>
                  <a:cubicBezTo>
                    <a:pt x="54578" y="33433"/>
                    <a:pt x="59341" y="38195"/>
                    <a:pt x="59341" y="44101"/>
                  </a:cubicBezTo>
                  <a:cubicBezTo>
                    <a:pt x="59341" y="50006"/>
                    <a:pt x="54578" y="54769"/>
                    <a:pt x="48673" y="54769"/>
                  </a:cubicBezTo>
                  <a:lnTo>
                    <a:pt x="48673" y="54769"/>
                  </a:lnTo>
                  <a:close/>
                  <a:moveTo>
                    <a:pt x="11144" y="13049"/>
                  </a:moveTo>
                  <a:cubicBezTo>
                    <a:pt x="11144" y="12002"/>
                    <a:pt x="12002" y="11144"/>
                    <a:pt x="13049" y="11144"/>
                  </a:cubicBezTo>
                  <a:lnTo>
                    <a:pt x="84296" y="11144"/>
                  </a:lnTo>
                  <a:cubicBezTo>
                    <a:pt x="85344" y="11144"/>
                    <a:pt x="86201" y="12002"/>
                    <a:pt x="86201" y="13049"/>
                  </a:cubicBezTo>
                  <a:lnTo>
                    <a:pt x="86201" y="87725"/>
                  </a:lnTo>
                  <a:cubicBezTo>
                    <a:pt x="86201" y="88773"/>
                    <a:pt x="85344" y="89630"/>
                    <a:pt x="84296" y="89630"/>
                  </a:cubicBezTo>
                  <a:lnTo>
                    <a:pt x="78200" y="89630"/>
                  </a:lnTo>
                  <a:lnTo>
                    <a:pt x="78200" y="76486"/>
                  </a:lnTo>
                  <a:cubicBezTo>
                    <a:pt x="78200" y="67913"/>
                    <a:pt x="73628" y="60389"/>
                    <a:pt x="66675" y="56388"/>
                  </a:cubicBezTo>
                  <a:cubicBezTo>
                    <a:pt x="69056" y="52864"/>
                    <a:pt x="70485" y="48673"/>
                    <a:pt x="70485" y="44101"/>
                  </a:cubicBezTo>
                  <a:cubicBezTo>
                    <a:pt x="70485" y="32099"/>
                    <a:pt x="60674" y="22289"/>
                    <a:pt x="48673" y="22289"/>
                  </a:cubicBezTo>
                  <a:cubicBezTo>
                    <a:pt x="36671" y="22289"/>
                    <a:pt x="26861" y="32099"/>
                    <a:pt x="26861" y="44101"/>
                  </a:cubicBezTo>
                  <a:cubicBezTo>
                    <a:pt x="26861" y="48673"/>
                    <a:pt x="28289" y="52864"/>
                    <a:pt x="30671" y="56388"/>
                  </a:cubicBezTo>
                  <a:cubicBezTo>
                    <a:pt x="23813" y="60389"/>
                    <a:pt x="19145" y="67913"/>
                    <a:pt x="19145" y="76486"/>
                  </a:cubicBezTo>
                  <a:lnTo>
                    <a:pt x="19145" y="89630"/>
                  </a:lnTo>
                  <a:lnTo>
                    <a:pt x="13049" y="89630"/>
                  </a:lnTo>
                  <a:cubicBezTo>
                    <a:pt x="12002" y="89630"/>
                    <a:pt x="11144" y="88773"/>
                    <a:pt x="11144" y="87725"/>
                  </a:cubicBezTo>
                  <a:lnTo>
                    <a:pt x="11144" y="130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1" name="Google Shape;721;p26"/>
          <p:cNvGrpSpPr/>
          <p:nvPr/>
        </p:nvGrpSpPr>
        <p:grpSpPr>
          <a:xfrm>
            <a:off x="7646190" y="2750363"/>
            <a:ext cx="426003" cy="388399"/>
            <a:chOff x="5514307" y="2055209"/>
            <a:chExt cx="380904" cy="347281"/>
          </a:xfrm>
        </p:grpSpPr>
        <p:sp>
          <p:nvSpPr>
            <p:cNvPr id="722" name="Google Shape;722;p26"/>
            <p:cNvSpPr/>
            <p:nvPr/>
          </p:nvSpPr>
          <p:spPr>
            <a:xfrm>
              <a:off x="5514307" y="2055209"/>
              <a:ext cx="380904" cy="347281"/>
            </a:xfrm>
            <a:custGeom>
              <a:rect b="b" l="l" r="r" t="t"/>
              <a:pathLst>
                <a:path extrusionOk="0" h="347281" w="380904">
                  <a:moveTo>
                    <a:pt x="380905" y="96488"/>
                  </a:moveTo>
                  <a:cubicBezTo>
                    <a:pt x="380905" y="84582"/>
                    <a:pt x="371189" y="74867"/>
                    <a:pt x="359283" y="74867"/>
                  </a:cubicBezTo>
                  <a:lnTo>
                    <a:pt x="332613" y="74867"/>
                  </a:lnTo>
                  <a:cubicBezTo>
                    <a:pt x="330327" y="70580"/>
                    <a:pt x="325755" y="67532"/>
                    <a:pt x="320516" y="67532"/>
                  </a:cubicBezTo>
                  <a:lnTo>
                    <a:pt x="298037" y="67532"/>
                  </a:lnTo>
                  <a:cubicBezTo>
                    <a:pt x="297180" y="67532"/>
                    <a:pt x="296323" y="67532"/>
                    <a:pt x="295466" y="67818"/>
                  </a:cubicBezTo>
                  <a:cubicBezTo>
                    <a:pt x="294799" y="62198"/>
                    <a:pt x="290989" y="57626"/>
                    <a:pt x="285750" y="55912"/>
                  </a:cubicBezTo>
                  <a:lnTo>
                    <a:pt x="285750" y="23336"/>
                  </a:lnTo>
                  <a:cubicBezTo>
                    <a:pt x="285750" y="10477"/>
                    <a:pt x="275272" y="0"/>
                    <a:pt x="262414" y="0"/>
                  </a:cubicBezTo>
                  <a:lnTo>
                    <a:pt x="118396" y="0"/>
                  </a:lnTo>
                  <a:cubicBezTo>
                    <a:pt x="105537" y="0"/>
                    <a:pt x="95060" y="10477"/>
                    <a:pt x="95060" y="23336"/>
                  </a:cubicBezTo>
                  <a:lnTo>
                    <a:pt x="95060" y="55912"/>
                  </a:lnTo>
                  <a:cubicBezTo>
                    <a:pt x="89916" y="57626"/>
                    <a:pt x="86011" y="62198"/>
                    <a:pt x="85344" y="67818"/>
                  </a:cubicBezTo>
                  <a:cubicBezTo>
                    <a:pt x="84487" y="67628"/>
                    <a:pt x="83629" y="67532"/>
                    <a:pt x="82772" y="67532"/>
                  </a:cubicBezTo>
                  <a:lnTo>
                    <a:pt x="60293" y="67532"/>
                  </a:lnTo>
                  <a:cubicBezTo>
                    <a:pt x="55054" y="67532"/>
                    <a:pt x="50483" y="70485"/>
                    <a:pt x="48292" y="74867"/>
                  </a:cubicBezTo>
                  <a:lnTo>
                    <a:pt x="21622" y="74867"/>
                  </a:lnTo>
                  <a:cubicBezTo>
                    <a:pt x="9716" y="74867"/>
                    <a:pt x="0" y="84582"/>
                    <a:pt x="0" y="96488"/>
                  </a:cubicBezTo>
                  <a:lnTo>
                    <a:pt x="0" y="163163"/>
                  </a:lnTo>
                  <a:cubicBezTo>
                    <a:pt x="0" y="168688"/>
                    <a:pt x="2096" y="173927"/>
                    <a:pt x="5715" y="177832"/>
                  </a:cubicBezTo>
                  <a:lnTo>
                    <a:pt x="5715" y="325660"/>
                  </a:lnTo>
                  <a:cubicBezTo>
                    <a:pt x="5715" y="337566"/>
                    <a:pt x="15430" y="347282"/>
                    <a:pt x="27337" y="347282"/>
                  </a:cubicBezTo>
                  <a:lnTo>
                    <a:pt x="353663" y="347282"/>
                  </a:lnTo>
                  <a:cubicBezTo>
                    <a:pt x="365570" y="347282"/>
                    <a:pt x="375285" y="337566"/>
                    <a:pt x="375285" y="325660"/>
                  </a:cubicBezTo>
                  <a:lnTo>
                    <a:pt x="375285" y="281178"/>
                  </a:lnTo>
                  <a:cubicBezTo>
                    <a:pt x="375285" y="278130"/>
                    <a:pt x="372809" y="275558"/>
                    <a:pt x="369665" y="275558"/>
                  </a:cubicBezTo>
                  <a:cubicBezTo>
                    <a:pt x="366522" y="275558"/>
                    <a:pt x="364046" y="278035"/>
                    <a:pt x="364046" y="281178"/>
                  </a:cubicBezTo>
                  <a:lnTo>
                    <a:pt x="364046" y="325660"/>
                  </a:lnTo>
                  <a:cubicBezTo>
                    <a:pt x="364046" y="331470"/>
                    <a:pt x="359378" y="336137"/>
                    <a:pt x="353568" y="336137"/>
                  </a:cubicBezTo>
                  <a:lnTo>
                    <a:pt x="27242" y="336137"/>
                  </a:lnTo>
                  <a:cubicBezTo>
                    <a:pt x="21431" y="336137"/>
                    <a:pt x="16764" y="331470"/>
                    <a:pt x="16764" y="325660"/>
                  </a:cubicBezTo>
                  <a:lnTo>
                    <a:pt x="16764" y="184595"/>
                  </a:lnTo>
                  <a:cubicBezTo>
                    <a:pt x="23336" y="187071"/>
                    <a:pt x="33147" y="190310"/>
                    <a:pt x="46672" y="193453"/>
                  </a:cubicBezTo>
                  <a:lnTo>
                    <a:pt x="46672" y="224028"/>
                  </a:lnTo>
                  <a:cubicBezTo>
                    <a:pt x="46672" y="237744"/>
                    <a:pt x="57817" y="248888"/>
                    <a:pt x="71533" y="248888"/>
                  </a:cubicBezTo>
                  <a:cubicBezTo>
                    <a:pt x="85249" y="248888"/>
                    <a:pt x="96393" y="237744"/>
                    <a:pt x="96393" y="224028"/>
                  </a:cubicBezTo>
                  <a:lnTo>
                    <a:pt x="96393" y="201740"/>
                  </a:lnTo>
                  <a:cubicBezTo>
                    <a:pt x="112490" y="203549"/>
                    <a:pt x="130016" y="204883"/>
                    <a:pt x="148590" y="205645"/>
                  </a:cubicBezTo>
                  <a:lnTo>
                    <a:pt x="148590" y="220885"/>
                  </a:lnTo>
                  <a:cubicBezTo>
                    <a:pt x="148590" y="228791"/>
                    <a:pt x="154972" y="235172"/>
                    <a:pt x="162878" y="235172"/>
                  </a:cubicBezTo>
                  <a:lnTo>
                    <a:pt x="177165" y="235172"/>
                  </a:lnTo>
                  <a:cubicBezTo>
                    <a:pt x="180213" y="235172"/>
                    <a:pt x="182785" y="232696"/>
                    <a:pt x="182785" y="229553"/>
                  </a:cubicBezTo>
                  <a:cubicBezTo>
                    <a:pt x="182785" y="226409"/>
                    <a:pt x="180308" y="223933"/>
                    <a:pt x="177165" y="223933"/>
                  </a:cubicBezTo>
                  <a:lnTo>
                    <a:pt x="162878" y="223933"/>
                  </a:lnTo>
                  <a:cubicBezTo>
                    <a:pt x="161163" y="223933"/>
                    <a:pt x="159734" y="222504"/>
                    <a:pt x="159734" y="220790"/>
                  </a:cubicBezTo>
                  <a:lnTo>
                    <a:pt x="159734" y="189833"/>
                  </a:lnTo>
                  <a:cubicBezTo>
                    <a:pt x="159734" y="188119"/>
                    <a:pt x="161163" y="186690"/>
                    <a:pt x="162878" y="186690"/>
                  </a:cubicBezTo>
                  <a:lnTo>
                    <a:pt x="217837" y="186690"/>
                  </a:lnTo>
                  <a:cubicBezTo>
                    <a:pt x="219551" y="186690"/>
                    <a:pt x="220980" y="188119"/>
                    <a:pt x="220980" y="189833"/>
                  </a:cubicBezTo>
                  <a:lnTo>
                    <a:pt x="220980" y="220790"/>
                  </a:lnTo>
                  <a:cubicBezTo>
                    <a:pt x="220980" y="222504"/>
                    <a:pt x="219551" y="223933"/>
                    <a:pt x="217837" y="223933"/>
                  </a:cubicBezTo>
                  <a:lnTo>
                    <a:pt x="201930" y="223933"/>
                  </a:lnTo>
                  <a:cubicBezTo>
                    <a:pt x="198882" y="223933"/>
                    <a:pt x="196310" y="226409"/>
                    <a:pt x="196310" y="229553"/>
                  </a:cubicBezTo>
                  <a:cubicBezTo>
                    <a:pt x="196310" y="232696"/>
                    <a:pt x="198787" y="235172"/>
                    <a:pt x="201930" y="235172"/>
                  </a:cubicBezTo>
                  <a:lnTo>
                    <a:pt x="217837" y="235172"/>
                  </a:lnTo>
                  <a:cubicBezTo>
                    <a:pt x="225743" y="235172"/>
                    <a:pt x="232124" y="228791"/>
                    <a:pt x="232124" y="220885"/>
                  </a:cubicBezTo>
                  <a:lnTo>
                    <a:pt x="232124" y="205645"/>
                  </a:lnTo>
                  <a:cubicBezTo>
                    <a:pt x="250698" y="204883"/>
                    <a:pt x="268224" y="203549"/>
                    <a:pt x="284321" y="201740"/>
                  </a:cubicBezTo>
                  <a:lnTo>
                    <a:pt x="284321" y="224028"/>
                  </a:lnTo>
                  <a:cubicBezTo>
                    <a:pt x="284321" y="237744"/>
                    <a:pt x="295466" y="248888"/>
                    <a:pt x="309182" y="248888"/>
                  </a:cubicBezTo>
                  <a:cubicBezTo>
                    <a:pt x="322897" y="248888"/>
                    <a:pt x="334042" y="237744"/>
                    <a:pt x="334042" y="224028"/>
                  </a:cubicBezTo>
                  <a:lnTo>
                    <a:pt x="334042" y="193453"/>
                  </a:lnTo>
                  <a:cubicBezTo>
                    <a:pt x="347567" y="190310"/>
                    <a:pt x="357378" y="187071"/>
                    <a:pt x="363950" y="184595"/>
                  </a:cubicBezTo>
                  <a:lnTo>
                    <a:pt x="363950" y="256318"/>
                  </a:lnTo>
                  <a:cubicBezTo>
                    <a:pt x="363950" y="259366"/>
                    <a:pt x="366427" y="261938"/>
                    <a:pt x="369570" y="261938"/>
                  </a:cubicBezTo>
                  <a:cubicBezTo>
                    <a:pt x="372713" y="261938"/>
                    <a:pt x="375190" y="259461"/>
                    <a:pt x="375190" y="256318"/>
                  </a:cubicBezTo>
                  <a:lnTo>
                    <a:pt x="375190" y="177832"/>
                  </a:lnTo>
                  <a:cubicBezTo>
                    <a:pt x="378809" y="173927"/>
                    <a:pt x="380905" y="168783"/>
                    <a:pt x="380905" y="163163"/>
                  </a:cubicBezTo>
                  <a:lnTo>
                    <a:pt x="380905" y="96488"/>
                  </a:lnTo>
                  <a:lnTo>
                    <a:pt x="380905" y="96488"/>
                  </a:lnTo>
                  <a:close/>
                  <a:moveTo>
                    <a:pt x="298037" y="78677"/>
                  </a:moveTo>
                  <a:lnTo>
                    <a:pt x="320516" y="78677"/>
                  </a:lnTo>
                  <a:cubicBezTo>
                    <a:pt x="321850" y="78677"/>
                    <a:pt x="322993" y="79820"/>
                    <a:pt x="322993" y="81153"/>
                  </a:cubicBezTo>
                  <a:lnTo>
                    <a:pt x="322993" y="117824"/>
                  </a:lnTo>
                  <a:lnTo>
                    <a:pt x="295561" y="117824"/>
                  </a:lnTo>
                  <a:lnTo>
                    <a:pt x="295561" y="81153"/>
                  </a:lnTo>
                  <a:cubicBezTo>
                    <a:pt x="295561" y="79820"/>
                    <a:pt x="296704" y="78677"/>
                    <a:pt x="298037" y="78677"/>
                  </a:cubicBezTo>
                  <a:lnTo>
                    <a:pt x="298037" y="78677"/>
                  </a:lnTo>
                  <a:close/>
                  <a:moveTo>
                    <a:pt x="252127" y="69437"/>
                  </a:moveTo>
                  <a:cubicBezTo>
                    <a:pt x="252127" y="67913"/>
                    <a:pt x="253175" y="66675"/>
                    <a:pt x="254603" y="66389"/>
                  </a:cubicBezTo>
                  <a:cubicBezTo>
                    <a:pt x="255175" y="66580"/>
                    <a:pt x="281273" y="66580"/>
                    <a:pt x="281845" y="66389"/>
                  </a:cubicBezTo>
                  <a:cubicBezTo>
                    <a:pt x="283274" y="66675"/>
                    <a:pt x="284321" y="67913"/>
                    <a:pt x="284321" y="69437"/>
                  </a:cubicBezTo>
                  <a:lnTo>
                    <a:pt x="284321" y="74867"/>
                  </a:lnTo>
                  <a:lnTo>
                    <a:pt x="252032" y="74867"/>
                  </a:lnTo>
                  <a:lnTo>
                    <a:pt x="252032" y="69437"/>
                  </a:lnTo>
                  <a:close/>
                  <a:moveTo>
                    <a:pt x="118396" y="11144"/>
                  </a:moveTo>
                  <a:lnTo>
                    <a:pt x="262414" y="11144"/>
                  </a:lnTo>
                  <a:cubicBezTo>
                    <a:pt x="269177" y="11144"/>
                    <a:pt x="274606" y="16574"/>
                    <a:pt x="274606" y="23336"/>
                  </a:cubicBezTo>
                  <a:lnTo>
                    <a:pt x="274606" y="55150"/>
                  </a:lnTo>
                  <a:lnTo>
                    <a:pt x="261938" y="55150"/>
                  </a:lnTo>
                  <a:lnTo>
                    <a:pt x="261938" y="29432"/>
                  </a:lnTo>
                  <a:cubicBezTo>
                    <a:pt x="261938" y="26384"/>
                    <a:pt x="259461" y="23813"/>
                    <a:pt x="256318" y="23813"/>
                  </a:cubicBezTo>
                  <a:lnTo>
                    <a:pt x="124396" y="23813"/>
                  </a:lnTo>
                  <a:cubicBezTo>
                    <a:pt x="121349" y="23813"/>
                    <a:pt x="118777" y="26289"/>
                    <a:pt x="118777" y="29432"/>
                  </a:cubicBezTo>
                  <a:lnTo>
                    <a:pt x="118777" y="55150"/>
                  </a:lnTo>
                  <a:lnTo>
                    <a:pt x="106109" y="55150"/>
                  </a:lnTo>
                  <a:lnTo>
                    <a:pt x="106109" y="23336"/>
                  </a:lnTo>
                  <a:cubicBezTo>
                    <a:pt x="106109" y="16574"/>
                    <a:pt x="111538" y="11144"/>
                    <a:pt x="118301" y="11144"/>
                  </a:cubicBezTo>
                  <a:lnTo>
                    <a:pt x="118301" y="11144"/>
                  </a:lnTo>
                  <a:close/>
                  <a:moveTo>
                    <a:pt x="96393" y="69437"/>
                  </a:moveTo>
                  <a:cubicBezTo>
                    <a:pt x="96393" y="67913"/>
                    <a:pt x="97441" y="66675"/>
                    <a:pt x="98870" y="66389"/>
                  </a:cubicBezTo>
                  <a:cubicBezTo>
                    <a:pt x="99441" y="66580"/>
                    <a:pt x="125539" y="66580"/>
                    <a:pt x="126111" y="66389"/>
                  </a:cubicBezTo>
                  <a:cubicBezTo>
                    <a:pt x="127540" y="66675"/>
                    <a:pt x="128588" y="67913"/>
                    <a:pt x="128588" y="69437"/>
                  </a:cubicBezTo>
                  <a:lnTo>
                    <a:pt x="128588" y="74867"/>
                  </a:lnTo>
                  <a:lnTo>
                    <a:pt x="96298" y="74867"/>
                  </a:lnTo>
                  <a:lnTo>
                    <a:pt x="96298" y="69437"/>
                  </a:lnTo>
                  <a:lnTo>
                    <a:pt x="96298" y="69437"/>
                  </a:lnTo>
                  <a:close/>
                  <a:moveTo>
                    <a:pt x="60293" y="78677"/>
                  </a:moveTo>
                  <a:lnTo>
                    <a:pt x="82772" y="78677"/>
                  </a:lnTo>
                  <a:cubicBezTo>
                    <a:pt x="84106" y="78677"/>
                    <a:pt x="85249" y="79820"/>
                    <a:pt x="85249" y="81153"/>
                  </a:cubicBezTo>
                  <a:lnTo>
                    <a:pt x="85249" y="117824"/>
                  </a:lnTo>
                  <a:lnTo>
                    <a:pt x="57817" y="117824"/>
                  </a:lnTo>
                  <a:lnTo>
                    <a:pt x="57817" y="81153"/>
                  </a:lnTo>
                  <a:cubicBezTo>
                    <a:pt x="57817" y="79820"/>
                    <a:pt x="58960" y="78677"/>
                    <a:pt x="60293" y="78677"/>
                  </a:cubicBezTo>
                  <a:lnTo>
                    <a:pt x="60293" y="78677"/>
                  </a:lnTo>
                  <a:close/>
                  <a:moveTo>
                    <a:pt x="71533" y="237744"/>
                  </a:moveTo>
                  <a:cubicBezTo>
                    <a:pt x="64008" y="237744"/>
                    <a:pt x="57817" y="231648"/>
                    <a:pt x="57817" y="224028"/>
                  </a:cubicBezTo>
                  <a:lnTo>
                    <a:pt x="57817" y="157639"/>
                  </a:lnTo>
                  <a:lnTo>
                    <a:pt x="85249" y="157639"/>
                  </a:lnTo>
                  <a:lnTo>
                    <a:pt x="85249" y="224028"/>
                  </a:lnTo>
                  <a:cubicBezTo>
                    <a:pt x="85249" y="231553"/>
                    <a:pt x="79058" y="237744"/>
                    <a:pt x="71533" y="237744"/>
                  </a:cubicBezTo>
                  <a:lnTo>
                    <a:pt x="71533" y="237744"/>
                  </a:lnTo>
                  <a:close/>
                  <a:moveTo>
                    <a:pt x="309277" y="237744"/>
                  </a:moveTo>
                  <a:cubicBezTo>
                    <a:pt x="301752" y="237744"/>
                    <a:pt x="295561" y="231648"/>
                    <a:pt x="295561" y="224028"/>
                  </a:cubicBezTo>
                  <a:lnTo>
                    <a:pt x="295561" y="157639"/>
                  </a:lnTo>
                  <a:lnTo>
                    <a:pt x="322993" y="157639"/>
                  </a:lnTo>
                  <a:lnTo>
                    <a:pt x="322993" y="224028"/>
                  </a:lnTo>
                  <a:cubicBezTo>
                    <a:pt x="322993" y="231553"/>
                    <a:pt x="316802" y="237744"/>
                    <a:pt x="309277" y="237744"/>
                  </a:cubicBezTo>
                  <a:lnTo>
                    <a:pt x="309277" y="237744"/>
                  </a:lnTo>
                  <a:close/>
                  <a:moveTo>
                    <a:pt x="334137" y="182023"/>
                  </a:moveTo>
                  <a:lnTo>
                    <a:pt x="334137" y="157639"/>
                  </a:lnTo>
                  <a:lnTo>
                    <a:pt x="334994" y="157639"/>
                  </a:lnTo>
                  <a:cubicBezTo>
                    <a:pt x="338042" y="157639"/>
                    <a:pt x="340614" y="155162"/>
                    <a:pt x="340614" y="152019"/>
                  </a:cubicBezTo>
                  <a:cubicBezTo>
                    <a:pt x="340614" y="148876"/>
                    <a:pt x="338138" y="146399"/>
                    <a:pt x="334994" y="146399"/>
                  </a:cubicBezTo>
                  <a:lnTo>
                    <a:pt x="283559" y="146399"/>
                  </a:lnTo>
                  <a:cubicBezTo>
                    <a:pt x="280511" y="146399"/>
                    <a:pt x="277939" y="148876"/>
                    <a:pt x="277939" y="152019"/>
                  </a:cubicBezTo>
                  <a:cubicBezTo>
                    <a:pt x="277939" y="155162"/>
                    <a:pt x="280416" y="157639"/>
                    <a:pt x="283559" y="157639"/>
                  </a:cubicBezTo>
                  <a:lnTo>
                    <a:pt x="284417" y="157639"/>
                  </a:lnTo>
                  <a:lnTo>
                    <a:pt x="284417" y="190500"/>
                  </a:lnTo>
                  <a:cubicBezTo>
                    <a:pt x="268319" y="192405"/>
                    <a:pt x="250793" y="193739"/>
                    <a:pt x="232220" y="194501"/>
                  </a:cubicBezTo>
                  <a:lnTo>
                    <a:pt x="232220" y="189928"/>
                  </a:lnTo>
                  <a:cubicBezTo>
                    <a:pt x="232220" y="182023"/>
                    <a:pt x="225838" y="175641"/>
                    <a:pt x="217932" y="175641"/>
                  </a:cubicBezTo>
                  <a:lnTo>
                    <a:pt x="162973" y="175641"/>
                  </a:lnTo>
                  <a:cubicBezTo>
                    <a:pt x="155067" y="175641"/>
                    <a:pt x="148685" y="182023"/>
                    <a:pt x="148685" y="189928"/>
                  </a:cubicBezTo>
                  <a:lnTo>
                    <a:pt x="148685" y="194501"/>
                  </a:lnTo>
                  <a:cubicBezTo>
                    <a:pt x="130016" y="193739"/>
                    <a:pt x="112586" y="192405"/>
                    <a:pt x="96488" y="190500"/>
                  </a:cubicBezTo>
                  <a:lnTo>
                    <a:pt x="96488" y="157639"/>
                  </a:lnTo>
                  <a:lnTo>
                    <a:pt x="97346" y="157639"/>
                  </a:lnTo>
                  <a:cubicBezTo>
                    <a:pt x="100394" y="157639"/>
                    <a:pt x="102965" y="155162"/>
                    <a:pt x="102965" y="152019"/>
                  </a:cubicBezTo>
                  <a:cubicBezTo>
                    <a:pt x="102965" y="148876"/>
                    <a:pt x="100489" y="146399"/>
                    <a:pt x="97346" y="146399"/>
                  </a:cubicBezTo>
                  <a:lnTo>
                    <a:pt x="45911" y="146399"/>
                  </a:lnTo>
                  <a:cubicBezTo>
                    <a:pt x="42863" y="146399"/>
                    <a:pt x="40291" y="148876"/>
                    <a:pt x="40291" y="152019"/>
                  </a:cubicBezTo>
                  <a:cubicBezTo>
                    <a:pt x="40291" y="155162"/>
                    <a:pt x="42767" y="157639"/>
                    <a:pt x="45911" y="157639"/>
                  </a:cubicBezTo>
                  <a:lnTo>
                    <a:pt x="46768" y="157639"/>
                  </a:lnTo>
                  <a:lnTo>
                    <a:pt x="46768" y="182023"/>
                  </a:lnTo>
                  <a:cubicBezTo>
                    <a:pt x="32671" y="178594"/>
                    <a:pt x="23241" y="175260"/>
                    <a:pt x="17621" y="172879"/>
                  </a:cubicBezTo>
                  <a:cubicBezTo>
                    <a:pt x="13716" y="171260"/>
                    <a:pt x="11144" y="167450"/>
                    <a:pt x="11144" y="163163"/>
                  </a:cubicBezTo>
                  <a:lnTo>
                    <a:pt x="11144" y="96488"/>
                  </a:lnTo>
                  <a:cubicBezTo>
                    <a:pt x="11144" y="90678"/>
                    <a:pt x="15812" y="86011"/>
                    <a:pt x="21622" y="86011"/>
                  </a:cubicBezTo>
                  <a:lnTo>
                    <a:pt x="46768" y="86011"/>
                  </a:lnTo>
                  <a:lnTo>
                    <a:pt x="46768" y="117824"/>
                  </a:lnTo>
                  <a:lnTo>
                    <a:pt x="45911" y="117824"/>
                  </a:lnTo>
                  <a:cubicBezTo>
                    <a:pt x="42863" y="117824"/>
                    <a:pt x="40291" y="120301"/>
                    <a:pt x="40291" y="123444"/>
                  </a:cubicBezTo>
                  <a:cubicBezTo>
                    <a:pt x="40291" y="126587"/>
                    <a:pt x="42767" y="129064"/>
                    <a:pt x="45911" y="129064"/>
                  </a:cubicBezTo>
                  <a:lnTo>
                    <a:pt x="97346" y="129064"/>
                  </a:lnTo>
                  <a:cubicBezTo>
                    <a:pt x="100394" y="129064"/>
                    <a:pt x="102965" y="126587"/>
                    <a:pt x="102965" y="123444"/>
                  </a:cubicBezTo>
                  <a:cubicBezTo>
                    <a:pt x="102965" y="120301"/>
                    <a:pt x="100489" y="117824"/>
                    <a:pt x="97346" y="117824"/>
                  </a:cubicBezTo>
                  <a:lnTo>
                    <a:pt x="96488" y="117824"/>
                  </a:lnTo>
                  <a:lnTo>
                    <a:pt x="96488" y="86011"/>
                  </a:lnTo>
                  <a:lnTo>
                    <a:pt x="161068" y="86011"/>
                  </a:lnTo>
                  <a:cubicBezTo>
                    <a:pt x="164116" y="86011"/>
                    <a:pt x="166688" y="83534"/>
                    <a:pt x="166688" y="80391"/>
                  </a:cubicBezTo>
                  <a:cubicBezTo>
                    <a:pt x="166688" y="77248"/>
                    <a:pt x="164211" y="74771"/>
                    <a:pt x="161068" y="74771"/>
                  </a:cubicBezTo>
                  <a:lnTo>
                    <a:pt x="139922" y="74771"/>
                  </a:lnTo>
                  <a:lnTo>
                    <a:pt x="139922" y="69342"/>
                  </a:lnTo>
                  <a:cubicBezTo>
                    <a:pt x="139922" y="63056"/>
                    <a:pt x="135827" y="57722"/>
                    <a:pt x="130112" y="55817"/>
                  </a:cubicBezTo>
                  <a:lnTo>
                    <a:pt x="130112" y="34957"/>
                  </a:lnTo>
                  <a:lnTo>
                    <a:pt x="250888" y="34957"/>
                  </a:lnTo>
                  <a:lnTo>
                    <a:pt x="250888" y="55817"/>
                  </a:lnTo>
                  <a:cubicBezTo>
                    <a:pt x="245174" y="57722"/>
                    <a:pt x="241078" y="63056"/>
                    <a:pt x="241078" y="69342"/>
                  </a:cubicBezTo>
                  <a:lnTo>
                    <a:pt x="241078" y="74771"/>
                  </a:lnTo>
                  <a:lnTo>
                    <a:pt x="185928" y="74771"/>
                  </a:lnTo>
                  <a:cubicBezTo>
                    <a:pt x="182880" y="74771"/>
                    <a:pt x="180308" y="77248"/>
                    <a:pt x="180308" y="80391"/>
                  </a:cubicBezTo>
                  <a:cubicBezTo>
                    <a:pt x="180308" y="83534"/>
                    <a:pt x="182785" y="86011"/>
                    <a:pt x="185928" y="86011"/>
                  </a:cubicBezTo>
                  <a:lnTo>
                    <a:pt x="284512" y="86011"/>
                  </a:lnTo>
                  <a:lnTo>
                    <a:pt x="284512" y="117824"/>
                  </a:lnTo>
                  <a:lnTo>
                    <a:pt x="283655" y="117824"/>
                  </a:lnTo>
                  <a:cubicBezTo>
                    <a:pt x="280607" y="117824"/>
                    <a:pt x="278035" y="120301"/>
                    <a:pt x="278035" y="123444"/>
                  </a:cubicBezTo>
                  <a:cubicBezTo>
                    <a:pt x="278035" y="126587"/>
                    <a:pt x="280511" y="129064"/>
                    <a:pt x="283655" y="129064"/>
                  </a:cubicBezTo>
                  <a:lnTo>
                    <a:pt x="335089" y="129064"/>
                  </a:lnTo>
                  <a:cubicBezTo>
                    <a:pt x="338138" y="129064"/>
                    <a:pt x="340709" y="126587"/>
                    <a:pt x="340709" y="123444"/>
                  </a:cubicBezTo>
                  <a:cubicBezTo>
                    <a:pt x="340709" y="120301"/>
                    <a:pt x="338233" y="117824"/>
                    <a:pt x="335089" y="117824"/>
                  </a:cubicBezTo>
                  <a:lnTo>
                    <a:pt x="334232" y="117824"/>
                  </a:lnTo>
                  <a:lnTo>
                    <a:pt x="334232" y="86011"/>
                  </a:lnTo>
                  <a:lnTo>
                    <a:pt x="359378" y="86011"/>
                  </a:lnTo>
                  <a:cubicBezTo>
                    <a:pt x="365188" y="86011"/>
                    <a:pt x="369856" y="90678"/>
                    <a:pt x="369856" y="96488"/>
                  </a:cubicBezTo>
                  <a:lnTo>
                    <a:pt x="369856" y="163163"/>
                  </a:lnTo>
                  <a:cubicBezTo>
                    <a:pt x="369856" y="167450"/>
                    <a:pt x="367284" y="171260"/>
                    <a:pt x="363379" y="172879"/>
                  </a:cubicBezTo>
                  <a:cubicBezTo>
                    <a:pt x="357759" y="175260"/>
                    <a:pt x="348329" y="178594"/>
                    <a:pt x="334232" y="182023"/>
                  </a:cubicBezTo>
                  <a:lnTo>
                    <a:pt x="334232" y="18202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5558884" y="2326005"/>
              <a:ext cx="86011" cy="44672"/>
            </a:xfrm>
            <a:custGeom>
              <a:rect b="b" l="l" r="r" t="t"/>
              <a:pathLst>
                <a:path extrusionOk="0" h="44672" w="86011">
                  <a:moveTo>
                    <a:pt x="14288" y="0"/>
                  </a:moveTo>
                  <a:cubicBezTo>
                    <a:pt x="6382" y="0"/>
                    <a:pt x="0" y="6382"/>
                    <a:pt x="0" y="14288"/>
                  </a:cubicBezTo>
                  <a:lnTo>
                    <a:pt x="0" y="30385"/>
                  </a:lnTo>
                  <a:cubicBezTo>
                    <a:pt x="0" y="38291"/>
                    <a:pt x="6382" y="44672"/>
                    <a:pt x="14288" y="44672"/>
                  </a:cubicBezTo>
                  <a:lnTo>
                    <a:pt x="71724" y="44672"/>
                  </a:lnTo>
                  <a:cubicBezTo>
                    <a:pt x="79629" y="44672"/>
                    <a:pt x="86011" y="38291"/>
                    <a:pt x="86011" y="30385"/>
                  </a:cubicBezTo>
                  <a:lnTo>
                    <a:pt x="86011" y="14288"/>
                  </a:lnTo>
                  <a:cubicBezTo>
                    <a:pt x="86011" y="6382"/>
                    <a:pt x="79629" y="0"/>
                    <a:pt x="71724" y="0"/>
                  </a:cubicBezTo>
                  <a:lnTo>
                    <a:pt x="14288" y="0"/>
                  </a:lnTo>
                  <a:close/>
                  <a:moveTo>
                    <a:pt x="74771" y="14288"/>
                  </a:moveTo>
                  <a:lnTo>
                    <a:pt x="74771" y="30385"/>
                  </a:lnTo>
                  <a:cubicBezTo>
                    <a:pt x="74771" y="32099"/>
                    <a:pt x="73343" y="33528"/>
                    <a:pt x="71628" y="33528"/>
                  </a:cubicBezTo>
                  <a:lnTo>
                    <a:pt x="14192" y="33528"/>
                  </a:lnTo>
                  <a:cubicBezTo>
                    <a:pt x="12478" y="33528"/>
                    <a:pt x="11049" y="32099"/>
                    <a:pt x="11049" y="30385"/>
                  </a:cubicBezTo>
                  <a:lnTo>
                    <a:pt x="11049" y="14288"/>
                  </a:lnTo>
                  <a:cubicBezTo>
                    <a:pt x="11049" y="12573"/>
                    <a:pt x="12478" y="11144"/>
                    <a:pt x="14192" y="11144"/>
                  </a:cubicBezTo>
                  <a:lnTo>
                    <a:pt x="71628" y="11144"/>
                  </a:lnTo>
                  <a:cubicBezTo>
                    <a:pt x="73343" y="11144"/>
                    <a:pt x="74771" y="12573"/>
                    <a:pt x="74771" y="14288"/>
                  </a:cubicBezTo>
                  <a:lnTo>
                    <a:pt x="74771" y="142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4" name="Google Shape;724;p26"/>
          <p:cNvGrpSpPr/>
          <p:nvPr/>
        </p:nvGrpSpPr>
        <p:grpSpPr>
          <a:xfrm>
            <a:off x="1102064" y="3951938"/>
            <a:ext cx="397454" cy="426110"/>
            <a:chOff x="3195637" y="2038350"/>
            <a:chExt cx="355377" cy="381000"/>
          </a:xfrm>
        </p:grpSpPr>
        <p:sp>
          <p:nvSpPr>
            <p:cNvPr id="725" name="Google Shape;725;p26"/>
            <p:cNvSpPr/>
            <p:nvPr/>
          </p:nvSpPr>
          <p:spPr>
            <a:xfrm>
              <a:off x="3195637" y="2038350"/>
              <a:ext cx="355377" cy="381000"/>
            </a:xfrm>
            <a:custGeom>
              <a:rect b="b" l="l" r="r" t="t"/>
              <a:pathLst>
                <a:path extrusionOk="0" h="381000" w="355377">
                  <a:moveTo>
                    <a:pt x="355283" y="156115"/>
                  </a:moveTo>
                  <a:cubicBezTo>
                    <a:pt x="355283" y="153067"/>
                    <a:pt x="352806" y="150495"/>
                    <a:pt x="349663" y="150495"/>
                  </a:cubicBezTo>
                  <a:cubicBezTo>
                    <a:pt x="346519" y="150495"/>
                    <a:pt x="344043" y="152972"/>
                    <a:pt x="344043" y="156115"/>
                  </a:cubicBezTo>
                  <a:lnTo>
                    <a:pt x="344043" y="253556"/>
                  </a:lnTo>
                  <a:lnTo>
                    <a:pt x="301181" y="253556"/>
                  </a:lnTo>
                  <a:cubicBezTo>
                    <a:pt x="315278" y="240030"/>
                    <a:pt x="324136" y="220885"/>
                    <a:pt x="324136" y="199835"/>
                  </a:cubicBezTo>
                  <a:cubicBezTo>
                    <a:pt x="324136" y="169545"/>
                    <a:pt x="305943" y="143351"/>
                    <a:pt x="279940" y="131731"/>
                  </a:cubicBezTo>
                  <a:lnTo>
                    <a:pt x="279940" y="66008"/>
                  </a:lnTo>
                  <a:lnTo>
                    <a:pt x="335661" y="66008"/>
                  </a:lnTo>
                  <a:cubicBezTo>
                    <a:pt x="340328" y="66008"/>
                    <a:pt x="344138" y="69818"/>
                    <a:pt x="344138" y="74486"/>
                  </a:cubicBezTo>
                  <a:lnTo>
                    <a:pt x="344138" y="131255"/>
                  </a:lnTo>
                  <a:cubicBezTo>
                    <a:pt x="344138" y="134303"/>
                    <a:pt x="346615" y="136874"/>
                    <a:pt x="349758" y="136874"/>
                  </a:cubicBezTo>
                  <a:cubicBezTo>
                    <a:pt x="352901" y="136874"/>
                    <a:pt x="355378" y="134398"/>
                    <a:pt x="355378" y="131255"/>
                  </a:cubicBezTo>
                  <a:lnTo>
                    <a:pt x="355378" y="74486"/>
                  </a:lnTo>
                  <a:cubicBezTo>
                    <a:pt x="355378" y="63627"/>
                    <a:pt x="346615" y="54864"/>
                    <a:pt x="335756" y="54864"/>
                  </a:cubicBezTo>
                  <a:lnTo>
                    <a:pt x="333851" y="54864"/>
                  </a:lnTo>
                  <a:lnTo>
                    <a:pt x="333851" y="32290"/>
                  </a:lnTo>
                  <a:cubicBezTo>
                    <a:pt x="333756" y="14478"/>
                    <a:pt x="319183" y="0"/>
                    <a:pt x="301371" y="0"/>
                  </a:cubicBezTo>
                  <a:cubicBezTo>
                    <a:pt x="301371" y="0"/>
                    <a:pt x="301371" y="0"/>
                    <a:pt x="301276" y="0"/>
                  </a:cubicBezTo>
                  <a:cubicBezTo>
                    <a:pt x="301181" y="0"/>
                    <a:pt x="301276" y="0"/>
                    <a:pt x="301181" y="0"/>
                  </a:cubicBezTo>
                  <a:lnTo>
                    <a:pt x="94012" y="0"/>
                  </a:lnTo>
                  <a:cubicBezTo>
                    <a:pt x="76105" y="0"/>
                    <a:pt x="61531" y="14478"/>
                    <a:pt x="61531" y="32385"/>
                  </a:cubicBezTo>
                  <a:lnTo>
                    <a:pt x="61531" y="54959"/>
                  </a:lnTo>
                  <a:lnTo>
                    <a:pt x="19621" y="54959"/>
                  </a:lnTo>
                  <a:cubicBezTo>
                    <a:pt x="8763" y="54959"/>
                    <a:pt x="0" y="63722"/>
                    <a:pt x="0" y="74581"/>
                  </a:cubicBezTo>
                  <a:lnTo>
                    <a:pt x="0" y="281559"/>
                  </a:lnTo>
                  <a:cubicBezTo>
                    <a:pt x="0" y="292418"/>
                    <a:pt x="8763" y="301181"/>
                    <a:pt x="19621" y="301181"/>
                  </a:cubicBezTo>
                  <a:lnTo>
                    <a:pt x="131445" y="301181"/>
                  </a:lnTo>
                  <a:lnTo>
                    <a:pt x="127635" y="343186"/>
                  </a:lnTo>
                  <a:lnTo>
                    <a:pt x="114776" y="343186"/>
                  </a:lnTo>
                  <a:cubicBezTo>
                    <a:pt x="107918" y="343186"/>
                    <a:pt x="102298" y="348806"/>
                    <a:pt x="102298" y="355664"/>
                  </a:cubicBezTo>
                  <a:lnTo>
                    <a:pt x="102298" y="368522"/>
                  </a:lnTo>
                  <a:cubicBezTo>
                    <a:pt x="102298" y="375380"/>
                    <a:pt x="107918" y="381000"/>
                    <a:pt x="114776" y="381000"/>
                  </a:cubicBezTo>
                  <a:lnTo>
                    <a:pt x="240316" y="381000"/>
                  </a:lnTo>
                  <a:cubicBezTo>
                    <a:pt x="247174" y="381000"/>
                    <a:pt x="252794" y="375380"/>
                    <a:pt x="252794" y="368522"/>
                  </a:cubicBezTo>
                  <a:lnTo>
                    <a:pt x="252794" y="355664"/>
                  </a:lnTo>
                  <a:cubicBezTo>
                    <a:pt x="252794" y="348806"/>
                    <a:pt x="247174" y="343186"/>
                    <a:pt x="240316" y="343186"/>
                  </a:cubicBezTo>
                  <a:lnTo>
                    <a:pt x="227457" y="343186"/>
                  </a:lnTo>
                  <a:lnTo>
                    <a:pt x="223647" y="301181"/>
                  </a:lnTo>
                  <a:lnTo>
                    <a:pt x="335471" y="301181"/>
                  </a:lnTo>
                  <a:cubicBezTo>
                    <a:pt x="346329" y="301181"/>
                    <a:pt x="355092" y="292418"/>
                    <a:pt x="355092" y="281559"/>
                  </a:cubicBezTo>
                  <a:lnTo>
                    <a:pt x="355092" y="156115"/>
                  </a:lnTo>
                  <a:close/>
                  <a:moveTo>
                    <a:pt x="312992" y="199835"/>
                  </a:moveTo>
                  <a:cubicBezTo>
                    <a:pt x="312992" y="234791"/>
                    <a:pt x="284607" y="263176"/>
                    <a:pt x="249650" y="263176"/>
                  </a:cubicBezTo>
                  <a:cubicBezTo>
                    <a:pt x="214694" y="263176"/>
                    <a:pt x="186309" y="234791"/>
                    <a:pt x="186309" y="199835"/>
                  </a:cubicBezTo>
                  <a:cubicBezTo>
                    <a:pt x="186309" y="164878"/>
                    <a:pt x="214694" y="136493"/>
                    <a:pt x="249650" y="136493"/>
                  </a:cubicBezTo>
                  <a:cubicBezTo>
                    <a:pt x="284607" y="136493"/>
                    <a:pt x="312992" y="164878"/>
                    <a:pt x="312992" y="199835"/>
                  </a:cubicBezTo>
                  <a:lnTo>
                    <a:pt x="312992" y="199835"/>
                  </a:lnTo>
                  <a:close/>
                  <a:moveTo>
                    <a:pt x="104965" y="221075"/>
                  </a:moveTo>
                  <a:cubicBezTo>
                    <a:pt x="104108" y="221075"/>
                    <a:pt x="103442" y="220409"/>
                    <a:pt x="103442" y="219551"/>
                  </a:cubicBezTo>
                  <a:lnTo>
                    <a:pt x="103442" y="206502"/>
                  </a:lnTo>
                  <a:cubicBezTo>
                    <a:pt x="103442" y="205645"/>
                    <a:pt x="104108" y="204978"/>
                    <a:pt x="104965" y="204978"/>
                  </a:cubicBezTo>
                  <a:lnTo>
                    <a:pt x="117538" y="204978"/>
                  </a:lnTo>
                  <a:lnTo>
                    <a:pt x="117538" y="221075"/>
                  </a:lnTo>
                  <a:lnTo>
                    <a:pt x="104965" y="221075"/>
                  </a:lnTo>
                  <a:close/>
                  <a:moveTo>
                    <a:pt x="103442" y="165068"/>
                  </a:moveTo>
                  <a:lnTo>
                    <a:pt x="103442" y="152019"/>
                  </a:lnTo>
                  <a:cubicBezTo>
                    <a:pt x="103442" y="151162"/>
                    <a:pt x="104108" y="150495"/>
                    <a:pt x="104965" y="150495"/>
                  </a:cubicBezTo>
                  <a:lnTo>
                    <a:pt x="117538" y="150495"/>
                  </a:lnTo>
                  <a:lnTo>
                    <a:pt x="117538" y="166592"/>
                  </a:lnTo>
                  <a:lnTo>
                    <a:pt x="104965" y="166592"/>
                  </a:lnTo>
                  <a:cubicBezTo>
                    <a:pt x="104108" y="166592"/>
                    <a:pt x="103442" y="165926"/>
                    <a:pt x="103442" y="165068"/>
                  </a:cubicBezTo>
                  <a:lnTo>
                    <a:pt x="103442" y="165068"/>
                  </a:lnTo>
                  <a:close/>
                  <a:moveTo>
                    <a:pt x="175450" y="193834"/>
                  </a:moveTo>
                  <a:lnTo>
                    <a:pt x="128683" y="193834"/>
                  </a:lnTo>
                  <a:lnTo>
                    <a:pt x="128683" y="177737"/>
                  </a:lnTo>
                  <a:lnTo>
                    <a:pt x="178498" y="177737"/>
                  </a:lnTo>
                  <a:cubicBezTo>
                    <a:pt x="176879" y="182880"/>
                    <a:pt x="175831" y="188214"/>
                    <a:pt x="175355" y="193834"/>
                  </a:cubicBezTo>
                  <a:lnTo>
                    <a:pt x="175355" y="193834"/>
                  </a:lnTo>
                  <a:close/>
                  <a:moveTo>
                    <a:pt x="104965" y="193834"/>
                  </a:moveTo>
                  <a:cubicBezTo>
                    <a:pt x="104108" y="193834"/>
                    <a:pt x="103442" y="193167"/>
                    <a:pt x="103442" y="192310"/>
                  </a:cubicBezTo>
                  <a:lnTo>
                    <a:pt x="103442" y="179261"/>
                  </a:lnTo>
                  <a:cubicBezTo>
                    <a:pt x="103442" y="178403"/>
                    <a:pt x="104108" y="177737"/>
                    <a:pt x="104965" y="177737"/>
                  </a:cubicBezTo>
                  <a:lnTo>
                    <a:pt x="117538" y="177737"/>
                  </a:lnTo>
                  <a:lnTo>
                    <a:pt x="117538" y="193834"/>
                  </a:lnTo>
                  <a:lnTo>
                    <a:pt x="104965" y="193834"/>
                  </a:lnTo>
                  <a:close/>
                  <a:moveTo>
                    <a:pt x="191071" y="153924"/>
                  </a:moveTo>
                  <a:cubicBezTo>
                    <a:pt x="188023" y="157829"/>
                    <a:pt x="185261" y="162116"/>
                    <a:pt x="183071" y="166592"/>
                  </a:cubicBezTo>
                  <a:lnTo>
                    <a:pt x="128683" y="166592"/>
                  </a:lnTo>
                  <a:lnTo>
                    <a:pt x="128683" y="150495"/>
                  </a:lnTo>
                  <a:lnTo>
                    <a:pt x="189548" y="150495"/>
                  </a:lnTo>
                  <a:cubicBezTo>
                    <a:pt x="190405" y="150495"/>
                    <a:pt x="191071" y="151162"/>
                    <a:pt x="191071" y="152019"/>
                  </a:cubicBezTo>
                  <a:lnTo>
                    <a:pt x="191071" y="153829"/>
                  </a:lnTo>
                  <a:close/>
                  <a:moveTo>
                    <a:pt x="128683" y="204978"/>
                  </a:moveTo>
                  <a:lnTo>
                    <a:pt x="175355" y="204978"/>
                  </a:lnTo>
                  <a:cubicBezTo>
                    <a:pt x="175736" y="210503"/>
                    <a:pt x="176689" y="215932"/>
                    <a:pt x="178213" y="221075"/>
                  </a:cubicBezTo>
                  <a:lnTo>
                    <a:pt x="128588" y="221075"/>
                  </a:lnTo>
                  <a:lnTo>
                    <a:pt x="128588" y="204978"/>
                  </a:lnTo>
                  <a:close/>
                  <a:moveTo>
                    <a:pt x="301085" y="11144"/>
                  </a:moveTo>
                  <a:cubicBezTo>
                    <a:pt x="301085" y="11144"/>
                    <a:pt x="301085" y="11144"/>
                    <a:pt x="301181" y="11144"/>
                  </a:cubicBezTo>
                  <a:cubicBezTo>
                    <a:pt x="301276" y="11144"/>
                    <a:pt x="301181" y="11144"/>
                    <a:pt x="301276" y="11144"/>
                  </a:cubicBezTo>
                  <a:cubicBezTo>
                    <a:pt x="312992" y="11144"/>
                    <a:pt x="322421" y="20669"/>
                    <a:pt x="322421" y="32290"/>
                  </a:cubicBezTo>
                  <a:lnTo>
                    <a:pt x="322421" y="54864"/>
                  </a:lnTo>
                  <a:lnTo>
                    <a:pt x="279749" y="54864"/>
                  </a:lnTo>
                  <a:lnTo>
                    <a:pt x="279749" y="32290"/>
                  </a:lnTo>
                  <a:cubicBezTo>
                    <a:pt x="279749" y="20574"/>
                    <a:pt x="289274" y="11144"/>
                    <a:pt x="300895" y="11144"/>
                  </a:cubicBezTo>
                  <a:lnTo>
                    <a:pt x="300895" y="11144"/>
                  </a:lnTo>
                  <a:close/>
                  <a:moveTo>
                    <a:pt x="72771" y="32385"/>
                  </a:moveTo>
                  <a:cubicBezTo>
                    <a:pt x="72771" y="20669"/>
                    <a:pt x="82296" y="11239"/>
                    <a:pt x="93917" y="11239"/>
                  </a:cubicBezTo>
                  <a:lnTo>
                    <a:pt x="276701" y="11239"/>
                  </a:lnTo>
                  <a:cubicBezTo>
                    <a:pt x="271748" y="16955"/>
                    <a:pt x="268796" y="24289"/>
                    <a:pt x="268796" y="32385"/>
                  </a:cubicBezTo>
                  <a:lnTo>
                    <a:pt x="268796" y="127921"/>
                  </a:lnTo>
                  <a:cubicBezTo>
                    <a:pt x="262700" y="126302"/>
                    <a:pt x="256318" y="125444"/>
                    <a:pt x="249746" y="125444"/>
                  </a:cubicBezTo>
                  <a:cubicBezTo>
                    <a:pt x="230600" y="125444"/>
                    <a:pt x="213074" y="132683"/>
                    <a:pt x="199835" y="144685"/>
                  </a:cubicBezTo>
                  <a:cubicBezTo>
                    <a:pt x="197548" y="141542"/>
                    <a:pt x="193834" y="139446"/>
                    <a:pt x="189643" y="139446"/>
                  </a:cubicBezTo>
                  <a:lnTo>
                    <a:pt x="105061" y="139446"/>
                  </a:lnTo>
                  <a:cubicBezTo>
                    <a:pt x="98108" y="139446"/>
                    <a:pt x="92392" y="145161"/>
                    <a:pt x="92392" y="152114"/>
                  </a:cubicBezTo>
                  <a:lnTo>
                    <a:pt x="92392" y="165164"/>
                  </a:lnTo>
                  <a:cubicBezTo>
                    <a:pt x="92392" y="167831"/>
                    <a:pt x="93154" y="170212"/>
                    <a:pt x="94583" y="172307"/>
                  </a:cubicBezTo>
                  <a:cubicBezTo>
                    <a:pt x="93250" y="174308"/>
                    <a:pt x="92392" y="176784"/>
                    <a:pt x="92392" y="179451"/>
                  </a:cubicBezTo>
                  <a:lnTo>
                    <a:pt x="92392" y="192500"/>
                  </a:lnTo>
                  <a:cubicBezTo>
                    <a:pt x="92392" y="195167"/>
                    <a:pt x="93154" y="197549"/>
                    <a:pt x="94583" y="199644"/>
                  </a:cubicBezTo>
                  <a:cubicBezTo>
                    <a:pt x="93250" y="201644"/>
                    <a:pt x="92392" y="204121"/>
                    <a:pt x="92392" y="206788"/>
                  </a:cubicBezTo>
                  <a:lnTo>
                    <a:pt x="92392" y="219837"/>
                  </a:lnTo>
                  <a:cubicBezTo>
                    <a:pt x="92392" y="226790"/>
                    <a:pt x="98108" y="232505"/>
                    <a:pt x="105061" y="232505"/>
                  </a:cubicBezTo>
                  <a:lnTo>
                    <a:pt x="182690" y="232505"/>
                  </a:lnTo>
                  <a:cubicBezTo>
                    <a:pt x="186595" y="240506"/>
                    <a:pt x="191834" y="247745"/>
                    <a:pt x="198215" y="253841"/>
                  </a:cubicBezTo>
                  <a:lnTo>
                    <a:pt x="72866" y="253841"/>
                  </a:lnTo>
                  <a:lnTo>
                    <a:pt x="72866" y="32385"/>
                  </a:lnTo>
                  <a:close/>
                  <a:moveTo>
                    <a:pt x="19717" y="66104"/>
                  </a:moveTo>
                  <a:lnTo>
                    <a:pt x="61627" y="66104"/>
                  </a:lnTo>
                  <a:lnTo>
                    <a:pt x="61627" y="253556"/>
                  </a:lnTo>
                  <a:lnTo>
                    <a:pt x="11240" y="253556"/>
                  </a:lnTo>
                  <a:lnTo>
                    <a:pt x="11240" y="74581"/>
                  </a:lnTo>
                  <a:cubicBezTo>
                    <a:pt x="11240" y="69914"/>
                    <a:pt x="15050" y="66104"/>
                    <a:pt x="19717" y="66104"/>
                  </a:cubicBezTo>
                  <a:lnTo>
                    <a:pt x="19717" y="66104"/>
                  </a:lnTo>
                  <a:close/>
                  <a:moveTo>
                    <a:pt x="216313" y="343186"/>
                  </a:moveTo>
                  <a:lnTo>
                    <a:pt x="176689" y="343186"/>
                  </a:lnTo>
                  <a:cubicBezTo>
                    <a:pt x="173641" y="343186"/>
                    <a:pt x="171069" y="345662"/>
                    <a:pt x="171069" y="348806"/>
                  </a:cubicBezTo>
                  <a:cubicBezTo>
                    <a:pt x="171069" y="351949"/>
                    <a:pt x="173546" y="354425"/>
                    <a:pt x="176689" y="354425"/>
                  </a:cubicBezTo>
                  <a:lnTo>
                    <a:pt x="240316" y="354425"/>
                  </a:lnTo>
                  <a:cubicBezTo>
                    <a:pt x="241078" y="354425"/>
                    <a:pt x="241649" y="354997"/>
                    <a:pt x="241649" y="355759"/>
                  </a:cubicBezTo>
                  <a:lnTo>
                    <a:pt x="241649" y="368618"/>
                  </a:lnTo>
                  <a:cubicBezTo>
                    <a:pt x="241649" y="369380"/>
                    <a:pt x="241078" y="369951"/>
                    <a:pt x="240316" y="369951"/>
                  </a:cubicBezTo>
                  <a:lnTo>
                    <a:pt x="114776" y="369951"/>
                  </a:lnTo>
                  <a:cubicBezTo>
                    <a:pt x="114014" y="369951"/>
                    <a:pt x="113443" y="369380"/>
                    <a:pt x="113443" y="368618"/>
                  </a:cubicBezTo>
                  <a:lnTo>
                    <a:pt x="113443" y="355759"/>
                  </a:lnTo>
                  <a:cubicBezTo>
                    <a:pt x="113443" y="354997"/>
                    <a:pt x="114014" y="354425"/>
                    <a:pt x="114776" y="354425"/>
                  </a:cubicBezTo>
                  <a:lnTo>
                    <a:pt x="151829" y="354425"/>
                  </a:lnTo>
                  <a:cubicBezTo>
                    <a:pt x="154877" y="354425"/>
                    <a:pt x="157448" y="351949"/>
                    <a:pt x="157448" y="348806"/>
                  </a:cubicBezTo>
                  <a:cubicBezTo>
                    <a:pt x="157448" y="345662"/>
                    <a:pt x="154972" y="343186"/>
                    <a:pt x="151829" y="343186"/>
                  </a:cubicBezTo>
                  <a:lnTo>
                    <a:pt x="138779" y="343186"/>
                  </a:lnTo>
                  <a:lnTo>
                    <a:pt x="142589" y="301181"/>
                  </a:lnTo>
                  <a:lnTo>
                    <a:pt x="156781" y="301181"/>
                  </a:lnTo>
                  <a:lnTo>
                    <a:pt x="156781" y="307467"/>
                  </a:lnTo>
                  <a:cubicBezTo>
                    <a:pt x="156781" y="318897"/>
                    <a:pt x="166116" y="328232"/>
                    <a:pt x="177546" y="328232"/>
                  </a:cubicBezTo>
                  <a:cubicBezTo>
                    <a:pt x="188976" y="328232"/>
                    <a:pt x="198311" y="318897"/>
                    <a:pt x="198311" y="307467"/>
                  </a:cubicBezTo>
                  <a:lnTo>
                    <a:pt x="198311" y="301181"/>
                  </a:lnTo>
                  <a:lnTo>
                    <a:pt x="212503" y="301181"/>
                  </a:lnTo>
                  <a:lnTo>
                    <a:pt x="216313" y="343186"/>
                  </a:lnTo>
                  <a:close/>
                  <a:moveTo>
                    <a:pt x="187262" y="301181"/>
                  </a:moveTo>
                  <a:lnTo>
                    <a:pt x="187262" y="307467"/>
                  </a:lnTo>
                  <a:cubicBezTo>
                    <a:pt x="187262" y="312706"/>
                    <a:pt x="182975" y="316992"/>
                    <a:pt x="177737" y="316992"/>
                  </a:cubicBezTo>
                  <a:cubicBezTo>
                    <a:pt x="172498" y="316992"/>
                    <a:pt x="168212" y="312706"/>
                    <a:pt x="168212" y="307467"/>
                  </a:cubicBezTo>
                  <a:lnTo>
                    <a:pt x="168212" y="301181"/>
                  </a:lnTo>
                  <a:lnTo>
                    <a:pt x="187357" y="301181"/>
                  </a:lnTo>
                  <a:close/>
                  <a:moveTo>
                    <a:pt x="344138" y="281559"/>
                  </a:moveTo>
                  <a:cubicBezTo>
                    <a:pt x="344138" y="286226"/>
                    <a:pt x="340328" y="290036"/>
                    <a:pt x="335661" y="290036"/>
                  </a:cubicBezTo>
                  <a:lnTo>
                    <a:pt x="19717" y="290036"/>
                  </a:lnTo>
                  <a:cubicBezTo>
                    <a:pt x="15050" y="290036"/>
                    <a:pt x="11240" y="286226"/>
                    <a:pt x="11240" y="281559"/>
                  </a:cubicBezTo>
                  <a:lnTo>
                    <a:pt x="11240" y="264795"/>
                  </a:lnTo>
                  <a:lnTo>
                    <a:pt x="213169" y="264795"/>
                  </a:lnTo>
                  <a:cubicBezTo>
                    <a:pt x="223933" y="270891"/>
                    <a:pt x="236411" y="274415"/>
                    <a:pt x="249746" y="274415"/>
                  </a:cubicBezTo>
                  <a:cubicBezTo>
                    <a:pt x="263081" y="274415"/>
                    <a:pt x="275463" y="270891"/>
                    <a:pt x="286321" y="264795"/>
                  </a:cubicBezTo>
                  <a:lnTo>
                    <a:pt x="344234" y="264795"/>
                  </a:lnTo>
                  <a:lnTo>
                    <a:pt x="344234" y="2815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3288100" y="2132814"/>
              <a:ext cx="27384" cy="21359"/>
            </a:xfrm>
            <a:custGeom>
              <a:rect b="b" l="l" r="r" t="t"/>
              <a:pathLst>
                <a:path extrusionOk="0" h="21359" w="27384">
                  <a:moveTo>
                    <a:pt x="7739" y="19741"/>
                  </a:moveTo>
                  <a:cubicBezTo>
                    <a:pt x="8787" y="20788"/>
                    <a:pt x="10216" y="21360"/>
                    <a:pt x="11644" y="21360"/>
                  </a:cubicBezTo>
                  <a:cubicBezTo>
                    <a:pt x="13073" y="21360"/>
                    <a:pt x="14502" y="20788"/>
                    <a:pt x="15550" y="19741"/>
                  </a:cubicBezTo>
                  <a:lnTo>
                    <a:pt x="25741" y="9549"/>
                  </a:lnTo>
                  <a:cubicBezTo>
                    <a:pt x="27932" y="7358"/>
                    <a:pt x="27932" y="3834"/>
                    <a:pt x="25741" y="1643"/>
                  </a:cubicBezTo>
                  <a:cubicBezTo>
                    <a:pt x="23551" y="-548"/>
                    <a:pt x="20026" y="-548"/>
                    <a:pt x="17836" y="1643"/>
                  </a:cubicBezTo>
                  <a:lnTo>
                    <a:pt x="11644" y="7834"/>
                  </a:lnTo>
                  <a:lnTo>
                    <a:pt x="9549" y="5739"/>
                  </a:lnTo>
                  <a:cubicBezTo>
                    <a:pt x="7358" y="3548"/>
                    <a:pt x="3834" y="3548"/>
                    <a:pt x="1643" y="5739"/>
                  </a:cubicBezTo>
                  <a:cubicBezTo>
                    <a:pt x="-548" y="7930"/>
                    <a:pt x="-548" y="11454"/>
                    <a:pt x="1643" y="13645"/>
                  </a:cubicBezTo>
                  <a:lnTo>
                    <a:pt x="7739" y="19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3366991" y="2137886"/>
              <a:ext cx="83915" cy="11239"/>
            </a:xfrm>
            <a:custGeom>
              <a:rect b="b" l="l" r="r" t="t"/>
              <a:pathLst>
                <a:path extrusionOk="0" h="11239" w="83915">
                  <a:moveTo>
                    <a:pt x="78296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78296" y="11240"/>
                  </a:lnTo>
                  <a:cubicBezTo>
                    <a:pt x="81344" y="11240"/>
                    <a:pt x="83915" y="8763"/>
                    <a:pt x="83915" y="5620"/>
                  </a:cubicBezTo>
                  <a:cubicBezTo>
                    <a:pt x="83915" y="2477"/>
                    <a:pt x="81439" y="0"/>
                    <a:pt x="78296" y="0"/>
                  </a:cubicBezTo>
                  <a:lnTo>
                    <a:pt x="782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3329844" y="2137790"/>
              <a:ext cx="29813" cy="11239"/>
            </a:xfrm>
            <a:custGeom>
              <a:rect b="b" l="l" r="r" t="t"/>
              <a:pathLst>
                <a:path extrusionOk="0" h="11239" w="29813">
                  <a:moveTo>
                    <a:pt x="5620" y="11240"/>
                  </a:moveTo>
                  <a:lnTo>
                    <a:pt x="24194" y="11240"/>
                  </a:lnTo>
                  <a:cubicBezTo>
                    <a:pt x="27242" y="11240"/>
                    <a:pt x="29813" y="8763"/>
                    <a:pt x="29813" y="5620"/>
                  </a:cubicBezTo>
                  <a:cubicBezTo>
                    <a:pt x="29813" y="2477"/>
                    <a:pt x="27337" y="0"/>
                    <a:pt x="24194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3288100" y="2105667"/>
              <a:ext cx="27384" cy="21359"/>
            </a:xfrm>
            <a:custGeom>
              <a:rect b="b" l="l" r="r" t="t"/>
              <a:pathLst>
                <a:path extrusionOk="0" h="21359" w="27384">
                  <a:moveTo>
                    <a:pt x="7739" y="19741"/>
                  </a:moveTo>
                  <a:cubicBezTo>
                    <a:pt x="8787" y="20788"/>
                    <a:pt x="10216" y="21360"/>
                    <a:pt x="11644" y="21360"/>
                  </a:cubicBezTo>
                  <a:cubicBezTo>
                    <a:pt x="13073" y="21360"/>
                    <a:pt x="14502" y="20788"/>
                    <a:pt x="15550" y="19741"/>
                  </a:cubicBezTo>
                  <a:lnTo>
                    <a:pt x="25741" y="9549"/>
                  </a:lnTo>
                  <a:cubicBezTo>
                    <a:pt x="27932" y="7358"/>
                    <a:pt x="27932" y="3834"/>
                    <a:pt x="25741" y="1643"/>
                  </a:cubicBezTo>
                  <a:cubicBezTo>
                    <a:pt x="23551" y="-548"/>
                    <a:pt x="20026" y="-548"/>
                    <a:pt x="17836" y="1643"/>
                  </a:cubicBezTo>
                  <a:lnTo>
                    <a:pt x="11644" y="7834"/>
                  </a:lnTo>
                  <a:lnTo>
                    <a:pt x="9549" y="5739"/>
                  </a:lnTo>
                  <a:cubicBezTo>
                    <a:pt x="7358" y="3548"/>
                    <a:pt x="3834" y="3548"/>
                    <a:pt x="1643" y="5739"/>
                  </a:cubicBezTo>
                  <a:cubicBezTo>
                    <a:pt x="-548" y="7930"/>
                    <a:pt x="-548" y="11454"/>
                    <a:pt x="1643" y="13645"/>
                  </a:cubicBezTo>
                  <a:lnTo>
                    <a:pt x="7739" y="19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3435952" y="2110835"/>
              <a:ext cx="14954" cy="11239"/>
            </a:xfrm>
            <a:custGeom>
              <a:rect b="b" l="l" r="r" t="t"/>
              <a:pathLst>
                <a:path extrusionOk="0" h="11239" w="14954">
                  <a:moveTo>
                    <a:pt x="9334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9334" y="11239"/>
                  </a:lnTo>
                  <a:cubicBezTo>
                    <a:pt x="12382" y="11239"/>
                    <a:pt x="14954" y="8763"/>
                    <a:pt x="14954" y="5620"/>
                  </a:cubicBezTo>
                  <a:cubicBezTo>
                    <a:pt x="14954" y="2476"/>
                    <a:pt x="12478" y="0"/>
                    <a:pt x="9334" y="0"/>
                  </a:cubicBezTo>
                  <a:lnTo>
                    <a:pt x="93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3397566" y="2110739"/>
              <a:ext cx="29432" cy="11239"/>
            </a:xfrm>
            <a:custGeom>
              <a:rect b="b" l="l" r="r" t="t"/>
              <a:pathLst>
                <a:path extrusionOk="0" h="11239" w="29432">
                  <a:moveTo>
                    <a:pt x="23813" y="11239"/>
                  </a:moveTo>
                  <a:cubicBezTo>
                    <a:pt x="26860" y="11239"/>
                    <a:pt x="29432" y="8763"/>
                    <a:pt x="29432" y="5620"/>
                  </a:cubicBezTo>
                  <a:cubicBezTo>
                    <a:pt x="29432" y="2477"/>
                    <a:pt x="26956" y="0"/>
                    <a:pt x="23813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23813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3329844" y="2110739"/>
              <a:ext cx="60293" cy="11239"/>
            </a:xfrm>
            <a:custGeom>
              <a:rect b="b" l="l" r="r" t="t"/>
              <a:pathLst>
                <a:path extrusionOk="0" h="11239" w="60293">
                  <a:moveTo>
                    <a:pt x="5620" y="11239"/>
                  </a:moveTo>
                  <a:lnTo>
                    <a:pt x="54674" y="11239"/>
                  </a:lnTo>
                  <a:cubicBezTo>
                    <a:pt x="57722" y="11239"/>
                    <a:pt x="60293" y="8763"/>
                    <a:pt x="60293" y="5620"/>
                  </a:cubicBezTo>
                  <a:cubicBezTo>
                    <a:pt x="60293" y="2477"/>
                    <a:pt x="57817" y="0"/>
                    <a:pt x="54674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3288100" y="2078521"/>
              <a:ext cx="27384" cy="21359"/>
            </a:xfrm>
            <a:custGeom>
              <a:rect b="b" l="l" r="r" t="t"/>
              <a:pathLst>
                <a:path extrusionOk="0" h="21359" w="27384">
                  <a:moveTo>
                    <a:pt x="7739" y="19741"/>
                  </a:moveTo>
                  <a:cubicBezTo>
                    <a:pt x="8787" y="20788"/>
                    <a:pt x="10216" y="21360"/>
                    <a:pt x="11644" y="21360"/>
                  </a:cubicBezTo>
                  <a:cubicBezTo>
                    <a:pt x="13073" y="21360"/>
                    <a:pt x="14502" y="20788"/>
                    <a:pt x="15550" y="19741"/>
                  </a:cubicBezTo>
                  <a:lnTo>
                    <a:pt x="25741" y="9549"/>
                  </a:lnTo>
                  <a:cubicBezTo>
                    <a:pt x="27932" y="7358"/>
                    <a:pt x="27932" y="3834"/>
                    <a:pt x="25741" y="1643"/>
                  </a:cubicBezTo>
                  <a:cubicBezTo>
                    <a:pt x="23551" y="-548"/>
                    <a:pt x="20026" y="-548"/>
                    <a:pt x="17836" y="1643"/>
                  </a:cubicBezTo>
                  <a:lnTo>
                    <a:pt x="11644" y="7834"/>
                  </a:lnTo>
                  <a:lnTo>
                    <a:pt x="9549" y="5739"/>
                  </a:lnTo>
                  <a:cubicBezTo>
                    <a:pt x="7358" y="3548"/>
                    <a:pt x="3834" y="3548"/>
                    <a:pt x="1643" y="5739"/>
                  </a:cubicBezTo>
                  <a:cubicBezTo>
                    <a:pt x="-548" y="7930"/>
                    <a:pt x="-548" y="11454"/>
                    <a:pt x="1643" y="13645"/>
                  </a:cubicBezTo>
                  <a:lnTo>
                    <a:pt x="7739" y="19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3366991" y="2083593"/>
              <a:ext cx="83915" cy="11239"/>
            </a:xfrm>
            <a:custGeom>
              <a:rect b="b" l="l" r="r" t="t"/>
              <a:pathLst>
                <a:path extrusionOk="0" h="11239" w="83915">
                  <a:moveTo>
                    <a:pt x="5620" y="11239"/>
                  </a:moveTo>
                  <a:lnTo>
                    <a:pt x="78296" y="11239"/>
                  </a:lnTo>
                  <a:cubicBezTo>
                    <a:pt x="81344" y="11239"/>
                    <a:pt x="83915" y="8763"/>
                    <a:pt x="83915" y="5620"/>
                  </a:cubicBezTo>
                  <a:cubicBezTo>
                    <a:pt x="83915" y="2477"/>
                    <a:pt x="81439" y="0"/>
                    <a:pt x="7829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3329844" y="2083593"/>
              <a:ext cx="29813" cy="11239"/>
            </a:xfrm>
            <a:custGeom>
              <a:rect b="b" l="l" r="r" t="t"/>
              <a:pathLst>
                <a:path extrusionOk="0" h="11239" w="29813">
                  <a:moveTo>
                    <a:pt x="5620" y="11239"/>
                  </a:moveTo>
                  <a:lnTo>
                    <a:pt x="24194" y="11239"/>
                  </a:lnTo>
                  <a:cubicBezTo>
                    <a:pt x="27242" y="11239"/>
                    <a:pt x="29813" y="8763"/>
                    <a:pt x="29813" y="5620"/>
                  </a:cubicBezTo>
                  <a:cubicBezTo>
                    <a:pt x="29813" y="2477"/>
                    <a:pt x="27337" y="0"/>
                    <a:pt x="24194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3426237" y="2205037"/>
              <a:ext cx="38100" cy="66579"/>
            </a:xfrm>
            <a:custGeom>
              <a:rect b="b" l="l" r="r" t="t"/>
              <a:pathLst>
                <a:path extrusionOk="0" h="66579" w="38100">
                  <a:moveTo>
                    <a:pt x="19050" y="0"/>
                  </a:moveTo>
                  <a:cubicBezTo>
                    <a:pt x="16002" y="0"/>
                    <a:pt x="13430" y="2477"/>
                    <a:pt x="13430" y="5620"/>
                  </a:cubicBezTo>
                  <a:lnTo>
                    <a:pt x="13430" y="7715"/>
                  </a:lnTo>
                  <a:cubicBezTo>
                    <a:pt x="5810" y="8954"/>
                    <a:pt x="0" y="15431"/>
                    <a:pt x="0" y="23336"/>
                  </a:cubicBezTo>
                  <a:cubicBezTo>
                    <a:pt x="0" y="32099"/>
                    <a:pt x="7144" y="39243"/>
                    <a:pt x="15907" y="39243"/>
                  </a:cubicBezTo>
                  <a:lnTo>
                    <a:pt x="22098" y="39243"/>
                  </a:lnTo>
                  <a:cubicBezTo>
                    <a:pt x="24670" y="39243"/>
                    <a:pt x="26765" y="41339"/>
                    <a:pt x="26765" y="43910"/>
                  </a:cubicBezTo>
                  <a:cubicBezTo>
                    <a:pt x="26765" y="46482"/>
                    <a:pt x="24670" y="48578"/>
                    <a:pt x="22098" y="48578"/>
                  </a:cubicBezTo>
                  <a:lnTo>
                    <a:pt x="15907" y="48578"/>
                  </a:lnTo>
                  <a:cubicBezTo>
                    <a:pt x="14002" y="48578"/>
                    <a:pt x="12287" y="47434"/>
                    <a:pt x="11621" y="45720"/>
                  </a:cubicBezTo>
                  <a:cubicBezTo>
                    <a:pt x="10382" y="42863"/>
                    <a:pt x="7144" y="41529"/>
                    <a:pt x="4286" y="42767"/>
                  </a:cubicBezTo>
                  <a:cubicBezTo>
                    <a:pt x="1429" y="44006"/>
                    <a:pt x="95" y="47244"/>
                    <a:pt x="1333" y="50102"/>
                  </a:cubicBezTo>
                  <a:cubicBezTo>
                    <a:pt x="3524" y="55245"/>
                    <a:pt x="8096" y="58769"/>
                    <a:pt x="13430" y="59627"/>
                  </a:cubicBezTo>
                  <a:lnTo>
                    <a:pt x="13430" y="60960"/>
                  </a:lnTo>
                  <a:cubicBezTo>
                    <a:pt x="13430" y="64008"/>
                    <a:pt x="15907" y="66580"/>
                    <a:pt x="19050" y="66580"/>
                  </a:cubicBezTo>
                  <a:cubicBezTo>
                    <a:pt x="22193" y="66580"/>
                    <a:pt x="24670" y="64103"/>
                    <a:pt x="24670" y="60960"/>
                  </a:cubicBezTo>
                  <a:lnTo>
                    <a:pt x="24670" y="59627"/>
                  </a:lnTo>
                  <a:cubicBezTo>
                    <a:pt x="32290" y="58483"/>
                    <a:pt x="38100" y="51911"/>
                    <a:pt x="38100" y="44006"/>
                  </a:cubicBezTo>
                  <a:cubicBezTo>
                    <a:pt x="38100" y="35243"/>
                    <a:pt x="30956" y="28099"/>
                    <a:pt x="22193" y="28099"/>
                  </a:cubicBezTo>
                  <a:lnTo>
                    <a:pt x="16002" y="28099"/>
                  </a:lnTo>
                  <a:cubicBezTo>
                    <a:pt x="13430" y="28099"/>
                    <a:pt x="11335" y="26003"/>
                    <a:pt x="11335" y="23431"/>
                  </a:cubicBezTo>
                  <a:cubicBezTo>
                    <a:pt x="11335" y="20860"/>
                    <a:pt x="13430" y="18764"/>
                    <a:pt x="16002" y="18764"/>
                  </a:cubicBezTo>
                  <a:lnTo>
                    <a:pt x="22193" y="18764"/>
                  </a:lnTo>
                  <a:cubicBezTo>
                    <a:pt x="23717" y="18764"/>
                    <a:pt x="25241" y="19526"/>
                    <a:pt x="26098" y="20860"/>
                  </a:cubicBezTo>
                  <a:cubicBezTo>
                    <a:pt x="27813" y="23431"/>
                    <a:pt x="31337" y="24098"/>
                    <a:pt x="33814" y="22384"/>
                  </a:cubicBezTo>
                  <a:cubicBezTo>
                    <a:pt x="36385" y="20669"/>
                    <a:pt x="37052" y="17145"/>
                    <a:pt x="35338" y="14669"/>
                  </a:cubicBezTo>
                  <a:cubicBezTo>
                    <a:pt x="32861" y="10954"/>
                    <a:pt x="28956" y="8572"/>
                    <a:pt x="24670" y="7906"/>
                  </a:cubicBezTo>
                  <a:lnTo>
                    <a:pt x="24670" y="5810"/>
                  </a:lnTo>
                  <a:cubicBezTo>
                    <a:pt x="24670" y="2762"/>
                    <a:pt x="22193" y="191"/>
                    <a:pt x="19050" y="191"/>
                  </a:cubicBezTo>
                  <a:lnTo>
                    <a:pt x="19050" y="1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3393106" y="2184463"/>
              <a:ext cx="105806" cy="107442"/>
            </a:xfrm>
            <a:custGeom>
              <a:rect b="b" l="l" r="r" t="t"/>
              <a:pathLst>
                <a:path extrusionOk="0" h="107442" w="105806">
                  <a:moveTo>
                    <a:pt x="174" y="40195"/>
                  </a:moveTo>
                  <a:cubicBezTo>
                    <a:pt x="-588" y="43148"/>
                    <a:pt x="1222" y="46196"/>
                    <a:pt x="4175" y="46958"/>
                  </a:cubicBezTo>
                  <a:cubicBezTo>
                    <a:pt x="7128" y="47720"/>
                    <a:pt x="10176" y="45910"/>
                    <a:pt x="10938" y="42958"/>
                  </a:cubicBezTo>
                  <a:cubicBezTo>
                    <a:pt x="15795" y="24289"/>
                    <a:pt x="32750" y="11144"/>
                    <a:pt x="52086" y="11144"/>
                  </a:cubicBezTo>
                  <a:cubicBezTo>
                    <a:pt x="75517" y="11144"/>
                    <a:pt x="94662" y="30194"/>
                    <a:pt x="94662" y="53721"/>
                  </a:cubicBezTo>
                  <a:cubicBezTo>
                    <a:pt x="94662" y="77248"/>
                    <a:pt x="75612" y="96298"/>
                    <a:pt x="52086" y="96298"/>
                  </a:cubicBezTo>
                  <a:cubicBezTo>
                    <a:pt x="32940" y="96298"/>
                    <a:pt x="15986" y="83344"/>
                    <a:pt x="11033" y="64865"/>
                  </a:cubicBezTo>
                  <a:cubicBezTo>
                    <a:pt x="10176" y="61913"/>
                    <a:pt x="7128" y="60103"/>
                    <a:pt x="4175" y="60960"/>
                  </a:cubicBezTo>
                  <a:cubicBezTo>
                    <a:pt x="1222" y="61722"/>
                    <a:pt x="-588" y="64865"/>
                    <a:pt x="270" y="67818"/>
                  </a:cubicBezTo>
                  <a:cubicBezTo>
                    <a:pt x="6556" y="91154"/>
                    <a:pt x="27892" y="107442"/>
                    <a:pt x="52086" y="107442"/>
                  </a:cubicBezTo>
                  <a:cubicBezTo>
                    <a:pt x="81708" y="107442"/>
                    <a:pt x="105807" y="83344"/>
                    <a:pt x="105807" y="53721"/>
                  </a:cubicBezTo>
                  <a:cubicBezTo>
                    <a:pt x="105807" y="24098"/>
                    <a:pt x="81708" y="0"/>
                    <a:pt x="52086" y="0"/>
                  </a:cubicBezTo>
                  <a:cubicBezTo>
                    <a:pt x="27606" y="0"/>
                    <a:pt x="6270" y="16478"/>
                    <a:pt x="79" y="40100"/>
                  </a:cubicBezTo>
                  <a:lnTo>
                    <a:pt x="79" y="401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Icon Pack</a:t>
            </a:r>
            <a:endParaRPr/>
          </a:p>
        </p:txBody>
      </p:sp>
      <p:sp>
        <p:nvSpPr>
          <p:cNvPr id="743" name="Google Shape;743;p27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44" name="Google Shape;744;p27"/>
          <p:cNvGrpSpPr/>
          <p:nvPr/>
        </p:nvGrpSpPr>
        <p:grpSpPr>
          <a:xfrm>
            <a:off x="8269495" y="4019411"/>
            <a:ext cx="426324" cy="356761"/>
            <a:chOff x="9399840" y="4469701"/>
            <a:chExt cx="381191" cy="318992"/>
          </a:xfrm>
        </p:grpSpPr>
        <p:sp>
          <p:nvSpPr>
            <p:cNvPr id="745" name="Google Shape;745;p27"/>
            <p:cNvSpPr/>
            <p:nvPr/>
          </p:nvSpPr>
          <p:spPr>
            <a:xfrm>
              <a:off x="9399936" y="4469701"/>
              <a:ext cx="381095" cy="318992"/>
            </a:xfrm>
            <a:custGeom>
              <a:rect b="b" l="l" r="r" t="t"/>
              <a:pathLst>
                <a:path extrusionOk="0" h="318992" w="381095">
                  <a:moveTo>
                    <a:pt x="364236" y="0"/>
                  </a:moveTo>
                  <a:lnTo>
                    <a:pt x="16764" y="0"/>
                  </a:lnTo>
                  <a:cubicBezTo>
                    <a:pt x="7525" y="0"/>
                    <a:pt x="0" y="7525"/>
                    <a:pt x="0" y="16764"/>
                  </a:cubicBezTo>
                  <a:lnTo>
                    <a:pt x="0" y="98298"/>
                  </a:lnTo>
                  <a:cubicBezTo>
                    <a:pt x="0" y="101346"/>
                    <a:pt x="2477" y="103918"/>
                    <a:pt x="5620" y="103918"/>
                  </a:cubicBezTo>
                  <a:cubicBezTo>
                    <a:pt x="8763" y="103918"/>
                    <a:pt x="11239" y="101441"/>
                    <a:pt x="11239" y="98298"/>
                  </a:cubicBezTo>
                  <a:lnTo>
                    <a:pt x="11239" y="63151"/>
                  </a:lnTo>
                  <a:lnTo>
                    <a:pt x="272129" y="63151"/>
                  </a:lnTo>
                  <a:cubicBezTo>
                    <a:pt x="275177" y="63151"/>
                    <a:pt x="277749" y="60674"/>
                    <a:pt x="277749" y="57531"/>
                  </a:cubicBezTo>
                  <a:cubicBezTo>
                    <a:pt x="277749" y="54388"/>
                    <a:pt x="275273" y="51911"/>
                    <a:pt x="272129" y="51911"/>
                  </a:cubicBezTo>
                  <a:lnTo>
                    <a:pt x="11239" y="51911"/>
                  </a:lnTo>
                  <a:lnTo>
                    <a:pt x="11239" y="16669"/>
                  </a:lnTo>
                  <a:cubicBezTo>
                    <a:pt x="11239" y="13621"/>
                    <a:pt x="13716" y="11049"/>
                    <a:pt x="16859" y="11049"/>
                  </a:cubicBezTo>
                  <a:lnTo>
                    <a:pt x="364331" y="11049"/>
                  </a:lnTo>
                  <a:cubicBezTo>
                    <a:pt x="367379" y="11049"/>
                    <a:pt x="369951" y="13525"/>
                    <a:pt x="369951" y="16669"/>
                  </a:cubicBezTo>
                  <a:lnTo>
                    <a:pt x="369951" y="51911"/>
                  </a:lnTo>
                  <a:lnTo>
                    <a:pt x="296894" y="51911"/>
                  </a:lnTo>
                  <a:cubicBezTo>
                    <a:pt x="293846" y="51911"/>
                    <a:pt x="291275" y="54388"/>
                    <a:pt x="291275" y="57531"/>
                  </a:cubicBezTo>
                  <a:cubicBezTo>
                    <a:pt x="291275" y="60674"/>
                    <a:pt x="293751" y="63151"/>
                    <a:pt x="296894" y="63151"/>
                  </a:cubicBezTo>
                  <a:lnTo>
                    <a:pt x="369951" y="63151"/>
                  </a:lnTo>
                  <a:lnTo>
                    <a:pt x="369951" y="302133"/>
                  </a:lnTo>
                  <a:cubicBezTo>
                    <a:pt x="369951" y="305181"/>
                    <a:pt x="367475" y="307753"/>
                    <a:pt x="364331" y="307753"/>
                  </a:cubicBezTo>
                  <a:lnTo>
                    <a:pt x="273844" y="307753"/>
                  </a:lnTo>
                  <a:cubicBezTo>
                    <a:pt x="270796" y="307753"/>
                    <a:pt x="268224" y="310229"/>
                    <a:pt x="268224" y="313373"/>
                  </a:cubicBezTo>
                  <a:cubicBezTo>
                    <a:pt x="268224" y="316516"/>
                    <a:pt x="270700" y="318992"/>
                    <a:pt x="273844" y="318992"/>
                  </a:cubicBezTo>
                  <a:lnTo>
                    <a:pt x="364331" y="318992"/>
                  </a:lnTo>
                  <a:cubicBezTo>
                    <a:pt x="373571" y="318992"/>
                    <a:pt x="381095" y="311467"/>
                    <a:pt x="381095" y="302228"/>
                  </a:cubicBezTo>
                  <a:lnTo>
                    <a:pt x="381095" y="16859"/>
                  </a:lnTo>
                  <a:cubicBezTo>
                    <a:pt x="381095" y="7620"/>
                    <a:pt x="373571" y="95"/>
                    <a:pt x="364331" y="95"/>
                  </a:cubicBezTo>
                  <a:lnTo>
                    <a:pt x="364331" y="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27"/>
            <p:cNvSpPr/>
            <p:nvPr/>
          </p:nvSpPr>
          <p:spPr>
            <a:xfrm>
              <a:off x="9399840" y="4587240"/>
              <a:ext cx="254603" cy="201358"/>
            </a:xfrm>
            <a:custGeom>
              <a:rect b="b" l="l" r="r" t="t"/>
              <a:pathLst>
                <a:path extrusionOk="0" h="201358" w="254603">
                  <a:moveTo>
                    <a:pt x="249079" y="190214"/>
                  </a:moveTo>
                  <a:lnTo>
                    <a:pt x="16859" y="190214"/>
                  </a:lnTo>
                  <a:cubicBezTo>
                    <a:pt x="13811" y="190214"/>
                    <a:pt x="11239" y="187738"/>
                    <a:pt x="11239" y="184595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184595"/>
                  </a:lnTo>
                  <a:cubicBezTo>
                    <a:pt x="0" y="193834"/>
                    <a:pt x="7525" y="201358"/>
                    <a:pt x="16764" y="201358"/>
                  </a:cubicBezTo>
                  <a:lnTo>
                    <a:pt x="248984" y="201358"/>
                  </a:lnTo>
                  <a:cubicBezTo>
                    <a:pt x="252032" y="201358"/>
                    <a:pt x="254604" y="198882"/>
                    <a:pt x="254604" y="195739"/>
                  </a:cubicBezTo>
                  <a:cubicBezTo>
                    <a:pt x="254604" y="192596"/>
                    <a:pt x="252127" y="190119"/>
                    <a:pt x="248984" y="190119"/>
                  </a:cubicBezTo>
                  <a:lnTo>
                    <a:pt x="248984" y="1901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27"/>
            <p:cNvSpPr/>
            <p:nvPr/>
          </p:nvSpPr>
          <p:spPr>
            <a:xfrm>
              <a:off x="9428511" y="4495323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39"/>
                    <a:pt x="5620" y="11239"/>
                  </a:cubicBezTo>
                  <a:cubicBezTo>
                    <a:pt x="8763" y="11239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6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27"/>
            <p:cNvSpPr/>
            <p:nvPr/>
          </p:nvSpPr>
          <p:spPr>
            <a:xfrm>
              <a:off x="9448323" y="4495323"/>
              <a:ext cx="11144" cy="11239"/>
            </a:xfrm>
            <a:custGeom>
              <a:rect b="b" l="l" r="r" t="t"/>
              <a:pathLst>
                <a:path extrusionOk="0" h="11239" w="11144">
                  <a:moveTo>
                    <a:pt x="5619" y="0"/>
                  </a:moveTo>
                  <a:cubicBezTo>
                    <a:pt x="2571" y="0"/>
                    <a:pt x="95" y="2476"/>
                    <a:pt x="0" y="5524"/>
                  </a:cubicBezTo>
                  <a:lnTo>
                    <a:pt x="0" y="5524"/>
                  </a:lnTo>
                  <a:cubicBezTo>
                    <a:pt x="0" y="8667"/>
                    <a:pt x="2477" y="11239"/>
                    <a:pt x="5525" y="11239"/>
                  </a:cubicBezTo>
                  <a:lnTo>
                    <a:pt x="5525" y="11239"/>
                  </a:lnTo>
                  <a:cubicBezTo>
                    <a:pt x="8572" y="11239"/>
                    <a:pt x="11049" y="8763"/>
                    <a:pt x="11144" y="5715"/>
                  </a:cubicBezTo>
                  <a:lnTo>
                    <a:pt x="11144" y="5715"/>
                  </a:lnTo>
                  <a:cubicBezTo>
                    <a:pt x="11144" y="2572"/>
                    <a:pt x="8667" y="0"/>
                    <a:pt x="5619" y="0"/>
                  </a:cubicBezTo>
                  <a:lnTo>
                    <a:pt x="5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27"/>
            <p:cNvSpPr/>
            <p:nvPr/>
          </p:nvSpPr>
          <p:spPr>
            <a:xfrm>
              <a:off x="9468230" y="4495323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39"/>
                    <a:pt x="5620" y="11239"/>
                  </a:cubicBezTo>
                  <a:cubicBezTo>
                    <a:pt x="8763" y="11239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6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27"/>
            <p:cNvSpPr/>
            <p:nvPr/>
          </p:nvSpPr>
          <p:spPr>
            <a:xfrm>
              <a:off x="9595008" y="4495323"/>
              <a:ext cx="157353" cy="11239"/>
            </a:xfrm>
            <a:custGeom>
              <a:rect b="b" l="l" r="r" t="t"/>
              <a:pathLst>
                <a:path extrusionOk="0" h="11239" w="157353">
                  <a:moveTo>
                    <a:pt x="157353" y="5620"/>
                  </a:moveTo>
                  <a:cubicBezTo>
                    <a:pt x="157353" y="2572"/>
                    <a:pt x="154877" y="0"/>
                    <a:pt x="151734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51734" y="11239"/>
                  </a:lnTo>
                  <a:cubicBezTo>
                    <a:pt x="154781" y="11239"/>
                    <a:pt x="157353" y="8763"/>
                    <a:pt x="157353" y="5620"/>
                  </a:cubicBezTo>
                  <a:lnTo>
                    <a:pt x="157353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27"/>
            <p:cNvSpPr/>
            <p:nvPr/>
          </p:nvSpPr>
          <p:spPr>
            <a:xfrm>
              <a:off x="9445846" y="4674679"/>
              <a:ext cx="97916" cy="78485"/>
            </a:xfrm>
            <a:custGeom>
              <a:rect b="b" l="l" r="r" t="t"/>
              <a:pathLst>
                <a:path extrusionOk="0" h="78485" w="97916">
                  <a:moveTo>
                    <a:pt x="191" y="5620"/>
                  </a:moveTo>
                  <a:lnTo>
                    <a:pt x="191" y="72866"/>
                  </a:lnTo>
                  <a:cubicBezTo>
                    <a:pt x="191" y="75914"/>
                    <a:pt x="2667" y="78486"/>
                    <a:pt x="5810" y="78486"/>
                  </a:cubicBezTo>
                  <a:lnTo>
                    <a:pt x="92297" y="78486"/>
                  </a:lnTo>
                  <a:cubicBezTo>
                    <a:pt x="95345" y="78486"/>
                    <a:pt x="97917" y="76010"/>
                    <a:pt x="97917" y="72866"/>
                  </a:cubicBezTo>
                  <a:cubicBezTo>
                    <a:pt x="97917" y="69723"/>
                    <a:pt x="95441" y="67246"/>
                    <a:pt x="92297" y="67246"/>
                  </a:cubicBezTo>
                  <a:lnTo>
                    <a:pt x="76867" y="67246"/>
                  </a:lnTo>
                  <a:lnTo>
                    <a:pt x="76867" y="12954"/>
                  </a:lnTo>
                  <a:cubicBezTo>
                    <a:pt x="76867" y="9906"/>
                    <a:pt x="74390" y="7334"/>
                    <a:pt x="71247" y="7334"/>
                  </a:cubicBezTo>
                  <a:cubicBezTo>
                    <a:pt x="68104" y="7334"/>
                    <a:pt x="65627" y="9811"/>
                    <a:pt x="65627" y="12954"/>
                  </a:cubicBezTo>
                  <a:lnTo>
                    <a:pt x="65627" y="67246"/>
                  </a:lnTo>
                  <a:lnTo>
                    <a:pt x="54578" y="67246"/>
                  </a:lnTo>
                  <a:lnTo>
                    <a:pt x="54578" y="46768"/>
                  </a:lnTo>
                  <a:cubicBezTo>
                    <a:pt x="54578" y="43720"/>
                    <a:pt x="52101" y="41148"/>
                    <a:pt x="48959" y="41148"/>
                  </a:cubicBezTo>
                  <a:cubicBezTo>
                    <a:pt x="45815" y="41148"/>
                    <a:pt x="43339" y="43624"/>
                    <a:pt x="43339" y="46768"/>
                  </a:cubicBezTo>
                  <a:lnTo>
                    <a:pt x="43339" y="67246"/>
                  </a:lnTo>
                  <a:lnTo>
                    <a:pt x="32290" y="67246"/>
                  </a:lnTo>
                  <a:lnTo>
                    <a:pt x="32290" y="31147"/>
                  </a:lnTo>
                  <a:cubicBezTo>
                    <a:pt x="32290" y="28099"/>
                    <a:pt x="29813" y="25527"/>
                    <a:pt x="26670" y="25527"/>
                  </a:cubicBezTo>
                  <a:cubicBezTo>
                    <a:pt x="23526" y="25527"/>
                    <a:pt x="21050" y="28004"/>
                    <a:pt x="21050" y="31147"/>
                  </a:cubicBezTo>
                  <a:lnTo>
                    <a:pt x="21050" y="67246"/>
                  </a:lnTo>
                  <a:lnTo>
                    <a:pt x="11239" y="67246"/>
                  </a:ln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27"/>
            <p:cNvSpPr/>
            <p:nvPr/>
          </p:nvSpPr>
          <p:spPr>
            <a:xfrm>
              <a:off x="9567385" y="4721066"/>
              <a:ext cx="43052" cy="11239"/>
            </a:xfrm>
            <a:custGeom>
              <a:rect b="b" l="l" r="r" t="t"/>
              <a:pathLst>
                <a:path extrusionOk="0" h="11239" w="43052">
                  <a:moveTo>
                    <a:pt x="5619" y="11239"/>
                  </a:moveTo>
                  <a:lnTo>
                    <a:pt x="37433" y="11239"/>
                  </a:lnTo>
                  <a:cubicBezTo>
                    <a:pt x="40481" y="11239"/>
                    <a:pt x="43053" y="8763"/>
                    <a:pt x="43053" y="5620"/>
                  </a:cubicBezTo>
                  <a:cubicBezTo>
                    <a:pt x="43053" y="2477"/>
                    <a:pt x="40577" y="0"/>
                    <a:pt x="37433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27"/>
            <p:cNvSpPr/>
            <p:nvPr/>
          </p:nvSpPr>
          <p:spPr>
            <a:xfrm>
              <a:off x="9567385" y="4741830"/>
              <a:ext cx="154209" cy="11239"/>
            </a:xfrm>
            <a:custGeom>
              <a:rect b="b" l="l" r="r" t="t"/>
              <a:pathLst>
                <a:path extrusionOk="0" h="11239" w="154209">
                  <a:moveTo>
                    <a:pt x="5619" y="11240"/>
                  </a:moveTo>
                  <a:lnTo>
                    <a:pt x="148590" y="11240"/>
                  </a:lnTo>
                  <a:cubicBezTo>
                    <a:pt x="151638" y="11240"/>
                    <a:pt x="154210" y="8763"/>
                    <a:pt x="154210" y="5620"/>
                  </a:cubicBezTo>
                  <a:cubicBezTo>
                    <a:pt x="154210" y="2477"/>
                    <a:pt x="151733" y="0"/>
                    <a:pt x="148590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5619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27"/>
            <p:cNvSpPr/>
            <p:nvPr/>
          </p:nvSpPr>
          <p:spPr>
            <a:xfrm>
              <a:off x="9561861" y="4667059"/>
              <a:ext cx="173069" cy="39528"/>
            </a:xfrm>
            <a:custGeom>
              <a:rect b="b" l="l" r="r" t="t"/>
              <a:pathLst>
                <a:path extrusionOk="0" h="39528" w="173069">
                  <a:moveTo>
                    <a:pt x="0" y="13049"/>
                  </a:moveTo>
                  <a:lnTo>
                    <a:pt x="0" y="26479"/>
                  </a:lnTo>
                  <a:cubicBezTo>
                    <a:pt x="0" y="33623"/>
                    <a:pt x="5810" y="39529"/>
                    <a:pt x="13049" y="39529"/>
                  </a:cubicBezTo>
                  <a:lnTo>
                    <a:pt x="160020" y="39529"/>
                  </a:lnTo>
                  <a:cubicBezTo>
                    <a:pt x="167164" y="39529"/>
                    <a:pt x="173069" y="33718"/>
                    <a:pt x="173069" y="26479"/>
                  </a:cubicBezTo>
                  <a:lnTo>
                    <a:pt x="173069" y="13049"/>
                  </a:lnTo>
                  <a:cubicBezTo>
                    <a:pt x="173069" y="5905"/>
                    <a:pt x="167259" y="0"/>
                    <a:pt x="160020" y="0"/>
                  </a:cubicBezTo>
                  <a:lnTo>
                    <a:pt x="13049" y="0"/>
                  </a:lnTo>
                  <a:cubicBezTo>
                    <a:pt x="5905" y="0"/>
                    <a:pt x="0" y="5810"/>
                    <a:pt x="0" y="13049"/>
                  </a:cubicBezTo>
                  <a:lnTo>
                    <a:pt x="0" y="13049"/>
                  </a:lnTo>
                  <a:close/>
                  <a:moveTo>
                    <a:pt x="11144" y="13049"/>
                  </a:moveTo>
                  <a:cubicBezTo>
                    <a:pt x="11144" y="12001"/>
                    <a:pt x="12002" y="11144"/>
                    <a:pt x="13049" y="11144"/>
                  </a:cubicBezTo>
                  <a:lnTo>
                    <a:pt x="160020" y="11144"/>
                  </a:lnTo>
                  <a:cubicBezTo>
                    <a:pt x="161068" y="11144"/>
                    <a:pt x="161925" y="12001"/>
                    <a:pt x="161925" y="13049"/>
                  </a:cubicBezTo>
                  <a:lnTo>
                    <a:pt x="161925" y="26479"/>
                  </a:lnTo>
                  <a:cubicBezTo>
                    <a:pt x="161925" y="27527"/>
                    <a:pt x="161068" y="28384"/>
                    <a:pt x="160020" y="28384"/>
                  </a:cubicBezTo>
                  <a:lnTo>
                    <a:pt x="13049" y="28384"/>
                  </a:lnTo>
                  <a:cubicBezTo>
                    <a:pt x="12002" y="28384"/>
                    <a:pt x="11144" y="27527"/>
                    <a:pt x="11144" y="26479"/>
                  </a:cubicBezTo>
                  <a:lnTo>
                    <a:pt x="11144" y="130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27"/>
            <p:cNvSpPr/>
            <p:nvPr/>
          </p:nvSpPr>
          <p:spPr>
            <a:xfrm>
              <a:off x="9567385" y="4638484"/>
              <a:ext cx="159162" cy="11239"/>
            </a:xfrm>
            <a:custGeom>
              <a:rect b="b" l="l" r="r" t="t"/>
              <a:pathLst>
                <a:path extrusionOk="0" h="11239" w="159162">
                  <a:moveTo>
                    <a:pt x="5619" y="11239"/>
                  </a:moveTo>
                  <a:lnTo>
                    <a:pt x="153543" y="11239"/>
                  </a:lnTo>
                  <a:cubicBezTo>
                    <a:pt x="156591" y="11239"/>
                    <a:pt x="159162" y="8763"/>
                    <a:pt x="159162" y="5620"/>
                  </a:cubicBezTo>
                  <a:cubicBezTo>
                    <a:pt x="159162" y="2476"/>
                    <a:pt x="156686" y="0"/>
                    <a:pt x="153543" y="0"/>
                  </a:cubicBez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27"/>
            <p:cNvSpPr/>
            <p:nvPr/>
          </p:nvSpPr>
          <p:spPr>
            <a:xfrm>
              <a:off x="9697211" y="4617434"/>
              <a:ext cx="29336" cy="11239"/>
            </a:xfrm>
            <a:custGeom>
              <a:rect b="b" l="l" r="r" t="t"/>
              <a:pathLst>
                <a:path extrusionOk="0" h="11239" w="29336">
                  <a:moveTo>
                    <a:pt x="23717" y="0"/>
                  </a:move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23717" y="11240"/>
                  </a:lnTo>
                  <a:cubicBezTo>
                    <a:pt x="26765" y="11240"/>
                    <a:pt x="29337" y="8763"/>
                    <a:pt x="29337" y="5620"/>
                  </a:cubicBezTo>
                  <a:cubicBezTo>
                    <a:pt x="29337" y="2477"/>
                    <a:pt x="26861" y="0"/>
                    <a:pt x="23717" y="0"/>
                  </a:cubicBezTo>
                  <a:lnTo>
                    <a:pt x="237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27"/>
            <p:cNvSpPr/>
            <p:nvPr/>
          </p:nvSpPr>
          <p:spPr>
            <a:xfrm>
              <a:off x="9675589" y="4617434"/>
              <a:ext cx="14002" cy="11239"/>
            </a:xfrm>
            <a:custGeom>
              <a:rect b="b" l="l" r="r" t="t"/>
              <a:pathLst>
                <a:path extrusionOk="0" h="11239" w="14002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8382" y="11240"/>
                  </a:lnTo>
                  <a:cubicBezTo>
                    <a:pt x="11430" y="11240"/>
                    <a:pt x="14002" y="8763"/>
                    <a:pt x="14002" y="5620"/>
                  </a:cubicBezTo>
                  <a:cubicBezTo>
                    <a:pt x="14002" y="2477"/>
                    <a:pt x="11525" y="0"/>
                    <a:pt x="8382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27"/>
            <p:cNvSpPr/>
            <p:nvPr/>
          </p:nvSpPr>
          <p:spPr>
            <a:xfrm>
              <a:off x="9595484" y="4617434"/>
              <a:ext cx="72294" cy="11239"/>
            </a:xfrm>
            <a:custGeom>
              <a:rect b="b" l="l" r="r" t="t"/>
              <a:pathLst>
                <a:path extrusionOk="0" h="11239" w="72294">
                  <a:moveTo>
                    <a:pt x="0" y="5620"/>
                  </a:moveTo>
                  <a:cubicBezTo>
                    <a:pt x="0" y="8668"/>
                    <a:pt x="2476" y="11240"/>
                    <a:pt x="5619" y="11240"/>
                  </a:cubicBezTo>
                  <a:lnTo>
                    <a:pt x="66675" y="11240"/>
                  </a:lnTo>
                  <a:cubicBezTo>
                    <a:pt x="69722" y="11240"/>
                    <a:pt x="72294" y="8763"/>
                    <a:pt x="72294" y="5620"/>
                  </a:cubicBezTo>
                  <a:cubicBezTo>
                    <a:pt x="72294" y="2477"/>
                    <a:pt x="69818" y="0"/>
                    <a:pt x="66675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27"/>
            <p:cNvSpPr/>
            <p:nvPr/>
          </p:nvSpPr>
          <p:spPr>
            <a:xfrm>
              <a:off x="9567385" y="4617339"/>
              <a:ext cx="18668" cy="11239"/>
            </a:xfrm>
            <a:custGeom>
              <a:rect b="b" l="l" r="r" t="t"/>
              <a:pathLst>
                <a:path extrusionOk="0" h="11239" w="18668">
                  <a:moveTo>
                    <a:pt x="5619" y="11239"/>
                  </a:moveTo>
                  <a:lnTo>
                    <a:pt x="13049" y="11239"/>
                  </a:lnTo>
                  <a:cubicBezTo>
                    <a:pt x="16097" y="11239"/>
                    <a:pt x="18669" y="8763"/>
                    <a:pt x="18669" y="5620"/>
                  </a:cubicBezTo>
                  <a:cubicBezTo>
                    <a:pt x="18669" y="2476"/>
                    <a:pt x="16193" y="0"/>
                    <a:pt x="13049" y="0"/>
                  </a:cubicBez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27"/>
            <p:cNvSpPr/>
            <p:nvPr/>
          </p:nvSpPr>
          <p:spPr>
            <a:xfrm>
              <a:off x="9625964" y="4596193"/>
              <a:ext cx="100583" cy="11239"/>
            </a:xfrm>
            <a:custGeom>
              <a:rect b="b" l="l" r="r" t="t"/>
              <a:pathLst>
                <a:path extrusionOk="0" h="11239" w="100583">
                  <a:moveTo>
                    <a:pt x="0" y="5620"/>
                  </a:moveTo>
                  <a:cubicBezTo>
                    <a:pt x="0" y="8668"/>
                    <a:pt x="2477" y="11239"/>
                    <a:pt x="5620" y="11239"/>
                  </a:cubicBezTo>
                  <a:lnTo>
                    <a:pt x="94965" y="11239"/>
                  </a:lnTo>
                  <a:cubicBezTo>
                    <a:pt x="98013" y="11239"/>
                    <a:pt x="100584" y="8763"/>
                    <a:pt x="100584" y="5620"/>
                  </a:cubicBezTo>
                  <a:cubicBezTo>
                    <a:pt x="100584" y="2476"/>
                    <a:pt x="98108" y="0"/>
                    <a:pt x="94965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27"/>
            <p:cNvSpPr/>
            <p:nvPr/>
          </p:nvSpPr>
          <p:spPr>
            <a:xfrm>
              <a:off x="9567385" y="4596288"/>
              <a:ext cx="49244" cy="11239"/>
            </a:xfrm>
            <a:custGeom>
              <a:rect b="b" l="l" r="r" t="t"/>
              <a:pathLst>
                <a:path extrusionOk="0" h="11239" w="49244">
                  <a:moveTo>
                    <a:pt x="43625" y="0"/>
                  </a:move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43625" y="11240"/>
                  </a:lnTo>
                  <a:cubicBezTo>
                    <a:pt x="46672" y="11240"/>
                    <a:pt x="49244" y="8763"/>
                    <a:pt x="49244" y="5620"/>
                  </a:cubicBezTo>
                  <a:cubicBezTo>
                    <a:pt x="49244" y="2477"/>
                    <a:pt x="46767" y="0"/>
                    <a:pt x="43625" y="0"/>
                  </a:cubicBezTo>
                  <a:lnTo>
                    <a:pt x="436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27"/>
            <p:cNvSpPr/>
            <p:nvPr/>
          </p:nvSpPr>
          <p:spPr>
            <a:xfrm>
              <a:off x="9450037" y="4578667"/>
              <a:ext cx="39909" cy="11239"/>
            </a:xfrm>
            <a:custGeom>
              <a:rect b="b" l="l" r="r" t="t"/>
              <a:pathLst>
                <a:path extrusionOk="0" h="11239" w="39909">
                  <a:moveTo>
                    <a:pt x="5619" y="11239"/>
                  </a:moveTo>
                  <a:lnTo>
                    <a:pt x="34290" y="11239"/>
                  </a:lnTo>
                  <a:cubicBezTo>
                    <a:pt x="37338" y="11239"/>
                    <a:pt x="39910" y="8763"/>
                    <a:pt x="39910" y="5620"/>
                  </a:cubicBezTo>
                  <a:cubicBezTo>
                    <a:pt x="39910" y="2476"/>
                    <a:pt x="37433" y="0"/>
                    <a:pt x="34290" y="0"/>
                  </a:cubicBezTo>
                  <a:lnTo>
                    <a:pt x="5619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27"/>
            <p:cNvSpPr/>
            <p:nvPr/>
          </p:nvSpPr>
          <p:spPr>
            <a:xfrm>
              <a:off x="9450037" y="4558665"/>
              <a:ext cx="72675" cy="11239"/>
            </a:xfrm>
            <a:custGeom>
              <a:rect b="b" l="l" r="r" t="t"/>
              <a:pathLst>
                <a:path extrusionOk="0" h="11239" w="72675">
                  <a:moveTo>
                    <a:pt x="5619" y="11239"/>
                  </a:moveTo>
                  <a:lnTo>
                    <a:pt x="67056" y="11239"/>
                  </a:lnTo>
                  <a:cubicBezTo>
                    <a:pt x="70104" y="11239"/>
                    <a:pt x="72676" y="8763"/>
                    <a:pt x="72676" y="5620"/>
                  </a:cubicBezTo>
                  <a:cubicBezTo>
                    <a:pt x="72676" y="2476"/>
                    <a:pt x="70199" y="0"/>
                    <a:pt x="67056" y="0"/>
                  </a:cubicBezTo>
                  <a:lnTo>
                    <a:pt x="5619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27"/>
            <p:cNvSpPr/>
            <p:nvPr/>
          </p:nvSpPr>
          <p:spPr>
            <a:xfrm>
              <a:off x="9698426" y="4558736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4025" y="19646"/>
                  </a:moveTo>
                  <a:cubicBezTo>
                    <a:pt x="15454" y="19646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4025" y="6120"/>
                  </a:lnTo>
                  <a:lnTo>
                    <a:pt x="9549" y="1643"/>
                  </a:lnTo>
                  <a:cubicBezTo>
                    <a:pt x="7358" y="-548"/>
                    <a:pt x="3833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ubicBezTo>
                    <a:pt x="11168" y="19074"/>
                    <a:pt x="12597" y="19646"/>
                    <a:pt x="14025" y="19646"/>
                  </a:cubicBezTo>
                  <a:lnTo>
                    <a:pt x="14025" y="196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27"/>
            <p:cNvSpPr/>
            <p:nvPr/>
          </p:nvSpPr>
          <p:spPr>
            <a:xfrm>
              <a:off x="9450133" y="4610004"/>
              <a:ext cx="50863" cy="50863"/>
            </a:xfrm>
            <a:custGeom>
              <a:rect b="b" l="l" r="r" t="t"/>
              <a:pathLst>
                <a:path extrusionOk="0" h="50863" w="50863">
                  <a:moveTo>
                    <a:pt x="25432" y="50863"/>
                  </a:moveTo>
                  <a:cubicBezTo>
                    <a:pt x="39434" y="50863"/>
                    <a:pt x="50863" y="39434"/>
                    <a:pt x="50863" y="25432"/>
                  </a:cubicBezTo>
                  <a:cubicBezTo>
                    <a:pt x="50863" y="11430"/>
                    <a:pt x="39434" y="0"/>
                    <a:pt x="25432" y="0"/>
                  </a:cubicBezTo>
                  <a:cubicBezTo>
                    <a:pt x="11430" y="0"/>
                    <a:pt x="0" y="11430"/>
                    <a:pt x="0" y="25432"/>
                  </a:cubicBezTo>
                  <a:cubicBezTo>
                    <a:pt x="0" y="39434"/>
                    <a:pt x="11430" y="50863"/>
                    <a:pt x="25432" y="50863"/>
                  </a:cubicBezTo>
                  <a:lnTo>
                    <a:pt x="25432" y="50863"/>
                  </a:lnTo>
                  <a:close/>
                  <a:moveTo>
                    <a:pt x="25432" y="11049"/>
                  </a:moveTo>
                  <a:cubicBezTo>
                    <a:pt x="33338" y="11049"/>
                    <a:pt x="39719" y="17431"/>
                    <a:pt x="39719" y="25337"/>
                  </a:cubicBezTo>
                  <a:cubicBezTo>
                    <a:pt x="39719" y="33242"/>
                    <a:pt x="33338" y="39624"/>
                    <a:pt x="25432" y="39624"/>
                  </a:cubicBezTo>
                  <a:cubicBezTo>
                    <a:pt x="17526" y="39624"/>
                    <a:pt x="11144" y="33242"/>
                    <a:pt x="11144" y="25337"/>
                  </a:cubicBezTo>
                  <a:cubicBezTo>
                    <a:pt x="11144" y="17431"/>
                    <a:pt x="17526" y="11049"/>
                    <a:pt x="25432" y="11049"/>
                  </a:cubicBezTo>
                  <a:lnTo>
                    <a:pt x="25432" y="110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6" name="Google Shape;766;p27"/>
          <p:cNvGrpSpPr/>
          <p:nvPr/>
        </p:nvGrpSpPr>
        <p:grpSpPr>
          <a:xfrm>
            <a:off x="7426436" y="3984470"/>
            <a:ext cx="374336" cy="426429"/>
            <a:chOff x="8646032" y="4438459"/>
            <a:chExt cx="334707" cy="381285"/>
          </a:xfrm>
        </p:grpSpPr>
        <p:sp>
          <p:nvSpPr>
            <p:cNvPr id="767" name="Google Shape;767;p27"/>
            <p:cNvSpPr/>
            <p:nvPr/>
          </p:nvSpPr>
          <p:spPr>
            <a:xfrm>
              <a:off x="8789383" y="4557331"/>
              <a:ext cx="191356" cy="262413"/>
            </a:xfrm>
            <a:custGeom>
              <a:rect b="b" l="l" r="r" t="t"/>
              <a:pathLst>
                <a:path extrusionOk="0" h="262413" w="191356">
                  <a:moveTo>
                    <a:pt x="178308" y="0"/>
                  </a:moveTo>
                  <a:lnTo>
                    <a:pt x="127730" y="0"/>
                  </a:lnTo>
                  <a:cubicBezTo>
                    <a:pt x="124682" y="0"/>
                    <a:pt x="122111" y="2477"/>
                    <a:pt x="122111" y="5620"/>
                  </a:cubicBezTo>
                  <a:cubicBezTo>
                    <a:pt x="122111" y="8763"/>
                    <a:pt x="124587" y="11240"/>
                    <a:pt x="127730" y="11240"/>
                  </a:cubicBezTo>
                  <a:lnTo>
                    <a:pt x="178308" y="11240"/>
                  </a:lnTo>
                  <a:cubicBezTo>
                    <a:pt x="179355" y="11240"/>
                    <a:pt x="180213" y="12097"/>
                    <a:pt x="180213" y="13049"/>
                  </a:cubicBezTo>
                  <a:lnTo>
                    <a:pt x="180213" y="194882"/>
                  </a:lnTo>
                  <a:lnTo>
                    <a:pt x="136874" y="194882"/>
                  </a:lnTo>
                  <a:cubicBezTo>
                    <a:pt x="129730" y="194882"/>
                    <a:pt x="123825" y="200692"/>
                    <a:pt x="123825" y="207931"/>
                  </a:cubicBezTo>
                  <a:lnTo>
                    <a:pt x="123825" y="251270"/>
                  </a:lnTo>
                  <a:lnTo>
                    <a:pt x="13049" y="251270"/>
                  </a:lnTo>
                  <a:cubicBezTo>
                    <a:pt x="12002" y="251270"/>
                    <a:pt x="11239" y="250412"/>
                    <a:pt x="11239" y="249365"/>
                  </a:cubicBezTo>
                  <a:lnTo>
                    <a:pt x="11239" y="197739"/>
                  </a:lnTo>
                  <a:cubicBezTo>
                    <a:pt x="11239" y="194691"/>
                    <a:pt x="8763" y="192119"/>
                    <a:pt x="5619" y="192119"/>
                  </a:cubicBezTo>
                  <a:cubicBezTo>
                    <a:pt x="2477" y="192119"/>
                    <a:pt x="0" y="194596"/>
                    <a:pt x="0" y="197739"/>
                  </a:cubicBezTo>
                  <a:lnTo>
                    <a:pt x="0" y="249365"/>
                  </a:lnTo>
                  <a:cubicBezTo>
                    <a:pt x="0" y="256508"/>
                    <a:pt x="5810" y="262414"/>
                    <a:pt x="13049" y="262414"/>
                  </a:cubicBezTo>
                  <a:lnTo>
                    <a:pt x="129444" y="262414"/>
                  </a:lnTo>
                  <a:cubicBezTo>
                    <a:pt x="130969" y="262414"/>
                    <a:pt x="132302" y="261842"/>
                    <a:pt x="133350" y="260795"/>
                  </a:cubicBezTo>
                  <a:lnTo>
                    <a:pt x="189738" y="204407"/>
                  </a:lnTo>
                  <a:cubicBezTo>
                    <a:pt x="190785" y="203359"/>
                    <a:pt x="191357" y="201930"/>
                    <a:pt x="191357" y="200501"/>
                  </a:cubicBezTo>
                  <a:lnTo>
                    <a:pt x="191357" y="13145"/>
                  </a:lnTo>
                  <a:cubicBezTo>
                    <a:pt x="191357" y="6001"/>
                    <a:pt x="185547" y="95"/>
                    <a:pt x="178308" y="95"/>
                  </a:cubicBezTo>
                  <a:lnTo>
                    <a:pt x="178308" y="95"/>
                  </a:lnTo>
                  <a:close/>
                  <a:moveTo>
                    <a:pt x="136779" y="205930"/>
                  </a:moveTo>
                  <a:lnTo>
                    <a:pt x="172212" y="205930"/>
                  </a:lnTo>
                  <a:lnTo>
                    <a:pt x="134874" y="243269"/>
                  </a:lnTo>
                  <a:lnTo>
                    <a:pt x="134874" y="207836"/>
                  </a:lnTo>
                  <a:cubicBezTo>
                    <a:pt x="134874" y="206788"/>
                    <a:pt x="135731" y="206026"/>
                    <a:pt x="136684" y="206026"/>
                  </a:cubicBezTo>
                  <a:lnTo>
                    <a:pt x="136684" y="206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27"/>
            <p:cNvSpPr/>
            <p:nvPr/>
          </p:nvSpPr>
          <p:spPr>
            <a:xfrm>
              <a:off x="8646032" y="4438459"/>
              <a:ext cx="258984" cy="297370"/>
            </a:xfrm>
            <a:custGeom>
              <a:rect b="b" l="l" r="r" t="t"/>
              <a:pathLst>
                <a:path extrusionOk="0" h="297370" w="258984">
                  <a:moveTo>
                    <a:pt x="143352" y="291751"/>
                  </a:moveTo>
                  <a:cubicBezTo>
                    <a:pt x="143352" y="294799"/>
                    <a:pt x="145828" y="297371"/>
                    <a:pt x="148971" y="297371"/>
                  </a:cubicBezTo>
                  <a:cubicBezTo>
                    <a:pt x="152115" y="297371"/>
                    <a:pt x="154591" y="294894"/>
                    <a:pt x="154591" y="291751"/>
                  </a:cubicBezTo>
                  <a:lnTo>
                    <a:pt x="154591" y="262604"/>
                  </a:lnTo>
                  <a:lnTo>
                    <a:pt x="178308" y="262604"/>
                  </a:lnTo>
                  <a:cubicBezTo>
                    <a:pt x="185452" y="262604"/>
                    <a:pt x="191358" y="256794"/>
                    <a:pt x="191358" y="249555"/>
                  </a:cubicBezTo>
                  <a:lnTo>
                    <a:pt x="191358" y="191548"/>
                  </a:lnTo>
                  <a:lnTo>
                    <a:pt x="212217" y="191548"/>
                  </a:lnTo>
                  <a:cubicBezTo>
                    <a:pt x="215265" y="191548"/>
                    <a:pt x="217837" y="189071"/>
                    <a:pt x="217837" y="185928"/>
                  </a:cubicBezTo>
                  <a:cubicBezTo>
                    <a:pt x="217837" y="182785"/>
                    <a:pt x="215361" y="180308"/>
                    <a:pt x="212217" y="180308"/>
                  </a:cubicBezTo>
                  <a:lnTo>
                    <a:pt x="191358" y="180308"/>
                  </a:lnTo>
                  <a:lnTo>
                    <a:pt x="191358" y="171641"/>
                  </a:lnTo>
                  <a:lnTo>
                    <a:pt x="253365" y="171641"/>
                  </a:lnTo>
                  <a:cubicBezTo>
                    <a:pt x="256413" y="171641"/>
                    <a:pt x="258985" y="169164"/>
                    <a:pt x="258985" y="166021"/>
                  </a:cubicBezTo>
                  <a:cubicBezTo>
                    <a:pt x="258985" y="162877"/>
                    <a:pt x="256509" y="160401"/>
                    <a:pt x="253365" y="160401"/>
                  </a:cubicBezTo>
                  <a:lnTo>
                    <a:pt x="191358" y="160401"/>
                  </a:lnTo>
                  <a:lnTo>
                    <a:pt x="191358" y="129826"/>
                  </a:lnTo>
                  <a:lnTo>
                    <a:pt x="246412" y="129826"/>
                  </a:lnTo>
                  <a:cubicBezTo>
                    <a:pt x="249460" y="129826"/>
                    <a:pt x="252032" y="127349"/>
                    <a:pt x="252032" y="124206"/>
                  </a:cubicBezTo>
                  <a:cubicBezTo>
                    <a:pt x="252032" y="121063"/>
                    <a:pt x="249555" y="118586"/>
                    <a:pt x="246412" y="118586"/>
                  </a:cubicBezTo>
                  <a:lnTo>
                    <a:pt x="191358" y="118586"/>
                  </a:lnTo>
                  <a:lnTo>
                    <a:pt x="191358" y="61913"/>
                  </a:lnTo>
                  <a:cubicBezTo>
                    <a:pt x="191358" y="60389"/>
                    <a:pt x="190786" y="59055"/>
                    <a:pt x="189738" y="58007"/>
                  </a:cubicBezTo>
                  <a:lnTo>
                    <a:pt x="133350" y="1619"/>
                  </a:lnTo>
                  <a:cubicBezTo>
                    <a:pt x="132302" y="571"/>
                    <a:pt x="130874" y="0"/>
                    <a:pt x="129445" y="0"/>
                  </a:cubicBezTo>
                  <a:lnTo>
                    <a:pt x="13050" y="0"/>
                  </a:lnTo>
                  <a:cubicBezTo>
                    <a:pt x="5906" y="0"/>
                    <a:pt x="0" y="5810"/>
                    <a:pt x="0" y="13049"/>
                  </a:cubicBezTo>
                  <a:lnTo>
                    <a:pt x="0" y="249365"/>
                  </a:lnTo>
                  <a:cubicBezTo>
                    <a:pt x="0" y="256508"/>
                    <a:pt x="5811" y="262414"/>
                    <a:pt x="13050" y="262414"/>
                  </a:cubicBezTo>
                  <a:lnTo>
                    <a:pt x="143447" y="262414"/>
                  </a:lnTo>
                  <a:lnTo>
                    <a:pt x="143447" y="291560"/>
                  </a:lnTo>
                  <a:close/>
                  <a:moveTo>
                    <a:pt x="134874" y="19241"/>
                  </a:moveTo>
                  <a:lnTo>
                    <a:pt x="172212" y="56579"/>
                  </a:lnTo>
                  <a:lnTo>
                    <a:pt x="136779" y="56579"/>
                  </a:lnTo>
                  <a:cubicBezTo>
                    <a:pt x="135731" y="56579"/>
                    <a:pt x="134970" y="55721"/>
                    <a:pt x="134970" y="54674"/>
                  </a:cubicBezTo>
                  <a:lnTo>
                    <a:pt x="134970" y="19241"/>
                  </a:lnTo>
                  <a:close/>
                  <a:moveTo>
                    <a:pt x="11049" y="249555"/>
                  </a:moveTo>
                  <a:lnTo>
                    <a:pt x="11049" y="13240"/>
                  </a:lnTo>
                  <a:cubicBezTo>
                    <a:pt x="11049" y="12192"/>
                    <a:pt x="11906" y="11335"/>
                    <a:pt x="12954" y="11335"/>
                  </a:cubicBezTo>
                  <a:lnTo>
                    <a:pt x="123730" y="11335"/>
                  </a:lnTo>
                  <a:lnTo>
                    <a:pt x="123730" y="54674"/>
                  </a:lnTo>
                  <a:cubicBezTo>
                    <a:pt x="123730" y="61817"/>
                    <a:pt x="129540" y="67723"/>
                    <a:pt x="136779" y="67723"/>
                  </a:cubicBezTo>
                  <a:lnTo>
                    <a:pt x="180118" y="67723"/>
                  </a:lnTo>
                  <a:lnTo>
                    <a:pt x="180118" y="249555"/>
                  </a:lnTo>
                  <a:cubicBezTo>
                    <a:pt x="180118" y="250603"/>
                    <a:pt x="179261" y="251365"/>
                    <a:pt x="178308" y="251365"/>
                  </a:cubicBezTo>
                  <a:lnTo>
                    <a:pt x="12954" y="251365"/>
                  </a:lnTo>
                  <a:cubicBezTo>
                    <a:pt x="11906" y="251365"/>
                    <a:pt x="11049" y="250508"/>
                    <a:pt x="11049" y="249555"/>
                  </a:cubicBezTo>
                  <a:lnTo>
                    <a:pt x="11049" y="2495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27"/>
            <p:cNvSpPr/>
            <p:nvPr/>
          </p:nvSpPr>
          <p:spPr>
            <a:xfrm>
              <a:off x="8817292" y="4746783"/>
              <a:ext cx="81533" cy="11239"/>
            </a:xfrm>
            <a:custGeom>
              <a:rect b="b" l="l" r="r" t="t"/>
              <a:pathLst>
                <a:path extrusionOk="0" h="11239" w="81533">
                  <a:moveTo>
                    <a:pt x="75914" y="0"/>
                  </a:move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75914" y="11239"/>
                  </a:lnTo>
                  <a:cubicBezTo>
                    <a:pt x="78962" y="11239"/>
                    <a:pt x="81534" y="8763"/>
                    <a:pt x="81534" y="5620"/>
                  </a:cubicBezTo>
                  <a:cubicBezTo>
                    <a:pt x="81534" y="2476"/>
                    <a:pt x="79057" y="0"/>
                    <a:pt x="75914" y="0"/>
                  </a:cubicBezTo>
                  <a:lnTo>
                    <a:pt x="759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7"/>
            <p:cNvSpPr/>
            <p:nvPr/>
          </p:nvSpPr>
          <p:spPr>
            <a:xfrm>
              <a:off x="8869108" y="4768024"/>
              <a:ext cx="29717" cy="11239"/>
            </a:xfrm>
            <a:custGeom>
              <a:rect b="b" l="l" r="r" t="t"/>
              <a:pathLst>
                <a:path extrusionOk="0" h="11239" w="29717">
                  <a:moveTo>
                    <a:pt x="24098" y="0"/>
                  </a:move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24098" y="11240"/>
                  </a:lnTo>
                  <a:cubicBezTo>
                    <a:pt x="27146" y="11240"/>
                    <a:pt x="29718" y="8763"/>
                    <a:pt x="29718" y="5620"/>
                  </a:cubicBezTo>
                  <a:cubicBezTo>
                    <a:pt x="29718" y="2477"/>
                    <a:pt x="27241" y="0"/>
                    <a:pt x="24098" y="0"/>
                  </a:cubicBezTo>
                  <a:lnTo>
                    <a:pt x="240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27"/>
            <p:cNvSpPr/>
            <p:nvPr/>
          </p:nvSpPr>
          <p:spPr>
            <a:xfrm>
              <a:off x="8817292" y="4768024"/>
              <a:ext cx="41528" cy="11239"/>
            </a:xfrm>
            <a:custGeom>
              <a:rect b="b" l="l" r="r" t="t"/>
              <a:pathLst>
                <a:path extrusionOk="0" h="11239" w="41528">
                  <a:moveTo>
                    <a:pt x="5619" y="0"/>
                  </a:move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35909" y="11240"/>
                  </a:lnTo>
                  <a:cubicBezTo>
                    <a:pt x="38957" y="11240"/>
                    <a:pt x="41529" y="8763"/>
                    <a:pt x="41529" y="5620"/>
                  </a:cubicBezTo>
                  <a:cubicBezTo>
                    <a:pt x="41529" y="2477"/>
                    <a:pt x="39052" y="0"/>
                    <a:pt x="35909" y="0"/>
                  </a:cubicBezTo>
                  <a:lnTo>
                    <a:pt x="5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27"/>
            <p:cNvSpPr/>
            <p:nvPr/>
          </p:nvSpPr>
          <p:spPr>
            <a:xfrm>
              <a:off x="8707468" y="4520279"/>
              <a:ext cx="37147" cy="64674"/>
            </a:xfrm>
            <a:custGeom>
              <a:rect b="b" l="l" r="r" t="t"/>
              <a:pathLst>
                <a:path extrusionOk="0" h="64674" w="37147">
                  <a:moveTo>
                    <a:pt x="18574" y="0"/>
                  </a:moveTo>
                  <a:cubicBezTo>
                    <a:pt x="15526" y="0"/>
                    <a:pt x="12954" y="2476"/>
                    <a:pt x="12954" y="5620"/>
                  </a:cubicBezTo>
                  <a:lnTo>
                    <a:pt x="12954" y="7525"/>
                  </a:lnTo>
                  <a:cubicBezTo>
                    <a:pt x="5620" y="8763"/>
                    <a:pt x="0" y="15145"/>
                    <a:pt x="0" y="22765"/>
                  </a:cubicBezTo>
                  <a:cubicBezTo>
                    <a:pt x="0" y="31337"/>
                    <a:pt x="6954" y="38290"/>
                    <a:pt x="15526" y="38290"/>
                  </a:cubicBezTo>
                  <a:lnTo>
                    <a:pt x="21527" y="38290"/>
                  </a:lnTo>
                  <a:cubicBezTo>
                    <a:pt x="23908" y="38290"/>
                    <a:pt x="25908" y="40291"/>
                    <a:pt x="25908" y="42672"/>
                  </a:cubicBezTo>
                  <a:cubicBezTo>
                    <a:pt x="25908" y="45053"/>
                    <a:pt x="23908" y="47054"/>
                    <a:pt x="21527" y="47054"/>
                  </a:cubicBezTo>
                  <a:lnTo>
                    <a:pt x="15526" y="47054"/>
                  </a:lnTo>
                  <a:cubicBezTo>
                    <a:pt x="13811" y="47054"/>
                    <a:pt x="12192" y="46006"/>
                    <a:pt x="11525" y="44387"/>
                  </a:cubicBezTo>
                  <a:cubicBezTo>
                    <a:pt x="10287" y="41529"/>
                    <a:pt x="7048" y="40196"/>
                    <a:pt x="4191" y="41434"/>
                  </a:cubicBezTo>
                  <a:cubicBezTo>
                    <a:pt x="1334" y="42672"/>
                    <a:pt x="0" y="45911"/>
                    <a:pt x="1238" y="48768"/>
                  </a:cubicBezTo>
                  <a:cubicBezTo>
                    <a:pt x="3334" y="53721"/>
                    <a:pt x="7811" y="57150"/>
                    <a:pt x="12954" y="58007"/>
                  </a:cubicBezTo>
                  <a:lnTo>
                    <a:pt x="12954" y="59055"/>
                  </a:lnTo>
                  <a:cubicBezTo>
                    <a:pt x="12954" y="62103"/>
                    <a:pt x="15430" y="64675"/>
                    <a:pt x="18574" y="64675"/>
                  </a:cubicBezTo>
                  <a:cubicBezTo>
                    <a:pt x="21717" y="64675"/>
                    <a:pt x="24194" y="62198"/>
                    <a:pt x="24194" y="59055"/>
                  </a:cubicBezTo>
                  <a:lnTo>
                    <a:pt x="24194" y="57912"/>
                  </a:lnTo>
                  <a:cubicBezTo>
                    <a:pt x="31528" y="56674"/>
                    <a:pt x="37148" y="50292"/>
                    <a:pt x="37148" y="42672"/>
                  </a:cubicBezTo>
                  <a:cubicBezTo>
                    <a:pt x="37148" y="34099"/>
                    <a:pt x="30195" y="27146"/>
                    <a:pt x="21622" y="27146"/>
                  </a:cubicBezTo>
                  <a:lnTo>
                    <a:pt x="15621" y="27146"/>
                  </a:lnTo>
                  <a:cubicBezTo>
                    <a:pt x="13240" y="27146"/>
                    <a:pt x="11239" y="25146"/>
                    <a:pt x="11239" y="22765"/>
                  </a:cubicBezTo>
                  <a:cubicBezTo>
                    <a:pt x="11239" y="20383"/>
                    <a:pt x="13240" y="18383"/>
                    <a:pt x="15621" y="18383"/>
                  </a:cubicBezTo>
                  <a:lnTo>
                    <a:pt x="21622" y="18383"/>
                  </a:lnTo>
                  <a:cubicBezTo>
                    <a:pt x="23051" y="18383"/>
                    <a:pt x="24384" y="19145"/>
                    <a:pt x="25241" y="20288"/>
                  </a:cubicBezTo>
                  <a:cubicBezTo>
                    <a:pt x="26956" y="22860"/>
                    <a:pt x="30480" y="23527"/>
                    <a:pt x="32957" y="21812"/>
                  </a:cubicBezTo>
                  <a:cubicBezTo>
                    <a:pt x="35529" y="20098"/>
                    <a:pt x="36195" y="16573"/>
                    <a:pt x="34480" y="14097"/>
                  </a:cubicBezTo>
                  <a:cubicBezTo>
                    <a:pt x="32099" y="10573"/>
                    <a:pt x="28385" y="8191"/>
                    <a:pt x="24194" y="7525"/>
                  </a:cubicBezTo>
                  <a:lnTo>
                    <a:pt x="24194" y="5620"/>
                  </a:lnTo>
                  <a:cubicBezTo>
                    <a:pt x="24194" y="2572"/>
                    <a:pt x="21717" y="0"/>
                    <a:pt x="18574" y="0"/>
                  </a:cubicBezTo>
                  <a:lnTo>
                    <a:pt x="185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27"/>
            <p:cNvSpPr/>
            <p:nvPr/>
          </p:nvSpPr>
          <p:spPr>
            <a:xfrm>
              <a:off x="8673940" y="4500467"/>
              <a:ext cx="104298" cy="104203"/>
            </a:xfrm>
            <a:custGeom>
              <a:rect b="b" l="l" r="r" t="t"/>
              <a:pathLst>
                <a:path extrusionOk="0" h="104203" w="104298">
                  <a:moveTo>
                    <a:pt x="52101" y="0"/>
                  </a:moveTo>
                  <a:cubicBezTo>
                    <a:pt x="23336" y="0"/>
                    <a:pt x="0" y="23336"/>
                    <a:pt x="0" y="52102"/>
                  </a:cubicBezTo>
                  <a:cubicBezTo>
                    <a:pt x="0" y="61722"/>
                    <a:pt x="2667" y="71247"/>
                    <a:pt x="7715" y="79438"/>
                  </a:cubicBezTo>
                  <a:cubicBezTo>
                    <a:pt x="9334" y="82105"/>
                    <a:pt x="12763" y="82868"/>
                    <a:pt x="15430" y="81248"/>
                  </a:cubicBezTo>
                  <a:cubicBezTo>
                    <a:pt x="18097" y="79629"/>
                    <a:pt x="18859" y="76200"/>
                    <a:pt x="17240" y="73533"/>
                  </a:cubicBezTo>
                  <a:cubicBezTo>
                    <a:pt x="13239" y="67056"/>
                    <a:pt x="11144" y="59722"/>
                    <a:pt x="11144" y="52102"/>
                  </a:cubicBezTo>
                  <a:cubicBezTo>
                    <a:pt x="11144" y="29528"/>
                    <a:pt x="29527" y="11144"/>
                    <a:pt x="52101" y="11144"/>
                  </a:cubicBezTo>
                  <a:cubicBezTo>
                    <a:pt x="74676" y="11144"/>
                    <a:pt x="93059" y="29528"/>
                    <a:pt x="93059" y="52102"/>
                  </a:cubicBezTo>
                  <a:cubicBezTo>
                    <a:pt x="93059" y="74676"/>
                    <a:pt x="74676" y="93059"/>
                    <a:pt x="52101" y="93059"/>
                  </a:cubicBezTo>
                  <a:cubicBezTo>
                    <a:pt x="45434" y="93059"/>
                    <a:pt x="39052" y="91535"/>
                    <a:pt x="33242" y="88392"/>
                  </a:cubicBezTo>
                  <a:cubicBezTo>
                    <a:pt x="30480" y="86963"/>
                    <a:pt x="27146" y="88011"/>
                    <a:pt x="25717" y="90773"/>
                  </a:cubicBezTo>
                  <a:cubicBezTo>
                    <a:pt x="24289" y="93536"/>
                    <a:pt x="25336" y="96869"/>
                    <a:pt x="28098" y="98298"/>
                  </a:cubicBezTo>
                  <a:cubicBezTo>
                    <a:pt x="35528" y="102108"/>
                    <a:pt x="43815" y="104204"/>
                    <a:pt x="52197" y="104204"/>
                  </a:cubicBezTo>
                  <a:cubicBezTo>
                    <a:pt x="80963" y="104204"/>
                    <a:pt x="104298" y="80867"/>
                    <a:pt x="104298" y="52102"/>
                  </a:cubicBezTo>
                  <a:cubicBezTo>
                    <a:pt x="104298" y="23336"/>
                    <a:pt x="80963" y="0"/>
                    <a:pt x="52197" y="0"/>
                  </a:cubicBezTo>
                  <a:lnTo>
                    <a:pt x="521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8789955" y="4547044"/>
              <a:ext cx="19335" cy="11144"/>
            </a:xfrm>
            <a:custGeom>
              <a:rect b="b" l="l" r="r" t="t"/>
              <a:pathLst>
                <a:path extrusionOk="0" h="11144" w="19335">
                  <a:moveTo>
                    <a:pt x="5619" y="0"/>
                  </a:moveTo>
                  <a:lnTo>
                    <a:pt x="5619" y="0"/>
                  </a:lnTo>
                  <a:cubicBezTo>
                    <a:pt x="2571" y="0"/>
                    <a:pt x="95" y="2477"/>
                    <a:pt x="0" y="5524"/>
                  </a:cubicBezTo>
                  <a:cubicBezTo>
                    <a:pt x="0" y="8572"/>
                    <a:pt x="2477" y="11144"/>
                    <a:pt x="5524" y="11144"/>
                  </a:cubicBezTo>
                  <a:lnTo>
                    <a:pt x="13716" y="11144"/>
                  </a:lnTo>
                  <a:cubicBezTo>
                    <a:pt x="13716" y="11144"/>
                    <a:pt x="13716" y="11144"/>
                    <a:pt x="13716" y="11144"/>
                  </a:cubicBezTo>
                  <a:cubicBezTo>
                    <a:pt x="16764" y="11144"/>
                    <a:pt x="19240" y="8668"/>
                    <a:pt x="19335" y="5620"/>
                  </a:cubicBezTo>
                  <a:cubicBezTo>
                    <a:pt x="19335" y="2572"/>
                    <a:pt x="16859" y="0"/>
                    <a:pt x="13811" y="0"/>
                  </a:cubicBezTo>
                  <a:lnTo>
                    <a:pt x="5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8786469" y="4522317"/>
              <a:ext cx="18306" cy="15487"/>
            </a:xfrm>
            <a:custGeom>
              <a:rect b="b" l="l" r="r" t="t"/>
              <a:pathLst>
                <a:path extrusionOk="0" h="15487" w="18306">
                  <a:moveTo>
                    <a:pt x="5582" y="15392"/>
                  </a:moveTo>
                  <a:cubicBezTo>
                    <a:pt x="6534" y="15392"/>
                    <a:pt x="7582" y="15106"/>
                    <a:pt x="8439" y="14630"/>
                  </a:cubicBezTo>
                  <a:lnTo>
                    <a:pt x="15583" y="10344"/>
                  </a:lnTo>
                  <a:cubicBezTo>
                    <a:pt x="18250" y="8725"/>
                    <a:pt x="19107" y="5296"/>
                    <a:pt x="17488" y="2724"/>
                  </a:cubicBezTo>
                  <a:cubicBezTo>
                    <a:pt x="15869" y="57"/>
                    <a:pt x="12440" y="-800"/>
                    <a:pt x="9868" y="819"/>
                  </a:cubicBezTo>
                  <a:lnTo>
                    <a:pt x="2724" y="5105"/>
                  </a:lnTo>
                  <a:cubicBezTo>
                    <a:pt x="57" y="6724"/>
                    <a:pt x="-800" y="10154"/>
                    <a:pt x="819" y="12725"/>
                  </a:cubicBezTo>
                  <a:cubicBezTo>
                    <a:pt x="1867" y="14440"/>
                    <a:pt x="3676" y="15488"/>
                    <a:pt x="5582" y="15488"/>
                  </a:cubicBezTo>
                  <a:lnTo>
                    <a:pt x="5582" y="154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8786373" y="4567466"/>
              <a:ext cx="18211" cy="15392"/>
            </a:xfrm>
            <a:custGeom>
              <a:rect b="b" l="l" r="r" t="t"/>
              <a:pathLst>
                <a:path extrusionOk="0" h="15392" w="18211">
                  <a:moveTo>
                    <a:pt x="9772" y="14630"/>
                  </a:moveTo>
                  <a:cubicBezTo>
                    <a:pt x="10725" y="15202"/>
                    <a:pt x="11678" y="15392"/>
                    <a:pt x="12630" y="15392"/>
                  </a:cubicBezTo>
                  <a:cubicBezTo>
                    <a:pt x="14535" y="15392"/>
                    <a:pt x="16345" y="14440"/>
                    <a:pt x="17393" y="12725"/>
                  </a:cubicBezTo>
                  <a:cubicBezTo>
                    <a:pt x="19012" y="10058"/>
                    <a:pt x="18154" y="6629"/>
                    <a:pt x="15488" y="5105"/>
                  </a:cubicBezTo>
                  <a:lnTo>
                    <a:pt x="8439" y="819"/>
                  </a:lnTo>
                  <a:cubicBezTo>
                    <a:pt x="5772" y="-800"/>
                    <a:pt x="2343" y="57"/>
                    <a:pt x="819" y="2724"/>
                  </a:cubicBezTo>
                  <a:cubicBezTo>
                    <a:pt x="-800" y="5391"/>
                    <a:pt x="57" y="8820"/>
                    <a:pt x="2724" y="10344"/>
                  </a:cubicBezTo>
                  <a:lnTo>
                    <a:pt x="9772" y="146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8673845" y="4628292"/>
              <a:ext cx="46482" cy="11239"/>
            </a:xfrm>
            <a:custGeom>
              <a:rect b="b" l="l" r="r" t="t"/>
              <a:pathLst>
                <a:path extrusionOk="0" h="11239" w="46482">
                  <a:moveTo>
                    <a:pt x="5619" y="11239"/>
                  </a:moveTo>
                  <a:lnTo>
                    <a:pt x="40862" y="11239"/>
                  </a:lnTo>
                  <a:cubicBezTo>
                    <a:pt x="43910" y="11239"/>
                    <a:pt x="46482" y="8763"/>
                    <a:pt x="46482" y="5620"/>
                  </a:cubicBezTo>
                  <a:cubicBezTo>
                    <a:pt x="46482" y="2477"/>
                    <a:pt x="44005" y="0"/>
                    <a:pt x="40862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8673845" y="4648104"/>
              <a:ext cx="87630" cy="11239"/>
            </a:xfrm>
            <a:custGeom>
              <a:rect b="b" l="l" r="r" t="t"/>
              <a:pathLst>
                <a:path extrusionOk="0" h="11239" w="87630">
                  <a:moveTo>
                    <a:pt x="82010" y="0"/>
                  </a:move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82010" y="11240"/>
                  </a:lnTo>
                  <a:cubicBezTo>
                    <a:pt x="85058" y="11240"/>
                    <a:pt x="87630" y="8763"/>
                    <a:pt x="87630" y="5620"/>
                  </a:cubicBezTo>
                  <a:cubicBezTo>
                    <a:pt x="87630" y="2477"/>
                    <a:pt x="85154" y="0"/>
                    <a:pt x="82010" y="0"/>
                  </a:cubicBezTo>
                  <a:lnTo>
                    <a:pt x="82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8670106" y="4467391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4025" y="19645"/>
                  </a:moveTo>
                  <a:cubicBezTo>
                    <a:pt x="15454" y="19645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4025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ubicBezTo>
                    <a:pt x="11168" y="19074"/>
                    <a:pt x="12597" y="19645"/>
                    <a:pt x="14025" y="19645"/>
                  </a:cubicBezTo>
                  <a:lnTo>
                    <a:pt x="14025" y="196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8852724" y="4645437"/>
              <a:ext cx="97726" cy="78486"/>
            </a:xfrm>
            <a:custGeom>
              <a:rect b="b" l="l" r="r" t="t"/>
              <a:pathLst>
                <a:path extrusionOk="0" h="78486" w="97726">
                  <a:moveTo>
                    <a:pt x="71247" y="7334"/>
                  </a:moveTo>
                  <a:cubicBezTo>
                    <a:pt x="68199" y="7334"/>
                    <a:pt x="65627" y="9811"/>
                    <a:pt x="65627" y="12954"/>
                  </a:cubicBezTo>
                  <a:lnTo>
                    <a:pt x="65627" y="67246"/>
                  </a:lnTo>
                  <a:lnTo>
                    <a:pt x="54579" y="67246"/>
                  </a:lnTo>
                  <a:lnTo>
                    <a:pt x="54579" y="46768"/>
                  </a:lnTo>
                  <a:cubicBezTo>
                    <a:pt x="54579" y="43720"/>
                    <a:pt x="52102" y="41148"/>
                    <a:pt x="48959" y="41148"/>
                  </a:cubicBezTo>
                  <a:cubicBezTo>
                    <a:pt x="45815" y="41148"/>
                    <a:pt x="43339" y="43625"/>
                    <a:pt x="43339" y="46768"/>
                  </a:cubicBezTo>
                  <a:lnTo>
                    <a:pt x="43339" y="67246"/>
                  </a:lnTo>
                  <a:lnTo>
                    <a:pt x="32290" y="67246"/>
                  </a:lnTo>
                  <a:lnTo>
                    <a:pt x="32290" y="31147"/>
                  </a:lnTo>
                  <a:cubicBezTo>
                    <a:pt x="32290" y="28099"/>
                    <a:pt x="29813" y="25527"/>
                    <a:pt x="26670" y="25527"/>
                  </a:cubicBezTo>
                  <a:cubicBezTo>
                    <a:pt x="23527" y="25527"/>
                    <a:pt x="21050" y="28004"/>
                    <a:pt x="21050" y="31147"/>
                  </a:cubicBezTo>
                  <a:lnTo>
                    <a:pt x="21050" y="67246"/>
                  </a:lnTo>
                  <a:lnTo>
                    <a:pt x="11239" y="67246"/>
                  </a:ln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72866"/>
                  </a:lnTo>
                  <a:cubicBezTo>
                    <a:pt x="0" y="75914"/>
                    <a:pt x="2477" y="78486"/>
                    <a:pt x="5620" y="78486"/>
                  </a:cubicBezTo>
                  <a:lnTo>
                    <a:pt x="92107" y="78486"/>
                  </a:lnTo>
                  <a:cubicBezTo>
                    <a:pt x="95155" y="78486"/>
                    <a:pt x="97727" y="76010"/>
                    <a:pt x="97727" y="72866"/>
                  </a:cubicBezTo>
                  <a:cubicBezTo>
                    <a:pt x="97727" y="69723"/>
                    <a:pt x="95250" y="67246"/>
                    <a:pt x="92107" y="67246"/>
                  </a:cubicBezTo>
                  <a:lnTo>
                    <a:pt x="76676" y="67246"/>
                  </a:lnTo>
                  <a:lnTo>
                    <a:pt x="76676" y="12954"/>
                  </a:lnTo>
                  <a:cubicBezTo>
                    <a:pt x="76676" y="9906"/>
                    <a:pt x="74200" y="7334"/>
                    <a:pt x="71057" y="7334"/>
                  </a:cubicBezTo>
                  <a:lnTo>
                    <a:pt x="71057" y="73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8701026" y="4712394"/>
              <a:ext cx="75949" cy="79251"/>
            </a:xfrm>
            <a:custGeom>
              <a:rect b="b" l="l" r="r" t="t"/>
              <a:pathLst>
                <a:path extrusionOk="0" h="79251" w="75949">
                  <a:moveTo>
                    <a:pt x="69403" y="67536"/>
                  </a:moveTo>
                  <a:cubicBezTo>
                    <a:pt x="57782" y="69536"/>
                    <a:pt x="46162" y="66774"/>
                    <a:pt x="36542" y="60011"/>
                  </a:cubicBezTo>
                  <a:cubicBezTo>
                    <a:pt x="26921" y="53248"/>
                    <a:pt x="20634" y="43057"/>
                    <a:pt x="18635" y="31436"/>
                  </a:cubicBezTo>
                  <a:cubicBezTo>
                    <a:pt x="17968" y="27626"/>
                    <a:pt x="17872" y="23816"/>
                    <a:pt x="18158" y="20006"/>
                  </a:cubicBezTo>
                  <a:cubicBezTo>
                    <a:pt x="19206" y="21244"/>
                    <a:pt x="20825" y="22006"/>
                    <a:pt x="22444" y="22006"/>
                  </a:cubicBezTo>
                  <a:cubicBezTo>
                    <a:pt x="23397" y="22006"/>
                    <a:pt x="24349" y="21816"/>
                    <a:pt x="25207" y="21244"/>
                  </a:cubicBezTo>
                  <a:cubicBezTo>
                    <a:pt x="27873" y="19720"/>
                    <a:pt x="28826" y="16292"/>
                    <a:pt x="27302" y="13625"/>
                  </a:cubicBezTo>
                  <a:lnTo>
                    <a:pt x="21206" y="2861"/>
                  </a:lnTo>
                  <a:cubicBezTo>
                    <a:pt x="20444" y="1528"/>
                    <a:pt x="19301" y="670"/>
                    <a:pt x="17872" y="194"/>
                  </a:cubicBezTo>
                  <a:cubicBezTo>
                    <a:pt x="16443" y="-187"/>
                    <a:pt x="14920" y="4"/>
                    <a:pt x="13586" y="670"/>
                  </a:cubicBezTo>
                  <a:lnTo>
                    <a:pt x="2823" y="6767"/>
                  </a:lnTo>
                  <a:cubicBezTo>
                    <a:pt x="156" y="8290"/>
                    <a:pt x="-797" y="11719"/>
                    <a:pt x="727" y="14386"/>
                  </a:cubicBezTo>
                  <a:cubicBezTo>
                    <a:pt x="2061" y="16768"/>
                    <a:pt x="4823" y="17720"/>
                    <a:pt x="7300" y="16958"/>
                  </a:cubicBezTo>
                  <a:cubicBezTo>
                    <a:pt x="6633" y="22387"/>
                    <a:pt x="6728" y="27817"/>
                    <a:pt x="7585" y="33246"/>
                  </a:cubicBezTo>
                  <a:cubicBezTo>
                    <a:pt x="10062" y="47819"/>
                    <a:pt x="17968" y="60487"/>
                    <a:pt x="30065" y="69060"/>
                  </a:cubicBezTo>
                  <a:cubicBezTo>
                    <a:pt x="39494" y="75823"/>
                    <a:pt x="50543" y="79252"/>
                    <a:pt x="61973" y="79252"/>
                  </a:cubicBezTo>
                  <a:cubicBezTo>
                    <a:pt x="65021" y="79252"/>
                    <a:pt x="68165" y="78966"/>
                    <a:pt x="71307" y="78490"/>
                  </a:cubicBezTo>
                  <a:cubicBezTo>
                    <a:pt x="74356" y="78013"/>
                    <a:pt x="76356" y="75061"/>
                    <a:pt x="75880" y="72013"/>
                  </a:cubicBezTo>
                  <a:cubicBezTo>
                    <a:pt x="75403" y="68965"/>
                    <a:pt x="72450" y="66964"/>
                    <a:pt x="69403" y="67441"/>
                  </a:cubicBezTo>
                  <a:lnTo>
                    <a:pt x="69403" y="674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8849702" y="4466522"/>
              <a:ext cx="75854" cy="79378"/>
            </a:xfrm>
            <a:custGeom>
              <a:rect b="b" l="l" r="r" t="t"/>
              <a:pathLst>
                <a:path extrusionOk="0" h="79378" w="75854">
                  <a:moveTo>
                    <a:pt x="6452" y="11846"/>
                  </a:moveTo>
                  <a:cubicBezTo>
                    <a:pt x="18072" y="9846"/>
                    <a:pt x="29693" y="12608"/>
                    <a:pt x="39313" y="19371"/>
                  </a:cubicBezTo>
                  <a:cubicBezTo>
                    <a:pt x="48933" y="26134"/>
                    <a:pt x="55220" y="36325"/>
                    <a:pt x="57220" y="47946"/>
                  </a:cubicBezTo>
                  <a:cubicBezTo>
                    <a:pt x="57887" y="51756"/>
                    <a:pt x="57982" y="55566"/>
                    <a:pt x="57696" y="59376"/>
                  </a:cubicBezTo>
                  <a:cubicBezTo>
                    <a:pt x="55982" y="57376"/>
                    <a:pt x="53029" y="56804"/>
                    <a:pt x="50648" y="58138"/>
                  </a:cubicBezTo>
                  <a:cubicBezTo>
                    <a:pt x="47981" y="59662"/>
                    <a:pt x="47028" y="63091"/>
                    <a:pt x="48552" y="65758"/>
                  </a:cubicBezTo>
                  <a:lnTo>
                    <a:pt x="54649" y="76521"/>
                  </a:lnTo>
                  <a:cubicBezTo>
                    <a:pt x="55410" y="77855"/>
                    <a:pt x="56553" y="78712"/>
                    <a:pt x="57982" y="79188"/>
                  </a:cubicBezTo>
                  <a:cubicBezTo>
                    <a:pt x="58458" y="79283"/>
                    <a:pt x="58934" y="79379"/>
                    <a:pt x="59506" y="79379"/>
                  </a:cubicBezTo>
                  <a:cubicBezTo>
                    <a:pt x="60459" y="79379"/>
                    <a:pt x="61411" y="79093"/>
                    <a:pt x="62269" y="78616"/>
                  </a:cubicBezTo>
                  <a:lnTo>
                    <a:pt x="73032" y="72521"/>
                  </a:lnTo>
                  <a:cubicBezTo>
                    <a:pt x="75699" y="70997"/>
                    <a:pt x="76651" y="67567"/>
                    <a:pt x="75127" y="64900"/>
                  </a:cubicBezTo>
                  <a:cubicBezTo>
                    <a:pt x="73793" y="62519"/>
                    <a:pt x="71031" y="61567"/>
                    <a:pt x="68555" y="62329"/>
                  </a:cubicBezTo>
                  <a:cubicBezTo>
                    <a:pt x="69222" y="56900"/>
                    <a:pt x="69126" y="51470"/>
                    <a:pt x="68269" y="46041"/>
                  </a:cubicBezTo>
                  <a:cubicBezTo>
                    <a:pt x="65793" y="31468"/>
                    <a:pt x="57887" y="18800"/>
                    <a:pt x="45790" y="10227"/>
                  </a:cubicBezTo>
                  <a:cubicBezTo>
                    <a:pt x="33789" y="1655"/>
                    <a:pt x="19120" y="-1679"/>
                    <a:pt x="4642" y="797"/>
                  </a:cubicBezTo>
                  <a:cubicBezTo>
                    <a:pt x="1594" y="1274"/>
                    <a:pt x="-406" y="4226"/>
                    <a:pt x="70" y="7274"/>
                  </a:cubicBezTo>
                  <a:cubicBezTo>
                    <a:pt x="546" y="10322"/>
                    <a:pt x="3499" y="12323"/>
                    <a:pt x="6547" y="11846"/>
                  </a:cubicBezTo>
                  <a:lnTo>
                    <a:pt x="6547" y="118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3" name="Google Shape;783;p27"/>
          <p:cNvGrpSpPr/>
          <p:nvPr/>
        </p:nvGrpSpPr>
        <p:grpSpPr>
          <a:xfrm>
            <a:off x="6533627" y="3984576"/>
            <a:ext cx="421318" cy="426323"/>
            <a:chOff x="7847741" y="4438554"/>
            <a:chExt cx="376715" cy="381190"/>
          </a:xfrm>
        </p:grpSpPr>
        <p:sp>
          <p:nvSpPr>
            <p:cNvPr id="784" name="Google Shape;784;p27"/>
            <p:cNvSpPr/>
            <p:nvPr/>
          </p:nvSpPr>
          <p:spPr>
            <a:xfrm>
              <a:off x="7847837" y="4808505"/>
              <a:ext cx="27336" cy="11239"/>
            </a:xfrm>
            <a:custGeom>
              <a:rect b="b" l="l" r="r" t="t"/>
              <a:pathLst>
                <a:path extrusionOk="0" h="11239" w="27336">
                  <a:moveTo>
                    <a:pt x="21717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21717" y="11240"/>
                  </a:lnTo>
                  <a:cubicBezTo>
                    <a:pt x="24765" y="11240"/>
                    <a:pt x="27337" y="8763"/>
                    <a:pt x="27337" y="5620"/>
                  </a:cubicBezTo>
                  <a:cubicBezTo>
                    <a:pt x="27337" y="2477"/>
                    <a:pt x="24861" y="0"/>
                    <a:pt x="21717" y="0"/>
                  </a:cubicBezTo>
                  <a:lnTo>
                    <a:pt x="217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7883842" y="4808505"/>
              <a:ext cx="17525" cy="11239"/>
            </a:xfrm>
            <a:custGeom>
              <a:rect b="b" l="l" r="r" t="t"/>
              <a:pathLst>
                <a:path extrusionOk="0" h="11239" w="17525">
                  <a:moveTo>
                    <a:pt x="11906" y="0"/>
                  </a:move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11906" y="11240"/>
                  </a:lnTo>
                  <a:cubicBezTo>
                    <a:pt x="14954" y="11240"/>
                    <a:pt x="17526" y="8763"/>
                    <a:pt x="17526" y="5620"/>
                  </a:cubicBezTo>
                  <a:cubicBezTo>
                    <a:pt x="17526" y="2477"/>
                    <a:pt x="15050" y="0"/>
                    <a:pt x="11906" y="0"/>
                  </a:cubicBezTo>
                  <a:lnTo>
                    <a:pt x="11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7847837" y="4787741"/>
              <a:ext cx="82676" cy="11239"/>
            </a:xfrm>
            <a:custGeom>
              <a:rect b="b" l="l" r="r" t="t"/>
              <a:pathLst>
                <a:path extrusionOk="0" h="11239" w="82676">
                  <a:moveTo>
                    <a:pt x="77058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77058" y="11239"/>
                  </a:lnTo>
                  <a:cubicBezTo>
                    <a:pt x="80106" y="11239"/>
                    <a:pt x="82677" y="8763"/>
                    <a:pt x="82677" y="5620"/>
                  </a:cubicBezTo>
                  <a:cubicBezTo>
                    <a:pt x="82677" y="2477"/>
                    <a:pt x="80201" y="0"/>
                    <a:pt x="77058" y="0"/>
                  </a:cubicBezTo>
                  <a:lnTo>
                    <a:pt x="770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7880317" y="4438554"/>
              <a:ext cx="27336" cy="11239"/>
            </a:xfrm>
            <a:custGeom>
              <a:rect b="b" l="l" r="r" t="t"/>
              <a:pathLst>
                <a:path extrusionOk="0" h="11239" w="27336">
                  <a:moveTo>
                    <a:pt x="5619" y="11239"/>
                  </a:moveTo>
                  <a:lnTo>
                    <a:pt x="21717" y="11239"/>
                  </a:lnTo>
                  <a:cubicBezTo>
                    <a:pt x="24765" y="11239"/>
                    <a:pt x="27337" y="8763"/>
                    <a:pt x="27337" y="5620"/>
                  </a:cubicBezTo>
                  <a:cubicBezTo>
                    <a:pt x="27337" y="2476"/>
                    <a:pt x="24860" y="0"/>
                    <a:pt x="21717" y="0"/>
                  </a:cubicBez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7916226" y="4438554"/>
              <a:ext cx="17526" cy="11239"/>
            </a:xfrm>
            <a:custGeom>
              <a:rect b="b" l="l" r="r" t="t"/>
              <a:pathLst>
                <a:path extrusionOk="0" h="11239" w="17526">
                  <a:moveTo>
                    <a:pt x="5620" y="11239"/>
                  </a:moveTo>
                  <a:lnTo>
                    <a:pt x="11906" y="11239"/>
                  </a:lnTo>
                  <a:cubicBezTo>
                    <a:pt x="14954" y="11239"/>
                    <a:pt x="17526" y="8763"/>
                    <a:pt x="17526" y="5620"/>
                  </a:cubicBezTo>
                  <a:cubicBezTo>
                    <a:pt x="17526" y="2476"/>
                    <a:pt x="15050" y="0"/>
                    <a:pt x="11906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7880317" y="4459319"/>
              <a:ext cx="82676" cy="11239"/>
            </a:xfrm>
            <a:custGeom>
              <a:rect b="b" l="l" r="r" t="t"/>
              <a:pathLst>
                <a:path extrusionOk="0" h="11239" w="82676">
                  <a:moveTo>
                    <a:pt x="5619" y="11240"/>
                  </a:moveTo>
                  <a:lnTo>
                    <a:pt x="77057" y="11240"/>
                  </a:lnTo>
                  <a:cubicBezTo>
                    <a:pt x="80105" y="11240"/>
                    <a:pt x="82677" y="8763"/>
                    <a:pt x="82677" y="5620"/>
                  </a:cubicBezTo>
                  <a:cubicBezTo>
                    <a:pt x="82677" y="2476"/>
                    <a:pt x="80200" y="0"/>
                    <a:pt x="77057" y="0"/>
                  </a:cubicBez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5619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8035194" y="4446174"/>
              <a:ext cx="175074" cy="159638"/>
            </a:xfrm>
            <a:custGeom>
              <a:rect b="b" l="l" r="r" t="t"/>
              <a:pathLst>
                <a:path extrusionOk="0" h="159638" w="175074">
                  <a:moveTo>
                    <a:pt x="5524" y="130683"/>
                  </a:moveTo>
                  <a:lnTo>
                    <a:pt x="54387" y="130683"/>
                  </a:lnTo>
                  <a:cubicBezTo>
                    <a:pt x="55912" y="130683"/>
                    <a:pt x="57245" y="130112"/>
                    <a:pt x="58293" y="129064"/>
                  </a:cubicBezTo>
                  <a:lnTo>
                    <a:pt x="87344" y="100013"/>
                  </a:lnTo>
                  <a:cubicBezTo>
                    <a:pt x="98679" y="113824"/>
                    <a:pt x="105823" y="131255"/>
                    <a:pt x="106680" y="150019"/>
                  </a:cubicBezTo>
                  <a:cubicBezTo>
                    <a:pt x="106966" y="155448"/>
                    <a:pt x="111347" y="159639"/>
                    <a:pt x="116681" y="159639"/>
                  </a:cubicBezTo>
                  <a:lnTo>
                    <a:pt x="127921" y="159639"/>
                  </a:lnTo>
                  <a:cubicBezTo>
                    <a:pt x="130969" y="159639"/>
                    <a:pt x="133540" y="157163"/>
                    <a:pt x="133540" y="154019"/>
                  </a:cubicBezTo>
                  <a:cubicBezTo>
                    <a:pt x="133540" y="150876"/>
                    <a:pt x="131064" y="148400"/>
                    <a:pt x="127921" y="148400"/>
                  </a:cubicBezTo>
                  <a:lnTo>
                    <a:pt x="117729" y="148400"/>
                  </a:lnTo>
                  <a:cubicBezTo>
                    <a:pt x="116586" y="127540"/>
                    <a:pt x="108680" y="107823"/>
                    <a:pt x="95345" y="91916"/>
                  </a:cubicBezTo>
                  <a:lnTo>
                    <a:pt x="103441" y="83820"/>
                  </a:lnTo>
                  <a:cubicBezTo>
                    <a:pt x="105632" y="81629"/>
                    <a:pt x="105632" y="78105"/>
                    <a:pt x="103441" y="75914"/>
                  </a:cubicBezTo>
                  <a:cubicBezTo>
                    <a:pt x="101250" y="73724"/>
                    <a:pt x="97726" y="73724"/>
                    <a:pt x="95535" y="75914"/>
                  </a:cubicBezTo>
                  <a:lnTo>
                    <a:pt x="87725" y="83725"/>
                  </a:lnTo>
                  <a:cubicBezTo>
                    <a:pt x="71056" y="67818"/>
                    <a:pt x="49435" y="58483"/>
                    <a:pt x="26479" y="57150"/>
                  </a:cubicBezTo>
                  <a:lnTo>
                    <a:pt x="26479" y="11049"/>
                  </a:lnTo>
                  <a:cubicBezTo>
                    <a:pt x="100965" y="13907"/>
                    <a:pt x="160877" y="73914"/>
                    <a:pt x="163830" y="148400"/>
                  </a:cubicBezTo>
                  <a:lnTo>
                    <a:pt x="152685" y="148400"/>
                  </a:lnTo>
                  <a:cubicBezTo>
                    <a:pt x="149637" y="148400"/>
                    <a:pt x="147066" y="150876"/>
                    <a:pt x="147066" y="154019"/>
                  </a:cubicBezTo>
                  <a:cubicBezTo>
                    <a:pt x="147066" y="157163"/>
                    <a:pt x="149542" y="159639"/>
                    <a:pt x="152685" y="159639"/>
                  </a:cubicBezTo>
                  <a:lnTo>
                    <a:pt x="164972" y="159639"/>
                  </a:lnTo>
                  <a:cubicBezTo>
                    <a:pt x="167735" y="159639"/>
                    <a:pt x="170306" y="158591"/>
                    <a:pt x="172212" y="156591"/>
                  </a:cubicBezTo>
                  <a:cubicBezTo>
                    <a:pt x="174117" y="154591"/>
                    <a:pt x="175164" y="152019"/>
                    <a:pt x="175069" y="149352"/>
                  </a:cubicBezTo>
                  <a:cubicBezTo>
                    <a:pt x="172593" y="68104"/>
                    <a:pt x="106966" y="2477"/>
                    <a:pt x="25717" y="0"/>
                  </a:cubicBezTo>
                  <a:cubicBezTo>
                    <a:pt x="22955" y="0"/>
                    <a:pt x="20383" y="953"/>
                    <a:pt x="18479" y="2858"/>
                  </a:cubicBezTo>
                  <a:cubicBezTo>
                    <a:pt x="16478" y="4763"/>
                    <a:pt x="15430" y="7334"/>
                    <a:pt x="15430" y="10097"/>
                  </a:cubicBezTo>
                  <a:lnTo>
                    <a:pt x="15430" y="58388"/>
                  </a:lnTo>
                  <a:cubicBezTo>
                    <a:pt x="15430" y="63722"/>
                    <a:pt x="19621" y="68104"/>
                    <a:pt x="25050" y="68390"/>
                  </a:cubicBezTo>
                  <a:cubicBezTo>
                    <a:pt x="46101" y="69342"/>
                    <a:pt x="65341" y="78200"/>
                    <a:pt x="79819" y="91916"/>
                  </a:cubicBezTo>
                  <a:lnTo>
                    <a:pt x="52101" y="119634"/>
                  </a:lnTo>
                  <a:lnTo>
                    <a:pt x="5619" y="119634"/>
                  </a:lnTo>
                  <a:cubicBezTo>
                    <a:pt x="2571" y="119634"/>
                    <a:pt x="0" y="122110"/>
                    <a:pt x="0" y="125254"/>
                  </a:cubicBezTo>
                  <a:cubicBezTo>
                    <a:pt x="0" y="128397"/>
                    <a:pt x="2476" y="130874"/>
                    <a:pt x="5619" y="130874"/>
                  </a:cubicBezTo>
                  <a:lnTo>
                    <a:pt x="5619" y="1308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27"/>
            <p:cNvSpPr/>
            <p:nvPr/>
          </p:nvSpPr>
          <p:spPr>
            <a:xfrm>
              <a:off x="8035099" y="4608480"/>
              <a:ext cx="27336" cy="11239"/>
            </a:xfrm>
            <a:custGeom>
              <a:rect b="b" l="l" r="r" t="t"/>
              <a:pathLst>
                <a:path extrusionOk="0" h="11239" w="27336">
                  <a:moveTo>
                    <a:pt x="5619" y="11240"/>
                  </a:moveTo>
                  <a:lnTo>
                    <a:pt x="21717" y="11240"/>
                  </a:lnTo>
                  <a:cubicBezTo>
                    <a:pt x="24765" y="11240"/>
                    <a:pt x="27337" y="8763"/>
                    <a:pt x="27337" y="5620"/>
                  </a:cubicBezTo>
                  <a:cubicBezTo>
                    <a:pt x="27337" y="2477"/>
                    <a:pt x="24860" y="0"/>
                    <a:pt x="21717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5619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27"/>
            <p:cNvSpPr/>
            <p:nvPr/>
          </p:nvSpPr>
          <p:spPr>
            <a:xfrm>
              <a:off x="8071103" y="4608575"/>
              <a:ext cx="17526" cy="11239"/>
            </a:xfrm>
            <a:custGeom>
              <a:rect b="b" l="l" r="r" t="t"/>
              <a:pathLst>
                <a:path extrusionOk="0" h="11239" w="17526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1906" y="11239"/>
                  </a:lnTo>
                  <a:cubicBezTo>
                    <a:pt x="14954" y="11239"/>
                    <a:pt x="17526" y="8763"/>
                    <a:pt x="17526" y="5620"/>
                  </a:cubicBezTo>
                  <a:cubicBezTo>
                    <a:pt x="17526" y="2477"/>
                    <a:pt x="15050" y="0"/>
                    <a:pt x="11906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27"/>
            <p:cNvSpPr/>
            <p:nvPr/>
          </p:nvSpPr>
          <p:spPr>
            <a:xfrm>
              <a:off x="8035099" y="4587811"/>
              <a:ext cx="76200" cy="11239"/>
            </a:xfrm>
            <a:custGeom>
              <a:rect b="b" l="l" r="r" t="t"/>
              <a:pathLst>
                <a:path extrusionOk="0" h="11239" w="76200">
                  <a:moveTo>
                    <a:pt x="5619" y="11239"/>
                  </a:moveTo>
                  <a:lnTo>
                    <a:pt x="70580" y="11239"/>
                  </a:lnTo>
                  <a:cubicBezTo>
                    <a:pt x="73628" y="11239"/>
                    <a:pt x="76200" y="8763"/>
                    <a:pt x="76200" y="5620"/>
                  </a:cubicBezTo>
                  <a:cubicBezTo>
                    <a:pt x="76200" y="2477"/>
                    <a:pt x="73723" y="0"/>
                    <a:pt x="70580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27"/>
            <p:cNvSpPr/>
            <p:nvPr/>
          </p:nvSpPr>
          <p:spPr>
            <a:xfrm>
              <a:off x="7847741" y="4481607"/>
              <a:ext cx="376714" cy="314039"/>
            </a:xfrm>
            <a:custGeom>
              <a:rect b="b" l="l" r="r" t="t"/>
              <a:pathLst>
                <a:path extrusionOk="0" h="314039" w="376714">
                  <a:moveTo>
                    <a:pt x="318326" y="259175"/>
                  </a:moveTo>
                  <a:cubicBezTo>
                    <a:pt x="319374" y="260223"/>
                    <a:pt x="320803" y="260795"/>
                    <a:pt x="322231" y="260795"/>
                  </a:cubicBezTo>
                  <a:lnTo>
                    <a:pt x="371094" y="260795"/>
                  </a:lnTo>
                  <a:cubicBezTo>
                    <a:pt x="374142" y="260795"/>
                    <a:pt x="376714" y="258318"/>
                    <a:pt x="376714" y="255175"/>
                  </a:cubicBezTo>
                  <a:cubicBezTo>
                    <a:pt x="376714" y="252031"/>
                    <a:pt x="374238" y="249555"/>
                    <a:pt x="371094" y="249555"/>
                  </a:cubicBezTo>
                  <a:lnTo>
                    <a:pt x="324612" y="249555"/>
                  </a:lnTo>
                  <a:lnTo>
                    <a:pt x="304705" y="229648"/>
                  </a:lnTo>
                  <a:cubicBezTo>
                    <a:pt x="314992" y="209645"/>
                    <a:pt x="320803" y="187357"/>
                    <a:pt x="321469" y="164306"/>
                  </a:cubicBezTo>
                  <a:cubicBezTo>
                    <a:pt x="321469" y="161544"/>
                    <a:pt x="320516" y="158972"/>
                    <a:pt x="318611" y="157067"/>
                  </a:cubicBezTo>
                  <a:cubicBezTo>
                    <a:pt x="316706" y="155067"/>
                    <a:pt x="314135" y="154019"/>
                    <a:pt x="311372" y="154019"/>
                  </a:cubicBezTo>
                  <a:lnTo>
                    <a:pt x="263081" y="154019"/>
                  </a:lnTo>
                  <a:cubicBezTo>
                    <a:pt x="257746" y="154019"/>
                    <a:pt x="253365" y="158210"/>
                    <a:pt x="253079" y="163639"/>
                  </a:cubicBezTo>
                  <a:cubicBezTo>
                    <a:pt x="251651" y="194786"/>
                    <a:pt x="234029" y="221171"/>
                    <a:pt x="208598" y="234982"/>
                  </a:cubicBezTo>
                  <a:lnTo>
                    <a:pt x="187453" y="213836"/>
                  </a:lnTo>
                  <a:cubicBezTo>
                    <a:pt x="186404" y="212788"/>
                    <a:pt x="184976" y="212217"/>
                    <a:pt x="183547" y="212217"/>
                  </a:cubicBezTo>
                  <a:lnTo>
                    <a:pt x="136493" y="212217"/>
                  </a:lnTo>
                  <a:cubicBezTo>
                    <a:pt x="133445" y="212217"/>
                    <a:pt x="130874" y="214693"/>
                    <a:pt x="130874" y="217837"/>
                  </a:cubicBezTo>
                  <a:cubicBezTo>
                    <a:pt x="130874" y="220980"/>
                    <a:pt x="133350" y="223456"/>
                    <a:pt x="136493" y="223456"/>
                  </a:cubicBezTo>
                  <a:lnTo>
                    <a:pt x="181261" y="223456"/>
                  </a:lnTo>
                  <a:lnTo>
                    <a:pt x="197834" y="240030"/>
                  </a:lnTo>
                  <a:cubicBezTo>
                    <a:pt x="188405" y="243554"/>
                    <a:pt x="178118" y="245459"/>
                    <a:pt x="167450" y="245459"/>
                  </a:cubicBezTo>
                  <a:cubicBezTo>
                    <a:pt x="166974" y="245459"/>
                    <a:pt x="166593" y="245459"/>
                    <a:pt x="166116" y="245459"/>
                  </a:cubicBezTo>
                  <a:cubicBezTo>
                    <a:pt x="146400" y="245173"/>
                    <a:pt x="127159" y="237934"/>
                    <a:pt x="112014" y="225076"/>
                  </a:cubicBezTo>
                  <a:cubicBezTo>
                    <a:pt x="109633" y="223075"/>
                    <a:pt x="106109" y="223361"/>
                    <a:pt x="104109" y="225742"/>
                  </a:cubicBezTo>
                  <a:cubicBezTo>
                    <a:pt x="102108" y="228124"/>
                    <a:pt x="102394" y="231648"/>
                    <a:pt x="104775" y="233648"/>
                  </a:cubicBezTo>
                  <a:cubicBezTo>
                    <a:pt x="120872" y="247269"/>
                    <a:pt x="140970" y="255365"/>
                    <a:pt x="161830" y="256508"/>
                  </a:cubicBezTo>
                  <a:lnTo>
                    <a:pt x="161830" y="302609"/>
                  </a:lnTo>
                  <a:cubicBezTo>
                    <a:pt x="131064" y="301371"/>
                    <a:pt x="102680" y="290322"/>
                    <a:pt x="79725" y="272415"/>
                  </a:cubicBezTo>
                  <a:lnTo>
                    <a:pt x="97060" y="255079"/>
                  </a:lnTo>
                  <a:cubicBezTo>
                    <a:pt x="99251" y="252889"/>
                    <a:pt x="99251" y="249364"/>
                    <a:pt x="97060" y="247174"/>
                  </a:cubicBezTo>
                  <a:cubicBezTo>
                    <a:pt x="94869" y="244983"/>
                    <a:pt x="91345" y="244983"/>
                    <a:pt x="89154" y="247174"/>
                  </a:cubicBezTo>
                  <a:lnTo>
                    <a:pt x="71152" y="265176"/>
                  </a:lnTo>
                  <a:cubicBezTo>
                    <a:pt x="43720" y="240125"/>
                    <a:pt x="26004" y="204692"/>
                    <a:pt x="24479" y="165354"/>
                  </a:cubicBezTo>
                  <a:lnTo>
                    <a:pt x="70581" y="165354"/>
                  </a:lnTo>
                  <a:cubicBezTo>
                    <a:pt x="71533" y="182785"/>
                    <a:pt x="77248" y="199549"/>
                    <a:pt x="87154" y="214122"/>
                  </a:cubicBezTo>
                  <a:cubicBezTo>
                    <a:pt x="88202" y="215741"/>
                    <a:pt x="90011" y="216598"/>
                    <a:pt x="91726" y="216598"/>
                  </a:cubicBezTo>
                  <a:cubicBezTo>
                    <a:pt x="92774" y="216598"/>
                    <a:pt x="93917" y="216313"/>
                    <a:pt x="94869" y="215646"/>
                  </a:cubicBezTo>
                  <a:cubicBezTo>
                    <a:pt x="97441" y="213931"/>
                    <a:pt x="98108" y="210407"/>
                    <a:pt x="96298" y="207931"/>
                  </a:cubicBezTo>
                  <a:cubicBezTo>
                    <a:pt x="86869" y="194120"/>
                    <a:pt x="81820" y="178117"/>
                    <a:pt x="81439" y="161449"/>
                  </a:cubicBezTo>
                  <a:cubicBezTo>
                    <a:pt x="80582" y="115252"/>
                    <a:pt x="116015" y="76962"/>
                    <a:pt x="162020" y="74200"/>
                  </a:cubicBezTo>
                  <a:cubicBezTo>
                    <a:pt x="167354" y="73914"/>
                    <a:pt x="171450" y="69532"/>
                    <a:pt x="171450" y="64198"/>
                  </a:cubicBezTo>
                  <a:lnTo>
                    <a:pt x="171450" y="52864"/>
                  </a:lnTo>
                  <a:cubicBezTo>
                    <a:pt x="171450" y="49816"/>
                    <a:pt x="168974" y="47244"/>
                    <a:pt x="165831" y="47244"/>
                  </a:cubicBezTo>
                  <a:cubicBezTo>
                    <a:pt x="162687" y="47244"/>
                    <a:pt x="160211" y="49721"/>
                    <a:pt x="160211" y="52864"/>
                  </a:cubicBezTo>
                  <a:lnTo>
                    <a:pt x="160211" y="63055"/>
                  </a:lnTo>
                  <a:cubicBezTo>
                    <a:pt x="135636" y="64770"/>
                    <a:pt x="112967" y="75724"/>
                    <a:pt x="96108" y="93821"/>
                  </a:cubicBezTo>
                  <a:cubicBezTo>
                    <a:pt x="80582" y="110490"/>
                    <a:pt x="71628" y="131731"/>
                    <a:pt x="70295" y="154210"/>
                  </a:cubicBezTo>
                  <a:lnTo>
                    <a:pt x="24194" y="154210"/>
                  </a:lnTo>
                  <a:cubicBezTo>
                    <a:pt x="26289" y="100774"/>
                    <a:pt x="58674" y="54007"/>
                    <a:pt x="104680" y="31337"/>
                  </a:cubicBezTo>
                  <a:lnTo>
                    <a:pt x="121254" y="47911"/>
                  </a:lnTo>
                  <a:cubicBezTo>
                    <a:pt x="122301" y="48958"/>
                    <a:pt x="123730" y="49530"/>
                    <a:pt x="125159" y="49530"/>
                  </a:cubicBezTo>
                  <a:cubicBezTo>
                    <a:pt x="126588" y="49530"/>
                    <a:pt x="128016" y="48958"/>
                    <a:pt x="129064" y="47911"/>
                  </a:cubicBezTo>
                  <a:cubicBezTo>
                    <a:pt x="131255" y="45720"/>
                    <a:pt x="131255" y="42196"/>
                    <a:pt x="129064" y="40005"/>
                  </a:cubicBezTo>
                  <a:lnTo>
                    <a:pt x="115538" y="26479"/>
                  </a:lnTo>
                  <a:cubicBezTo>
                    <a:pt x="129445" y="21050"/>
                    <a:pt x="144495" y="17716"/>
                    <a:pt x="160115" y="16954"/>
                  </a:cubicBezTo>
                  <a:lnTo>
                    <a:pt x="160115" y="28004"/>
                  </a:lnTo>
                  <a:cubicBezTo>
                    <a:pt x="160115" y="31051"/>
                    <a:pt x="162592" y="33623"/>
                    <a:pt x="165735" y="33623"/>
                  </a:cubicBezTo>
                  <a:cubicBezTo>
                    <a:pt x="168879" y="33623"/>
                    <a:pt x="171355" y="31147"/>
                    <a:pt x="171355" y="28004"/>
                  </a:cubicBezTo>
                  <a:lnTo>
                    <a:pt x="171355" y="15716"/>
                  </a:lnTo>
                  <a:cubicBezTo>
                    <a:pt x="171355" y="13049"/>
                    <a:pt x="170212" y="10382"/>
                    <a:pt x="168307" y="8477"/>
                  </a:cubicBezTo>
                  <a:cubicBezTo>
                    <a:pt x="166307" y="6572"/>
                    <a:pt x="163640" y="5620"/>
                    <a:pt x="160973" y="5715"/>
                  </a:cubicBezTo>
                  <a:cubicBezTo>
                    <a:pt x="142113" y="6477"/>
                    <a:pt x="123920" y="10573"/>
                    <a:pt x="106966" y="17812"/>
                  </a:cubicBezTo>
                  <a:lnTo>
                    <a:pt x="90774" y="1619"/>
                  </a:lnTo>
                  <a:cubicBezTo>
                    <a:pt x="89726" y="571"/>
                    <a:pt x="88297" y="0"/>
                    <a:pt x="86869" y="0"/>
                  </a:cubicBezTo>
                  <a:lnTo>
                    <a:pt x="38005" y="0"/>
                  </a:lnTo>
                  <a:cubicBezTo>
                    <a:pt x="34957" y="0"/>
                    <a:pt x="32385" y="2476"/>
                    <a:pt x="32385" y="5620"/>
                  </a:cubicBezTo>
                  <a:cubicBezTo>
                    <a:pt x="32385" y="8763"/>
                    <a:pt x="34862" y="11239"/>
                    <a:pt x="38005" y="11239"/>
                  </a:cubicBezTo>
                  <a:lnTo>
                    <a:pt x="84487" y="11239"/>
                  </a:lnTo>
                  <a:lnTo>
                    <a:pt x="96203" y="22955"/>
                  </a:lnTo>
                  <a:cubicBezTo>
                    <a:pt x="81249" y="30766"/>
                    <a:pt x="67533" y="40957"/>
                    <a:pt x="55626" y="53530"/>
                  </a:cubicBezTo>
                  <a:cubicBezTo>
                    <a:pt x="27718" y="82772"/>
                    <a:pt x="12573" y="121158"/>
                    <a:pt x="12954" y="161449"/>
                  </a:cubicBezTo>
                  <a:cubicBezTo>
                    <a:pt x="13335" y="201930"/>
                    <a:pt x="29528" y="240125"/>
                    <a:pt x="58388" y="268891"/>
                  </a:cubicBezTo>
                  <a:cubicBezTo>
                    <a:pt x="59913" y="270415"/>
                    <a:pt x="61436" y="271843"/>
                    <a:pt x="62961" y="273272"/>
                  </a:cubicBezTo>
                  <a:lnTo>
                    <a:pt x="52102" y="284131"/>
                  </a:lnTo>
                  <a:lnTo>
                    <a:pt x="5620" y="284131"/>
                  </a:lnTo>
                  <a:cubicBezTo>
                    <a:pt x="2572" y="284131"/>
                    <a:pt x="0" y="286607"/>
                    <a:pt x="0" y="289750"/>
                  </a:cubicBezTo>
                  <a:cubicBezTo>
                    <a:pt x="0" y="292894"/>
                    <a:pt x="2477" y="295370"/>
                    <a:pt x="5620" y="295370"/>
                  </a:cubicBezTo>
                  <a:lnTo>
                    <a:pt x="54483" y="295370"/>
                  </a:lnTo>
                  <a:cubicBezTo>
                    <a:pt x="56007" y="295370"/>
                    <a:pt x="57341" y="294799"/>
                    <a:pt x="58388" y="293751"/>
                  </a:cubicBezTo>
                  <a:lnTo>
                    <a:pt x="71533" y="280606"/>
                  </a:lnTo>
                  <a:cubicBezTo>
                    <a:pt x="98393" y="302038"/>
                    <a:pt x="131350" y="313849"/>
                    <a:pt x="166021" y="314039"/>
                  </a:cubicBezTo>
                  <a:cubicBezTo>
                    <a:pt x="166402" y="314039"/>
                    <a:pt x="166878" y="314039"/>
                    <a:pt x="167259" y="314039"/>
                  </a:cubicBezTo>
                  <a:cubicBezTo>
                    <a:pt x="207359" y="314039"/>
                    <a:pt x="245269" y="298704"/>
                    <a:pt x="274225" y="270796"/>
                  </a:cubicBezTo>
                  <a:cubicBezTo>
                    <a:pt x="283845" y="261556"/>
                    <a:pt x="292132" y="251174"/>
                    <a:pt x="298895" y="240030"/>
                  </a:cubicBezTo>
                  <a:lnTo>
                    <a:pt x="318231" y="259366"/>
                  </a:lnTo>
                  <a:close/>
                  <a:moveTo>
                    <a:pt x="172879" y="302609"/>
                  </a:moveTo>
                  <a:lnTo>
                    <a:pt x="172879" y="256508"/>
                  </a:lnTo>
                  <a:cubicBezTo>
                    <a:pt x="184500" y="255841"/>
                    <a:pt x="195739" y="253174"/>
                    <a:pt x="206216" y="248507"/>
                  </a:cubicBezTo>
                  <a:lnTo>
                    <a:pt x="221838" y="264128"/>
                  </a:lnTo>
                  <a:cubicBezTo>
                    <a:pt x="222885" y="265176"/>
                    <a:pt x="224314" y="265747"/>
                    <a:pt x="225743" y="265747"/>
                  </a:cubicBezTo>
                  <a:cubicBezTo>
                    <a:pt x="227172" y="265747"/>
                    <a:pt x="228600" y="265176"/>
                    <a:pt x="229648" y="264128"/>
                  </a:cubicBezTo>
                  <a:cubicBezTo>
                    <a:pt x="231839" y="261938"/>
                    <a:pt x="231839" y="258413"/>
                    <a:pt x="229648" y="256222"/>
                  </a:cubicBezTo>
                  <a:lnTo>
                    <a:pt x="216599" y="243173"/>
                  </a:lnTo>
                  <a:cubicBezTo>
                    <a:pt x="222695" y="239554"/>
                    <a:pt x="228505" y="235172"/>
                    <a:pt x="233839" y="230219"/>
                  </a:cubicBezTo>
                  <a:cubicBezTo>
                    <a:pt x="234696" y="229457"/>
                    <a:pt x="235458" y="228600"/>
                    <a:pt x="236315" y="227838"/>
                  </a:cubicBezTo>
                  <a:cubicBezTo>
                    <a:pt x="246793" y="238220"/>
                    <a:pt x="257652" y="249079"/>
                    <a:pt x="268700" y="260128"/>
                  </a:cubicBezTo>
                  <a:cubicBezTo>
                    <a:pt x="243936" y="285083"/>
                    <a:pt x="210121" y="301085"/>
                    <a:pt x="172974" y="302609"/>
                  </a:cubicBezTo>
                  <a:lnTo>
                    <a:pt x="172974" y="302609"/>
                  </a:lnTo>
                  <a:close/>
                  <a:moveTo>
                    <a:pt x="276225" y="251936"/>
                  </a:moveTo>
                  <a:cubicBezTo>
                    <a:pt x="265081" y="240792"/>
                    <a:pt x="254222" y="229933"/>
                    <a:pt x="243745" y="219456"/>
                  </a:cubicBezTo>
                  <a:cubicBezTo>
                    <a:pt x="255937" y="203930"/>
                    <a:pt x="263081" y="185166"/>
                    <a:pt x="264224" y="165354"/>
                  </a:cubicBezTo>
                  <a:lnTo>
                    <a:pt x="310325" y="165354"/>
                  </a:lnTo>
                  <a:cubicBezTo>
                    <a:pt x="309563" y="185356"/>
                    <a:pt x="304610" y="204311"/>
                    <a:pt x="296323" y="221361"/>
                  </a:cubicBezTo>
                  <a:lnTo>
                    <a:pt x="287846" y="212884"/>
                  </a:lnTo>
                  <a:cubicBezTo>
                    <a:pt x="285655" y="210693"/>
                    <a:pt x="282131" y="210693"/>
                    <a:pt x="279940" y="212884"/>
                  </a:cubicBezTo>
                  <a:cubicBezTo>
                    <a:pt x="277749" y="215074"/>
                    <a:pt x="277749" y="218599"/>
                    <a:pt x="279940" y="220789"/>
                  </a:cubicBezTo>
                  <a:lnTo>
                    <a:pt x="290799" y="231648"/>
                  </a:lnTo>
                  <a:cubicBezTo>
                    <a:pt x="286512" y="238887"/>
                    <a:pt x="281750" y="245650"/>
                    <a:pt x="276320" y="251936"/>
                  </a:cubicBezTo>
                  <a:lnTo>
                    <a:pt x="276320" y="2519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27"/>
            <p:cNvSpPr/>
            <p:nvPr/>
          </p:nvSpPr>
          <p:spPr>
            <a:xfrm>
              <a:off x="8197119" y="4774120"/>
              <a:ext cx="27336" cy="11239"/>
            </a:xfrm>
            <a:custGeom>
              <a:rect b="b" l="l" r="r" t="t"/>
              <a:pathLst>
                <a:path extrusionOk="0" h="11239" w="27336">
                  <a:moveTo>
                    <a:pt x="21717" y="0"/>
                  </a:move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6" y="11239"/>
                    <a:pt x="5619" y="11239"/>
                  </a:cubicBezTo>
                  <a:lnTo>
                    <a:pt x="21717" y="11239"/>
                  </a:lnTo>
                  <a:cubicBezTo>
                    <a:pt x="24765" y="11239"/>
                    <a:pt x="27337" y="8763"/>
                    <a:pt x="27337" y="5620"/>
                  </a:cubicBezTo>
                  <a:cubicBezTo>
                    <a:pt x="27337" y="2477"/>
                    <a:pt x="24860" y="0"/>
                    <a:pt x="21717" y="0"/>
                  </a:cubicBezTo>
                  <a:lnTo>
                    <a:pt x="217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27"/>
            <p:cNvSpPr/>
            <p:nvPr/>
          </p:nvSpPr>
          <p:spPr>
            <a:xfrm>
              <a:off x="8171020" y="4774120"/>
              <a:ext cx="17526" cy="11239"/>
            </a:xfrm>
            <a:custGeom>
              <a:rect b="b" l="l" r="r" t="t"/>
              <a:pathLst>
                <a:path extrusionOk="0" h="11239" w="17526">
                  <a:moveTo>
                    <a:pt x="11906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1906" y="11239"/>
                  </a:lnTo>
                  <a:cubicBezTo>
                    <a:pt x="14954" y="11239"/>
                    <a:pt x="17526" y="8763"/>
                    <a:pt x="17526" y="5620"/>
                  </a:cubicBezTo>
                  <a:cubicBezTo>
                    <a:pt x="17526" y="2477"/>
                    <a:pt x="15050" y="0"/>
                    <a:pt x="11906" y="0"/>
                  </a:cubicBezTo>
                  <a:lnTo>
                    <a:pt x="11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27"/>
            <p:cNvSpPr/>
            <p:nvPr/>
          </p:nvSpPr>
          <p:spPr>
            <a:xfrm>
              <a:off x="8148256" y="4753451"/>
              <a:ext cx="76200" cy="11239"/>
            </a:xfrm>
            <a:custGeom>
              <a:rect b="b" l="l" r="r" t="t"/>
              <a:pathLst>
                <a:path extrusionOk="0" h="11239" w="76200">
                  <a:moveTo>
                    <a:pt x="70580" y="0"/>
                  </a:move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19" y="11240"/>
                  </a:cubicBezTo>
                  <a:lnTo>
                    <a:pt x="70580" y="11240"/>
                  </a:lnTo>
                  <a:cubicBezTo>
                    <a:pt x="73628" y="11240"/>
                    <a:pt x="76200" y="8763"/>
                    <a:pt x="76200" y="5620"/>
                  </a:cubicBezTo>
                  <a:cubicBezTo>
                    <a:pt x="76200" y="2477"/>
                    <a:pt x="73723" y="0"/>
                    <a:pt x="70580" y="0"/>
                  </a:cubicBezTo>
                  <a:lnTo>
                    <a:pt x="705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27"/>
            <p:cNvSpPr/>
            <p:nvPr/>
          </p:nvSpPr>
          <p:spPr>
            <a:xfrm>
              <a:off x="7978520" y="4648200"/>
              <a:ext cx="27336" cy="11239"/>
            </a:xfrm>
            <a:custGeom>
              <a:rect b="b" l="l" r="r" t="t"/>
              <a:pathLst>
                <a:path extrusionOk="0" h="11239" w="27336">
                  <a:moveTo>
                    <a:pt x="5619" y="11239"/>
                  </a:moveTo>
                  <a:lnTo>
                    <a:pt x="21717" y="11239"/>
                  </a:lnTo>
                  <a:cubicBezTo>
                    <a:pt x="24765" y="11239"/>
                    <a:pt x="27337" y="8763"/>
                    <a:pt x="27337" y="5620"/>
                  </a:cubicBezTo>
                  <a:cubicBezTo>
                    <a:pt x="27337" y="2477"/>
                    <a:pt x="24860" y="0"/>
                    <a:pt x="21717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27"/>
            <p:cNvSpPr/>
            <p:nvPr/>
          </p:nvSpPr>
          <p:spPr>
            <a:xfrm>
              <a:off x="8014524" y="4648200"/>
              <a:ext cx="17526" cy="11239"/>
            </a:xfrm>
            <a:custGeom>
              <a:rect b="b" l="l" r="r" t="t"/>
              <a:pathLst>
                <a:path extrusionOk="0" h="11239" w="17526">
                  <a:moveTo>
                    <a:pt x="0" y="5620"/>
                  </a:moveTo>
                  <a:cubicBezTo>
                    <a:pt x="0" y="8668"/>
                    <a:pt x="2477" y="11239"/>
                    <a:pt x="5620" y="11239"/>
                  </a:cubicBezTo>
                  <a:lnTo>
                    <a:pt x="11906" y="11239"/>
                  </a:lnTo>
                  <a:cubicBezTo>
                    <a:pt x="14954" y="11239"/>
                    <a:pt x="17526" y="8763"/>
                    <a:pt x="17526" y="5620"/>
                  </a:cubicBezTo>
                  <a:cubicBezTo>
                    <a:pt x="17526" y="2477"/>
                    <a:pt x="15050" y="0"/>
                    <a:pt x="1190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27"/>
            <p:cNvSpPr/>
            <p:nvPr/>
          </p:nvSpPr>
          <p:spPr>
            <a:xfrm>
              <a:off x="7978520" y="4668964"/>
              <a:ext cx="79438" cy="11239"/>
            </a:xfrm>
            <a:custGeom>
              <a:rect b="b" l="l" r="r" t="t"/>
              <a:pathLst>
                <a:path extrusionOk="0" h="11239" w="79438">
                  <a:moveTo>
                    <a:pt x="5619" y="11239"/>
                  </a:moveTo>
                  <a:lnTo>
                    <a:pt x="73819" y="11239"/>
                  </a:lnTo>
                  <a:cubicBezTo>
                    <a:pt x="76867" y="11239"/>
                    <a:pt x="79438" y="8763"/>
                    <a:pt x="79438" y="5620"/>
                  </a:cubicBezTo>
                  <a:cubicBezTo>
                    <a:pt x="79438" y="2477"/>
                    <a:pt x="76962" y="0"/>
                    <a:pt x="73819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1" name="Google Shape;801;p27"/>
          <p:cNvGrpSpPr/>
          <p:nvPr/>
        </p:nvGrpSpPr>
        <p:grpSpPr>
          <a:xfrm>
            <a:off x="5661807" y="3984258"/>
            <a:ext cx="426217" cy="426217"/>
            <a:chOff x="7068216" y="4438269"/>
            <a:chExt cx="381095" cy="381095"/>
          </a:xfrm>
        </p:grpSpPr>
        <p:sp>
          <p:nvSpPr>
            <p:cNvPr id="802" name="Google Shape;802;p27"/>
            <p:cNvSpPr/>
            <p:nvPr/>
          </p:nvSpPr>
          <p:spPr>
            <a:xfrm>
              <a:off x="7068216" y="4438269"/>
              <a:ext cx="381095" cy="381095"/>
            </a:xfrm>
            <a:custGeom>
              <a:rect b="b" l="l" r="r" t="t"/>
              <a:pathLst>
                <a:path extrusionOk="0" h="381095" w="381095">
                  <a:moveTo>
                    <a:pt x="375761" y="370237"/>
                  </a:moveTo>
                  <a:lnTo>
                    <a:pt x="360997" y="370237"/>
                  </a:lnTo>
                  <a:lnTo>
                    <a:pt x="360997" y="362521"/>
                  </a:lnTo>
                  <a:cubicBezTo>
                    <a:pt x="360997" y="359474"/>
                    <a:pt x="358521" y="356902"/>
                    <a:pt x="355378" y="356902"/>
                  </a:cubicBezTo>
                  <a:cubicBezTo>
                    <a:pt x="352234" y="356902"/>
                    <a:pt x="349758" y="359378"/>
                    <a:pt x="349758" y="362521"/>
                  </a:cubicBezTo>
                  <a:lnTo>
                    <a:pt x="349758" y="370237"/>
                  </a:lnTo>
                  <a:lnTo>
                    <a:pt x="309943" y="370237"/>
                  </a:lnTo>
                  <a:lnTo>
                    <a:pt x="309943" y="362521"/>
                  </a:lnTo>
                  <a:cubicBezTo>
                    <a:pt x="309943" y="359474"/>
                    <a:pt x="307467" y="356902"/>
                    <a:pt x="304324" y="356902"/>
                  </a:cubicBezTo>
                  <a:cubicBezTo>
                    <a:pt x="301180" y="356902"/>
                    <a:pt x="298704" y="359378"/>
                    <a:pt x="298704" y="362521"/>
                  </a:cubicBezTo>
                  <a:lnTo>
                    <a:pt x="298704" y="370237"/>
                  </a:lnTo>
                  <a:lnTo>
                    <a:pt x="258889" y="370237"/>
                  </a:lnTo>
                  <a:lnTo>
                    <a:pt x="258889" y="362521"/>
                  </a:lnTo>
                  <a:cubicBezTo>
                    <a:pt x="258889" y="359474"/>
                    <a:pt x="256413" y="356902"/>
                    <a:pt x="253269" y="356902"/>
                  </a:cubicBezTo>
                  <a:cubicBezTo>
                    <a:pt x="250127" y="356902"/>
                    <a:pt x="247650" y="359378"/>
                    <a:pt x="247650" y="362521"/>
                  </a:cubicBezTo>
                  <a:lnTo>
                    <a:pt x="247650" y="370237"/>
                  </a:lnTo>
                  <a:lnTo>
                    <a:pt x="207836" y="370237"/>
                  </a:lnTo>
                  <a:lnTo>
                    <a:pt x="207836" y="362521"/>
                  </a:lnTo>
                  <a:cubicBezTo>
                    <a:pt x="207836" y="359474"/>
                    <a:pt x="205359" y="356902"/>
                    <a:pt x="202216" y="356902"/>
                  </a:cubicBezTo>
                  <a:cubicBezTo>
                    <a:pt x="199072" y="356902"/>
                    <a:pt x="196596" y="359378"/>
                    <a:pt x="196596" y="362521"/>
                  </a:cubicBezTo>
                  <a:lnTo>
                    <a:pt x="196596" y="370237"/>
                  </a:lnTo>
                  <a:lnTo>
                    <a:pt x="11239" y="370237"/>
                  </a:lnTo>
                  <a:lnTo>
                    <a:pt x="11239" y="302228"/>
                  </a:lnTo>
                  <a:lnTo>
                    <a:pt x="40672" y="294037"/>
                  </a:lnTo>
                  <a:cubicBezTo>
                    <a:pt x="44101" y="300418"/>
                    <a:pt x="50197" y="305181"/>
                    <a:pt x="57531" y="306895"/>
                  </a:cubicBezTo>
                  <a:lnTo>
                    <a:pt x="57531" y="344995"/>
                  </a:lnTo>
                  <a:cubicBezTo>
                    <a:pt x="57531" y="348043"/>
                    <a:pt x="60007" y="350615"/>
                    <a:pt x="63151" y="350615"/>
                  </a:cubicBezTo>
                  <a:cubicBezTo>
                    <a:pt x="66294" y="350615"/>
                    <a:pt x="68771" y="348139"/>
                    <a:pt x="68771" y="344995"/>
                  </a:cubicBezTo>
                  <a:lnTo>
                    <a:pt x="68771" y="306895"/>
                  </a:lnTo>
                  <a:cubicBezTo>
                    <a:pt x="80105" y="304324"/>
                    <a:pt x="88678" y="294132"/>
                    <a:pt x="88678" y="282035"/>
                  </a:cubicBezTo>
                  <a:cubicBezTo>
                    <a:pt x="88678" y="275749"/>
                    <a:pt x="86392" y="269938"/>
                    <a:pt x="82487" y="265462"/>
                  </a:cubicBezTo>
                  <a:lnTo>
                    <a:pt x="102394" y="238792"/>
                  </a:lnTo>
                  <a:cubicBezTo>
                    <a:pt x="104204" y="236315"/>
                    <a:pt x="103727" y="232791"/>
                    <a:pt x="101251" y="230981"/>
                  </a:cubicBezTo>
                  <a:cubicBezTo>
                    <a:pt x="98774" y="229171"/>
                    <a:pt x="95250" y="229648"/>
                    <a:pt x="93440" y="232124"/>
                  </a:cubicBezTo>
                  <a:lnTo>
                    <a:pt x="73533" y="258794"/>
                  </a:lnTo>
                  <a:cubicBezTo>
                    <a:pt x="70390" y="257366"/>
                    <a:pt x="66865" y="256603"/>
                    <a:pt x="63151" y="256603"/>
                  </a:cubicBezTo>
                  <a:cubicBezTo>
                    <a:pt x="49149" y="256603"/>
                    <a:pt x="37719" y="268034"/>
                    <a:pt x="37719" y="282035"/>
                  </a:cubicBezTo>
                  <a:cubicBezTo>
                    <a:pt x="37719" y="282511"/>
                    <a:pt x="37719" y="282892"/>
                    <a:pt x="37719" y="283274"/>
                  </a:cubicBezTo>
                  <a:lnTo>
                    <a:pt x="11239" y="290608"/>
                  </a:lnTo>
                  <a:lnTo>
                    <a:pt x="11239" y="188595"/>
                  </a:lnTo>
                  <a:lnTo>
                    <a:pt x="18955" y="188595"/>
                  </a:lnTo>
                  <a:cubicBezTo>
                    <a:pt x="22003" y="188595"/>
                    <a:pt x="24574" y="186118"/>
                    <a:pt x="24574" y="182975"/>
                  </a:cubicBezTo>
                  <a:cubicBezTo>
                    <a:pt x="24574" y="179832"/>
                    <a:pt x="22098" y="177355"/>
                    <a:pt x="18955" y="177355"/>
                  </a:cubicBezTo>
                  <a:lnTo>
                    <a:pt x="11239" y="177355"/>
                  </a:lnTo>
                  <a:lnTo>
                    <a:pt x="11239" y="137541"/>
                  </a:lnTo>
                  <a:lnTo>
                    <a:pt x="18955" y="137541"/>
                  </a:lnTo>
                  <a:cubicBezTo>
                    <a:pt x="22003" y="137541"/>
                    <a:pt x="24574" y="135065"/>
                    <a:pt x="24574" y="131921"/>
                  </a:cubicBezTo>
                  <a:cubicBezTo>
                    <a:pt x="24574" y="128778"/>
                    <a:pt x="22098" y="126301"/>
                    <a:pt x="18955" y="126301"/>
                  </a:cubicBezTo>
                  <a:lnTo>
                    <a:pt x="11239" y="126301"/>
                  </a:lnTo>
                  <a:lnTo>
                    <a:pt x="11239" y="86487"/>
                  </a:lnTo>
                  <a:lnTo>
                    <a:pt x="18955" y="86487"/>
                  </a:lnTo>
                  <a:cubicBezTo>
                    <a:pt x="22003" y="86487"/>
                    <a:pt x="24574" y="84010"/>
                    <a:pt x="24574" y="80867"/>
                  </a:cubicBezTo>
                  <a:cubicBezTo>
                    <a:pt x="24574" y="77724"/>
                    <a:pt x="22098" y="75247"/>
                    <a:pt x="18955" y="75247"/>
                  </a:cubicBezTo>
                  <a:lnTo>
                    <a:pt x="11239" y="75247"/>
                  </a:lnTo>
                  <a:lnTo>
                    <a:pt x="11239" y="35433"/>
                  </a:lnTo>
                  <a:lnTo>
                    <a:pt x="18955" y="35433"/>
                  </a:lnTo>
                  <a:cubicBezTo>
                    <a:pt x="22003" y="35433"/>
                    <a:pt x="24574" y="32956"/>
                    <a:pt x="24574" y="29813"/>
                  </a:cubicBezTo>
                  <a:cubicBezTo>
                    <a:pt x="24574" y="26670"/>
                    <a:pt x="22098" y="24193"/>
                    <a:pt x="18955" y="24193"/>
                  </a:cubicBezTo>
                  <a:lnTo>
                    <a:pt x="11239" y="24193"/>
                  </a:ln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6" y="0"/>
                    <a:pt x="0" y="2476"/>
                    <a:pt x="0" y="5620"/>
                  </a:cubicBezTo>
                  <a:lnTo>
                    <a:pt x="0" y="375475"/>
                  </a:lnTo>
                  <a:cubicBezTo>
                    <a:pt x="0" y="378524"/>
                    <a:pt x="2476" y="381095"/>
                    <a:pt x="5620" y="381095"/>
                  </a:cubicBezTo>
                  <a:lnTo>
                    <a:pt x="375475" y="381095"/>
                  </a:lnTo>
                  <a:cubicBezTo>
                    <a:pt x="378523" y="381095"/>
                    <a:pt x="381095" y="378619"/>
                    <a:pt x="381095" y="375475"/>
                  </a:cubicBezTo>
                  <a:cubicBezTo>
                    <a:pt x="381095" y="372332"/>
                    <a:pt x="378619" y="369856"/>
                    <a:pt x="375475" y="369856"/>
                  </a:cubicBezTo>
                  <a:lnTo>
                    <a:pt x="375475" y="369856"/>
                  </a:lnTo>
                  <a:close/>
                  <a:moveTo>
                    <a:pt x="63341" y="267748"/>
                  </a:moveTo>
                  <a:cubicBezTo>
                    <a:pt x="71247" y="267748"/>
                    <a:pt x="77629" y="274129"/>
                    <a:pt x="77629" y="282035"/>
                  </a:cubicBezTo>
                  <a:cubicBezTo>
                    <a:pt x="77629" y="289941"/>
                    <a:pt x="71247" y="296323"/>
                    <a:pt x="63341" y="296323"/>
                  </a:cubicBezTo>
                  <a:cubicBezTo>
                    <a:pt x="55436" y="296323"/>
                    <a:pt x="49054" y="289941"/>
                    <a:pt x="49054" y="282035"/>
                  </a:cubicBezTo>
                  <a:cubicBezTo>
                    <a:pt x="49054" y="274129"/>
                    <a:pt x="55436" y="267748"/>
                    <a:pt x="63341" y="267748"/>
                  </a:cubicBezTo>
                  <a:lnTo>
                    <a:pt x="63341" y="2677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27"/>
            <p:cNvSpPr/>
            <p:nvPr/>
          </p:nvSpPr>
          <p:spPr>
            <a:xfrm>
              <a:off x="7291077" y="4459901"/>
              <a:ext cx="138316" cy="302979"/>
            </a:xfrm>
            <a:custGeom>
              <a:rect b="b" l="l" r="r" t="t"/>
              <a:pathLst>
                <a:path extrusionOk="0" h="302979" w="138316">
                  <a:moveTo>
                    <a:pt x="5358" y="123815"/>
                  </a:moveTo>
                  <a:cubicBezTo>
                    <a:pt x="6786" y="123815"/>
                    <a:pt x="8215" y="123243"/>
                    <a:pt x="9358" y="122195"/>
                  </a:cubicBezTo>
                  <a:lnTo>
                    <a:pt x="30504" y="100859"/>
                  </a:lnTo>
                  <a:cubicBezTo>
                    <a:pt x="32885" y="102383"/>
                    <a:pt x="35647" y="103526"/>
                    <a:pt x="38505" y="104193"/>
                  </a:cubicBezTo>
                  <a:lnTo>
                    <a:pt x="38505" y="263641"/>
                  </a:lnTo>
                  <a:cubicBezTo>
                    <a:pt x="38505" y="266690"/>
                    <a:pt x="40981" y="269261"/>
                    <a:pt x="44124" y="269261"/>
                  </a:cubicBezTo>
                  <a:cubicBezTo>
                    <a:pt x="47268" y="269261"/>
                    <a:pt x="49744" y="266785"/>
                    <a:pt x="49744" y="263641"/>
                  </a:cubicBezTo>
                  <a:lnTo>
                    <a:pt x="49744" y="104193"/>
                  </a:lnTo>
                  <a:cubicBezTo>
                    <a:pt x="56793" y="102574"/>
                    <a:pt x="62793" y="98097"/>
                    <a:pt x="66318" y="91906"/>
                  </a:cubicBezTo>
                  <a:lnTo>
                    <a:pt x="77557" y="95335"/>
                  </a:lnTo>
                  <a:lnTo>
                    <a:pt x="77557" y="297360"/>
                  </a:lnTo>
                  <a:cubicBezTo>
                    <a:pt x="77557" y="300408"/>
                    <a:pt x="80034" y="302980"/>
                    <a:pt x="83177" y="302980"/>
                  </a:cubicBezTo>
                  <a:cubicBezTo>
                    <a:pt x="86321" y="302980"/>
                    <a:pt x="88797" y="300503"/>
                    <a:pt x="88797" y="297360"/>
                  </a:cubicBezTo>
                  <a:lnTo>
                    <a:pt x="88797" y="92763"/>
                  </a:lnTo>
                  <a:lnTo>
                    <a:pt x="137565" y="8371"/>
                  </a:lnTo>
                  <a:cubicBezTo>
                    <a:pt x="139089" y="5704"/>
                    <a:pt x="138231" y="2275"/>
                    <a:pt x="135565" y="751"/>
                  </a:cubicBezTo>
                  <a:cubicBezTo>
                    <a:pt x="132897" y="-773"/>
                    <a:pt x="129468" y="85"/>
                    <a:pt x="127945" y="2752"/>
                  </a:cubicBezTo>
                  <a:lnTo>
                    <a:pt x="80605" y="84667"/>
                  </a:lnTo>
                  <a:lnTo>
                    <a:pt x="69652" y="81333"/>
                  </a:lnTo>
                  <a:cubicBezTo>
                    <a:pt x="69652" y="80666"/>
                    <a:pt x="69652" y="80095"/>
                    <a:pt x="69652" y="79428"/>
                  </a:cubicBezTo>
                  <a:cubicBezTo>
                    <a:pt x="69652" y="65426"/>
                    <a:pt x="58222" y="53996"/>
                    <a:pt x="44220" y="53996"/>
                  </a:cubicBezTo>
                  <a:cubicBezTo>
                    <a:pt x="30218" y="53996"/>
                    <a:pt x="18788" y="65426"/>
                    <a:pt x="18788" y="79428"/>
                  </a:cubicBezTo>
                  <a:cubicBezTo>
                    <a:pt x="18788" y="84476"/>
                    <a:pt x="20217" y="89143"/>
                    <a:pt x="22788" y="93144"/>
                  </a:cubicBezTo>
                  <a:lnTo>
                    <a:pt x="1643" y="114480"/>
                  </a:lnTo>
                  <a:cubicBezTo>
                    <a:pt x="-548" y="116671"/>
                    <a:pt x="-548" y="120195"/>
                    <a:pt x="1643" y="122386"/>
                  </a:cubicBezTo>
                  <a:cubicBezTo>
                    <a:pt x="2691" y="123433"/>
                    <a:pt x="4120" y="124005"/>
                    <a:pt x="5548" y="124005"/>
                  </a:cubicBezTo>
                  <a:lnTo>
                    <a:pt x="5548" y="124005"/>
                  </a:lnTo>
                  <a:close/>
                  <a:moveTo>
                    <a:pt x="44030" y="64950"/>
                  </a:moveTo>
                  <a:cubicBezTo>
                    <a:pt x="51935" y="64950"/>
                    <a:pt x="58317" y="71332"/>
                    <a:pt x="58317" y="79237"/>
                  </a:cubicBezTo>
                  <a:cubicBezTo>
                    <a:pt x="58317" y="87143"/>
                    <a:pt x="51935" y="93525"/>
                    <a:pt x="44030" y="93525"/>
                  </a:cubicBezTo>
                  <a:cubicBezTo>
                    <a:pt x="36124" y="93525"/>
                    <a:pt x="29742" y="87143"/>
                    <a:pt x="29742" y="79237"/>
                  </a:cubicBezTo>
                  <a:cubicBezTo>
                    <a:pt x="29742" y="71332"/>
                    <a:pt x="36124" y="64950"/>
                    <a:pt x="44030" y="64950"/>
                  </a:cubicBezTo>
                  <a:lnTo>
                    <a:pt x="44030" y="649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27"/>
            <p:cNvSpPr/>
            <p:nvPr/>
          </p:nvSpPr>
          <p:spPr>
            <a:xfrm>
              <a:off x="7175612" y="4590073"/>
              <a:ext cx="109130" cy="179570"/>
            </a:xfrm>
            <a:custGeom>
              <a:rect b="b" l="l" r="r" t="t"/>
              <a:pathLst>
                <a:path extrusionOk="0" h="179570" w="109130">
                  <a:moveTo>
                    <a:pt x="5475" y="29456"/>
                  </a:moveTo>
                  <a:cubicBezTo>
                    <a:pt x="5475" y="35743"/>
                    <a:pt x="7761" y="41553"/>
                    <a:pt x="11666" y="46030"/>
                  </a:cubicBezTo>
                  <a:lnTo>
                    <a:pt x="1093" y="60222"/>
                  </a:lnTo>
                  <a:cubicBezTo>
                    <a:pt x="-717" y="62698"/>
                    <a:pt x="-240" y="66223"/>
                    <a:pt x="2236" y="68032"/>
                  </a:cubicBezTo>
                  <a:cubicBezTo>
                    <a:pt x="3284" y="68794"/>
                    <a:pt x="4427" y="69175"/>
                    <a:pt x="5570" y="69175"/>
                  </a:cubicBezTo>
                  <a:cubicBezTo>
                    <a:pt x="7284" y="69175"/>
                    <a:pt x="8999" y="68413"/>
                    <a:pt x="10046" y="66889"/>
                  </a:cubicBezTo>
                  <a:lnTo>
                    <a:pt x="20619" y="52697"/>
                  </a:lnTo>
                  <a:cubicBezTo>
                    <a:pt x="22143" y="53364"/>
                    <a:pt x="23762" y="53935"/>
                    <a:pt x="25382" y="54316"/>
                  </a:cubicBezTo>
                  <a:lnTo>
                    <a:pt x="25382" y="160806"/>
                  </a:lnTo>
                  <a:cubicBezTo>
                    <a:pt x="25382" y="163854"/>
                    <a:pt x="27858" y="166426"/>
                    <a:pt x="31002" y="166426"/>
                  </a:cubicBezTo>
                  <a:cubicBezTo>
                    <a:pt x="34145" y="166426"/>
                    <a:pt x="36621" y="163949"/>
                    <a:pt x="36621" y="160806"/>
                  </a:cubicBezTo>
                  <a:lnTo>
                    <a:pt x="36621" y="54316"/>
                  </a:lnTo>
                  <a:cubicBezTo>
                    <a:pt x="44146" y="52602"/>
                    <a:pt x="50433" y="47554"/>
                    <a:pt x="53862" y="40791"/>
                  </a:cubicBezTo>
                  <a:lnTo>
                    <a:pt x="64625" y="43458"/>
                  </a:lnTo>
                  <a:lnTo>
                    <a:pt x="64625" y="173950"/>
                  </a:lnTo>
                  <a:cubicBezTo>
                    <a:pt x="64625" y="176998"/>
                    <a:pt x="67101" y="179570"/>
                    <a:pt x="70245" y="179570"/>
                  </a:cubicBezTo>
                  <a:cubicBezTo>
                    <a:pt x="73388" y="179570"/>
                    <a:pt x="75864" y="177093"/>
                    <a:pt x="75864" y="173950"/>
                  </a:cubicBezTo>
                  <a:lnTo>
                    <a:pt x="75864" y="41362"/>
                  </a:lnTo>
                  <a:lnTo>
                    <a:pt x="107487" y="9549"/>
                  </a:lnTo>
                  <a:cubicBezTo>
                    <a:pt x="109678" y="7358"/>
                    <a:pt x="109678" y="3834"/>
                    <a:pt x="107487" y="1643"/>
                  </a:cubicBezTo>
                  <a:cubicBezTo>
                    <a:pt x="105296" y="-548"/>
                    <a:pt x="101772" y="-548"/>
                    <a:pt x="99581" y="1643"/>
                  </a:cubicBezTo>
                  <a:lnTo>
                    <a:pt x="68530" y="32885"/>
                  </a:lnTo>
                  <a:lnTo>
                    <a:pt x="56624" y="29932"/>
                  </a:lnTo>
                  <a:cubicBezTo>
                    <a:pt x="56624" y="29932"/>
                    <a:pt x="56624" y="29647"/>
                    <a:pt x="56624" y="29456"/>
                  </a:cubicBezTo>
                  <a:cubicBezTo>
                    <a:pt x="56624" y="15454"/>
                    <a:pt x="45194" y="4024"/>
                    <a:pt x="31192" y="4024"/>
                  </a:cubicBezTo>
                  <a:cubicBezTo>
                    <a:pt x="17190" y="4024"/>
                    <a:pt x="5760" y="15454"/>
                    <a:pt x="5760" y="29456"/>
                  </a:cubicBezTo>
                  <a:lnTo>
                    <a:pt x="5760" y="29456"/>
                  </a:lnTo>
                  <a:close/>
                  <a:moveTo>
                    <a:pt x="45289" y="29456"/>
                  </a:moveTo>
                  <a:cubicBezTo>
                    <a:pt x="45289" y="37362"/>
                    <a:pt x="38907" y="43743"/>
                    <a:pt x="31002" y="43743"/>
                  </a:cubicBezTo>
                  <a:cubicBezTo>
                    <a:pt x="23096" y="43743"/>
                    <a:pt x="16714" y="37362"/>
                    <a:pt x="16714" y="29456"/>
                  </a:cubicBezTo>
                  <a:cubicBezTo>
                    <a:pt x="16714" y="21550"/>
                    <a:pt x="23096" y="15168"/>
                    <a:pt x="31002" y="15168"/>
                  </a:cubicBezTo>
                  <a:cubicBezTo>
                    <a:pt x="38907" y="15168"/>
                    <a:pt x="45289" y="21550"/>
                    <a:pt x="45289" y="29456"/>
                  </a:cubicBezTo>
                  <a:lnTo>
                    <a:pt x="45289" y="294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27"/>
            <p:cNvSpPr/>
            <p:nvPr/>
          </p:nvSpPr>
          <p:spPr>
            <a:xfrm>
              <a:off x="7146606" y="4481417"/>
              <a:ext cx="37623" cy="65436"/>
            </a:xfrm>
            <a:custGeom>
              <a:rect b="b" l="l" r="r" t="t"/>
              <a:pathLst>
                <a:path extrusionOk="0" h="65436" w="37623">
                  <a:moveTo>
                    <a:pt x="18860" y="65437"/>
                  </a:moveTo>
                  <a:cubicBezTo>
                    <a:pt x="21908" y="65437"/>
                    <a:pt x="24479" y="62960"/>
                    <a:pt x="24479" y="59817"/>
                  </a:cubicBezTo>
                  <a:lnTo>
                    <a:pt x="24479" y="58579"/>
                  </a:lnTo>
                  <a:cubicBezTo>
                    <a:pt x="31909" y="57341"/>
                    <a:pt x="37624" y="50863"/>
                    <a:pt x="37624" y="43148"/>
                  </a:cubicBezTo>
                  <a:cubicBezTo>
                    <a:pt x="37624" y="34480"/>
                    <a:pt x="30575" y="27432"/>
                    <a:pt x="21908" y="27432"/>
                  </a:cubicBezTo>
                  <a:lnTo>
                    <a:pt x="15812" y="27432"/>
                  </a:lnTo>
                  <a:cubicBezTo>
                    <a:pt x="13335" y="27432"/>
                    <a:pt x="11335" y="25432"/>
                    <a:pt x="11335" y="22955"/>
                  </a:cubicBezTo>
                  <a:cubicBezTo>
                    <a:pt x="11335" y="20479"/>
                    <a:pt x="13335" y="18479"/>
                    <a:pt x="15812" y="18479"/>
                  </a:cubicBezTo>
                  <a:lnTo>
                    <a:pt x="21908" y="18479"/>
                  </a:lnTo>
                  <a:cubicBezTo>
                    <a:pt x="23432" y="18479"/>
                    <a:pt x="24860" y="19241"/>
                    <a:pt x="25622" y="20479"/>
                  </a:cubicBezTo>
                  <a:cubicBezTo>
                    <a:pt x="27337" y="23051"/>
                    <a:pt x="30861" y="23717"/>
                    <a:pt x="33338" y="22003"/>
                  </a:cubicBezTo>
                  <a:cubicBezTo>
                    <a:pt x="35909" y="20288"/>
                    <a:pt x="36576" y="16764"/>
                    <a:pt x="34862" y="14288"/>
                  </a:cubicBezTo>
                  <a:cubicBezTo>
                    <a:pt x="32385" y="10668"/>
                    <a:pt x="28575" y="8287"/>
                    <a:pt x="24384" y="7620"/>
                  </a:cubicBezTo>
                  <a:lnTo>
                    <a:pt x="24384" y="5620"/>
                  </a:lnTo>
                  <a:cubicBezTo>
                    <a:pt x="24384" y="2572"/>
                    <a:pt x="21908" y="0"/>
                    <a:pt x="18764" y="0"/>
                  </a:cubicBezTo>
                  <a:cubicBezTo>
                    <a:pt x="15621" y="0"/>
                    <a:pt x="13145" y="2477"/>
                    <a:pt x="13145" y="5620"/>
                  </a:cubicBezTo>
                  <a:lnTo>
                    <a:pt x="13145" y="7620"/>
                  </a:lnTo>
                  <a:cubicBezTo>
                    <a:pt x="5715" y="8858"/>
                    <a:pt x="0" y="15335"/>
                    <a:pt x="0" y="23051"/>
                  </a:cubicBezTo>
                  <a:cubicBezTo>
                    <a:pt x="0" y="31718"/>
                    <a:pt x="7049" y="38767"/>
                    <a:pt x="15716" y="38767"/>
                  </a:cubicBezTo>
                  <a:lnTo>
                    <a:pt x="21812" y="38767"/>
                  </a:lnTo>
                  <a:cubicBezTo>
                    <a:pt x="24289" y="38767"/>
                    <a:pt x="26289" y="40767"/>
                    <a:pt x="26289" y="43244"/>
                  </a:cubicBezTo>
                  <a:cubicBezTo>
                    <a:pt x="26289" y="45720"/>
                    <a:pt x="24289" y="47720"/>
                    <a:pt x="21812" y="47720"/>
                  </a:cubicBezTo>
                  <a:lnTo>
                    <a:pt x="15716" y="47720"/>
                  </a:lnTo>
                  <a:cubicBezTo>
                    <a:pt x="13907" y="47720"/>
                    <a:pt x="12287" y="46673"/>
                    <a:pt x="11525" y="44958"/>
                  </a:cubicBezTo>
                  <a:cubicBezTo>
                    <a:pt x="10287" y="42101"/>
                    <a:pt x="7049" y="40767"/>
                    <a:pt x="4191" y="42005"/>
                  </a:cubicBezTo>
                  <a:cubicBezTo>
                    <a:pt x="1334" y="43244"/>
                    <a:pt x="0" y="46482"/>
                    <a:pt x="1238" y="49340"/>
                  </a:cubicBezTo>
                  <a:cubicBezTo>
                    <a:pt x="3334" y="54388"/>
                    <a:pt x="7906" y="57817"/>
                    <a:pt x="13145" y="58674"/>
                  </a:cubicBezTo>
                  <a:lnTo>
                    <a:pt x="13145" y="59817"/>
                  </a:lnTo>
                  <a:cubicBezTo>
                    <a:pt x="13145" y="62865"/>
                    <a:pt x="15621" y="65437"/>
                    <a:pt x="18764" y="65437"/>
                  </a:cubicBezTo>
                  <a:lnTo>
                    <a:pt x="18764" y="654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27"/>
            <p:cNvSpPr/>
            <p:nvPr/>
          </p:nvSpPr>
          <p:spPr>
            <a:xfrm>
              <a:off x="7112602" y="4461224"/>
              <a:ext cx="104193" cy="105822"/>
            </a:xfrm>
            <a:custGeom>
              <a:rect b="b" l="l" r="r" t="t"/>
              <a:pathLst>
                <a:path extrusionOk="0" h="105822" w="104193">
                  <a:moveTo>
                    <a:pt x="52864" y="105823"/>
                  </a:moveTo>
                  <a:cubicBezTo>
                    <a:pt x="76867" y="105823"/>
                    <a:pt x="97822" y="89630"/>
                    <a:pt x="104013" y="66485"/>
                  </a:cubicBezTo>
                  <a:cubicBezTo>
                    <a:pt x="104775" y="63532"/>
                    <a:pt x="103060" y="60484"/>
                    <a:pt x="100013" y="59627"/>
                  </a:cubicBezTo>
                  <a:cubicBezTo>
                    <a:pt x="97060" y="58864"/>
                    <a:pt x="94012" y="60579"/>
                    <a:pt x="93154" y="63627"/>
                  </a:cubicBezTo>
                  <a:cubicBezTo>
                    <a:pt x="88297" y="81915"/>
                    <a:pt x="71723" y="94583"/>
                    <a:pt x="52864" y="94583"/>
                  </a:cubicBezTo>
                  <a:cubicBezTo>
                    <a:pt x="29813" y="94583"/>
                    <a:pt x="11144" y="75819"/>
                    <a:pt x="11144" y="52864"/>
                  </a:cubicBezTo>
                  <a:cubicBezTo>
                    <a:pt x="11144" y="29909"/>
                    <a:pt x="29813" y="11144"/>
                    <a:pt x="52864" y="11144"/>
                  </a:cubicBezTo>
                  <a:cubicBezTo>
                    <a:pt x="71533" y="11144"/>
                    <a:pt x="88106" y="23717"/>
                    <a:pt x="93059" y="41720"/>
                  </a:cubicBezTo>
                  <a:cubicBezTo>
                    <a:pt x="93916" y="44672"/>
                    <a:pt x="96964" y="46387"/>
                    <a:pt x="99917" y="45625"/>
                  </a:cubicBezTo>
                  <a:cubicBezTo>
                    <a:pt x="102870" y="44768"/>
                    <a:pt x="104584" y="41720"/>
                    <a:pt x="103822" y="38767"/>
                  </a:cubicBezTo>
                  <a:cubicBezTo>
                    <a:pt x="97536" y="15907"/>
                    <a:pt x="76581" y="0"/>
                    <a:pt x="52864" y="0"/>
                  </a:cubicBezTo>
                  <a:cubicBezTo>
                    <a:pt x="23717" y="0"/>
                    <a:pt x="0" y="23717"/>
                    <a:pt x="0" y="52864"/>
                  </a:cubicBezTo>
                  <a:cubicBezTo>
                    <a:pt x="0" y="82010"/>
                    <a:pt x="23717" y="105728"/>
                    <a:pt x="52864" y="105728"/>
                  </a:cubicBezTo>
                  <a:lnTo>
                    <a:pt x="52864" y="1057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27"/>
            <p:cNvSpPr/>
            <p:nvPr/>
          </p:nvSpPr>
          <p:spPr>
            <a:xfrm>
              <a:off x="7232498" y="4477869"/>
              <a:ext cx="28146" cy="19669"/>
            </a:xfrm>
            <a:custGeom>
              <a:rect b="b" l="l" r="r" t="t"/>
              <a:pathLst>
                <a:path extrusionOk="0" h="19669" w="28146">
                  <a:moveTo>
                    <a:pt x="9739" y="18026"/>
                  </a:moveTo>
                  <a:lnTo>
                    <a:pt x="14216" y="13549"/>
                  </a:lnTo>
                  <a:lnTo>
                    <a:pt x="18693" y="18026"/>
                  </a:lnTo>
                  <a:cubicBezTo>
                    <a:pt x="19741" y="19074"/>
                    <a:pt x="21169" y="19645"/>
                    <a:pt x="22598" y="19645"/>
                  </a:cubicBezTo>
                  <a:cubicBezTo>
                    <a:pt x="24027" y="19645"/>
                    <a:pt x="25455" y="19074"/>
                    <a:pt x="26503" y="18026"/>
                  </a:cubicBezTo>
                  <a:cubicBezTo>
                    <a:pt x="28694" y="15835"/>
                    <a:pt x="28694" y="12311"/>
                    <a:pt x="26503" y="10120"/>
                  </a:cubicBezTo>
                  <a:lnTo>
                    <a:pt x="18026" y="1643"/>
                  </a:lnTo>
                  <a:cubicBezTo>
                    <a:pt x="15835" y="-548"/>
                    <a:pt x="12311" y="-548"/>
                    <a:pt x="10120" y="1643"/>
                  </a:cubicBezTo>
                  <a:lnTo>
                    <a:pt x="1643" y="10120"/>
                  </a:lnTo>
                  <a:cubicBezTo>
                    <a:pt x="-548" y="12311"/>
                    <a:pt x="-548" y="15835"/>
                    <a:pt x="1643" y="18026"/>
                  </a:cubicBezTo>
                  <a:cubicBezTo>
                    <a:pt x="3834" y="20217"/>
                    <a:pt x="7358" y="20217"/>
                    <a:pt x="9549" y="18026"/>
                  </a:cubicBezTo>
                  <a:lnTo>
                    <a:pt x="9549" y="18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7"/>
            <p:cNvSpPr/>
            <p:nvPr/>
          </p:nvSpPr>
          <p:spPr>
            <a:xfrm>
              <a:off x="7232498" y="4504253"/>
              <a:ext cx="28146" cy="19669"/>
            </a:xfrm>
            <a:custGeom>
              <a:rect b="b" l="l" r="r" t="t"/>
              <a:pathLst>
                <a:path extrusionOk="0" h="19669" w="28146">
                  <a:moveTo>
                    <a:pt x="9739" y="18026"/>
                  </a:moveTo>
                  <a:lnTo>
                    <a:pt x="14216" y="13549"/>
                  </a:lnTo>
                  <a:lnTo>
                    <a:pt x="18693" y="18026"/>
                  </a:lnTo>
                  <a:cubicBezTo>
                    <a:pt x="19741" y="19074"/>
                    <a:pt x="21169" y="19646"/>
                    <a:pt x="22598" y="19646"/>
                  </a:cubicBezTo>
                  <a:cubicBezTo>
                    <a:pt x="24027" y="19646"/>
                    <a:pt x="25455" y="19074"/>
                    <a:pt x="26503" y="18026"/>
                  </a:cubicBezTo>
                  <a:cubicBezTo>
                    <a:pt x="28694" y="15835"/>
                    <a:pt x="28694" y="12311"/>
                    <a:pt x="26503" y="10121"/>
                  </a:cubicBezTo>
                  <a:lnTo>
                    <a:pt x="18026" y="1643"/>
                  </a:lnTo>
                  <a:cubicBezTo>
                    <a:pt x="15835" y="-548"/>
                    <a:pt x="12311" y="-548"/>
                    <a:pt x="10120" y="1643"/>
                  </a:cubicBezTo>
                  <a:lnTo>
                    <a:pt x="1643" y="10121"/>
                  </a:lnTo>
                  <a:cubicBezTo>
                    <a:pt x="-548" y="12311"/>
                    <a:pt x="-548" y="15835"/>
                    <a:pt x="1643" y="18026"/>
                  </a:cubicBezTo>
                  <a:cubicBezTo>
                    <a:pt x="3834" y="20217"/>
                    <a:pt x="7358" y="20217"/>
                    <a:pt x="9549" y="18026"/>
                  </a:cubicBezTo>
                  <a:lnTo>
                    <a:pt x="9549" y="18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7"/>
            <p:cNvSpPr/>
            <p:nvPr/>
          </p:nvSpPr>
          <p:spPr>
            <a:xfrm>
              <a:off x="7232689" y="4530732"/>
              <a:ext cx="27955" cy="19669"/>
            </a:xfrm>
            <a:custGeom>
              <a:rect b="b" l="l" r="r" t="t"/>
              <a:pathLst>
                <a:path extrusionOk="0" h="19669" w="27955">
                  <a:moveTo>
                    <a:pt x="18026" y="1643"/>
                  </a:moveTo>
                  <a:cubicBezTo>
                    <a:pt x="15835" y="-548"/>
                    <a:pt x="12311" y="-548"/>
                    <a:pt x="10120" y="1643"/>
                  </a:cubicBezTo>
                  <a:lnTo>
                    <a:pt x="1643" y="10121"/>
                  </a:lnTo>
                  <a:cubicBezTo>
                    <a:pt x="-548" y="12311"/>
                    <a:pt x="-548" y="15835"/>
                    <a:pt x="1643" y="18026"/>
                  </a:cubicBezTo>
                  <a:cubicBezTo>
                    <a:pt x="3834" y="20217"/>
                    <a:pt x="7358" y="20217"/>
                    <a:pt x="9549" y="18026"/>
                  </a:cubicBezTo>
                  <a:lnTo>
                    <a:pt x="14026" y="13549"/>
                  </a:lnTo>
                  <a:lnTo>
                    <a:pt x="18502" y="18026"/>
                  </a:lnTo>
                  <a:cubicBezTo>
                    <a:pt x="19550" y="19074"/>
                    <a:pt x="20979" y="19646"/>
                    <a:pt x="22408" y="19646"/>
                  </a:cubicBezTo>
                  <a:cubicBezTo>
                    <a:pt x="23836" y="19646"/>
                    <a:pt x="25265" y="19074"/>
                    <a:pt x="26313" y="18026"/>
                  </a:cubicBezTo>
                  <a:cubicBezTo>
                    <a:pt x="28503" y="15835"/>
                    <a:pt x="28503" y="12311"/>
                    <a:pt x="26313" y="10121"/>
                  </a:cubicBezTo>
                  <a:lnTo>
                    <a:pt x="17835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0" name="Google Shape;810;p27"/>
          <p:cNvGrpSpPr/>
          <p:nvPr/>
        </p:nvGrpSpPr>
        <p:grpSpPr>
          <a:xfrm>
            <a:off x="4792754" y="3984576"/>
            <a:ext cx="426217" cy="426217"/>
            <a:chOff x="6291166" y="4438554"/>
            <a:chExt cx="381095" cy="381095"/>
          </a:xfrm>
        </p:grpSpPr>
        <p:sp>
          <p:nvSpPr>
            <p:cNvPr id="811" name="Google Shape;811;p27"/>
            <p:cNvSpPr/>
            <p:nvPr/>
          </p:nvSpPr>
          <p:spPr>
            <a:xfrm>
              <a:off x="6573127" y="4679177"/>
              <a:ext cx="78986" cy="93229"/>
            </a:xfrm>
            <a:custGeom>
              <a:rect b="b" l="l" r="r" t="t"/>
              <a:pathLst>
                <a:path extrusionOk="0" h="93229" w="78986">
                  <a:moveTo>
                    <a:pt x="1789" y="1503"/>
                  </a:moveTo>
                  <a:cubicBezTo>
                    <a:pt x="-497" y="3599"/>
                    <a:pt x="-592" y="7123"/>
                    <a:pt x="1503" y="9409"/>
                  </a:cubicBezTo>
                  <a:lnTo>
                    <a:pt x="38651" y="48938"/>
                  </a:lnTo>
                  <a:lnTo>
                    <a:pt x="38651" y="87609"/>
                  </a:lnTo>
                  <a:cubicBezTo>
                    <a:pt x="38651" y="90657"/>
                    <a:pt x="41127" y="93229"/>
                    <a:pt x="44270" y="93229"/>
                  </a:cubicBezTo>
                  <a:cubicBezTo>
                    <a:pt x="47414" y="93229"/>
                    <a:pt x="49890" y="90752"/>
                    <a:pt x="49890" y="87609"/>
                  </a:cubicBezTo>
                  <a:lnTo>
                    <a:pt x="49890" y="50747"/>
                  </a:lnTo>
                  <a:lnTo>
                    <a:pt x="75227" y="41794"/>
                  </a:lnTo>
                  <a:cubicBezTo>
                    <a:pt x="78179" y="40746"/>
                    <a:pt x="79703" y="37603"/>
                    <a:pt x="78656" y="34650"/>
                  </a:cubicBezTo>
                  <a:cubicBezTo>
                    <a:pt x="77608" y="31697"/>
                    <a:pt x="74465" y="30174"/>
                    <a:pt x="71512" y="31221"/>
                  </a:cubicBezTo>
                  <a:lnTo>
                    <a:pt x="45890" y="40270"/>
                  </a:lnTo>
                  <a:lnTo>
                    <a:pt x="9790" y="1789"/>
                  </a:lnTo>
                  <a:cubicBezTo>
                    <a:pt x="7694" y="-497"/>
                    <a:pt x="4170" y="-592"/>
                    <a:pt x="1884" y="1503"/>
                  </a:cubicBezTo>
                  <a:lnTo>
                    <a:pt x="1884" y="150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7"/>
            <p:cNvSpPr/>
            <p:nvPr/>
          </p:nvSpPr>
          <p:spPr>
            <a:xfrm>
              <a:off x="6373748" y="4533981"/>
              <a:ext cx="194003" cy="233852"/>
            </a:xfrm>
            <a:custGeom>
              <a:rect b="b" l="l" r="r" t="t"/>
              <a:pathLst>
                <a:path extrusionOk="0" h="233852" w="194003">
                  <a:moveTo>
                    <a:pt x="0" y="7824"/>
                  </a:moveTo>
                  <a:lnTo>
                    <a:pt x="16573" y="49067"/>
                  </a:lnTo>
                  <a:lnTo>
                    <a:pt x="16573" y="210611"/>
                  </a:lnTo>
                  <a:cubicBezTo>
                    <a:pt x="16573" y="213659"/>
                    <a:pt x="19050" y="216231"/>
                    <a:pt x="22193" y="216231"/>
                  </a:cubicBezTo>
                  <a:cubicBezTo>
                    <a:pt x="25337" y="216231"/>
                    <a:pt x="27813" y="213755"/>
                    <a:pt x="27813" y="210611"/>
                  </a:cubicBezTo>
                  <a:lnTo>
                    <a:pt x="27813" y="52020"/>
                  </a:lnTo>
                  <a:lnTo>
                    <a:pt x="36290" y="49258"/>
                  </a:lnTo>
                  <a:cubicBezTo>
                    <a:pt x="39814" y="55259"/>
                    <a:pt x="45720" y="59640"/>
                    <a:pt x="52673" y="61164"/>
                  </a:cubicBezTo>
                  <a:lnTo>
                    <a:pt x="52673" y="228233"/>
                  </a:lnTo>
                  <a:cubicBezTo>
                    <a:pt x="52673" y="231281"/>
                    <a:pt x="55150" y="233852"/>
                    <a:pt x="58293" y="233852"/>
                  </a:cubicBezTo>
                  <a:cubicBezTo>
                    <a:pt x="61436" y="233852"/>
                    <a:pt x="63913" y="231376"/>
                    <a:pt x="63913" y="228233"/>
                  </a:cubicBezTo>
                  <a:lnTo>
                    <a:pt x="63913" y="61164"/>
                  </a:lnTo>
                  <a:cubicBezTo>
                    <a:pt x="64961" y="60974"/>
                    <a:pt x="66008" y="60593"/>
                    <a:pt x="66961" y="60307"/>
                  </a:cubicBezTo>
                  <a:lnTo>
                    <a:pt x="102679" y="116409"/>
                  </a:lnTo>
                  <a:lnTo>
                    <a:pt x="102679" y="206230"/>
                  </a:lnTo>
                  <a:cubicBezTo>
                    <a:pt x="102679" y="209278"/>
                    <a:pt x="105156" y="211850"/>
                    <a:pt x="108299" y="211850"/>
                  </a:cubicBezTo>
                  <a:cubicBezTo>
                    <a:pt x="111442" y="211850"/>
                    <a:pt x="113919" y="209373"/>
                    <a:pt x="113919" y="206230"/>
                  </a:cubicBezTo>
                  <a:lnTo>
                    <a:pt x="113919" y="117647"/>
                  </a:lnTo>
                  <a:lnTo>
                    <a:pt x="128969" y="106599"/>
                  </a:lnTo>
                  <a:cubicBezTo>
                    <a:pt x="132112" y="109361"/>
                    <a:pt x="135922" y="111361"/>
                    <a:pt x="140113" y="112218"/>
                  </a:cubicBezTo>
                  <a:lnTo>
                    <a:pt x="140113" y="182608"/>
                  </a:lnTo>
                  <a:cubicBezTo>
                    <a:pt x="140113" y="185656"/>
                    <a:pt x="142589" y="188228"/>
                    <a:pt x="145732" y="188228"/>
                  </a:cubicBezTo>
                  <a:cubicBezTo>
                    <a:pt x="148876" y="188228"/>
                    <a:pt x="151352" y="185751"/>
                    <a:pt x="151352" y="182608"/>
                  </a:cubicBezTo>
                  <a:lnTo>
                    <a:pt x="151352" y="112218"/>
                  </a:lnTo>
                  <a:cubicBezTo>
                    <a:pt x="154019" y="111647"/>
                    <a:pt x="156496" y="110599"/>
                    <a:pt x="158687" y="109266"/>
                  </a:cubicBezTo>
                  <a:lnTo>
                    <a:pt x="184309" y="136602"/>
                  </a:lnTo>
                  <a:cubicBezTo>
                    <a:pt x="185452" y="137745"/>
                    <a:pt x="186880" y="138317"/>
                    <a:pt x="188404" y="138317"/>
                  </a:cubicBezTo>
                  <a:cubicBezTo>
                    <a:pt x="189738" y="138317"/>
                    <a:pt x="191167" y="137841"/>
                    <a:pt x="192214" y="136793"/>
                  </a:cubicBezTo>
                  <a:cubicBezTo>
                    <a:pt x="194500" y="134697"/>
                    <a:pt x="194596" y="131173"/>
                    <a:pt x="192500" y="128887"/>
                  </a:cubicBezTo>
                  <a:lnTo>
                    <a:pt x="166878" y="101550"/>
                  </a:lnTo>
                  <a:cubicBezTo>
                    <a:pt x="169640" y="97454"/>
                    <a:pt x="171260" y="92597"/>
                    <a:pt x="171260" y="87263"/>
                  </a:cubicBezTo>
                  <a:cubicBezTo>
                    <a:pt x="171260" y="73261"/>
                    <a:pt x="159829" y="61831"/>
                    <a:pt x="145828" y="61831"/>
                  </a:cubicBezTo>
                  <a:cubicBezTo>
                    <a:pt x="131826" y="61831"/>
                    <a:pt x="120396" y="73261"/>
                    <a:pt x="120396" y="87263"/>
                  </a:cubicBezTo>
                  <a:cubicBezTo>
                    <a:pt x="120396" y="90882"/>
                    <a:pt x="121158" y="94311"/>
                    <a:pt x="122491" y="97454"/>
                  </a:cubicBezTo>
                  <a:lnTo>
                    <a:pt x="110014" y="106599"/>
                  </a:lnTo>
                  <a:lnTo>
                    <a:pt x="76581" y="54211"/>
                  </a:lnTo>
                  <a:cubicBezTo>
                    <a:pt x="81153" y="49639"/>
                    <a:pt x="84011" y="43257"/>
                    <a:pt x="84011" y="36304"/>
                  </a:cubicBezTo>
                  <a:cubicBezTo>
                    <a:pt x="84011" y="22302"/>
                    <a:pt x="72580" y="10872"/>
                    <a:pt x="58579" y="10872"/>
                  </a:cubicBezTo>
                  <a:cubicBezTo>
                    <a:pt x="44577" y="10872"/>
                    <a:pt x="33147" y="22302"/>
                    <a:pt x="33147" y="36304"/>
                  </a:cubicBezTo>
                  <a:cubicBezTo>
                    <a:pt x="33147" y="37066"/>
                    <a:pt x="33147" y="37828"/>
                    <a:pt x="33242" y="38590"/>
                  </a:cubicBezTo>
                  <a:lnTo>
                    <a:pt x="25908" y="40971"/>
                  </a:lnTo>
                  <a:lnTo>
                    <a:pt x="10858" y="3538"/>
                  </a:lnTo>
                  <a:cubicBezTo>
                    <a:pt x="9715" y="680"/>
                    <a:pt x="6477" y="-748"/>
                    <a:pt x="3620" y="395"/>
                  </a:cubicBezTo>
                  <a:cubicBezTo>
                    <a:pt x="762" y="1538"/>
                    <a:pt x="-667" y="4776"/>
                    <a:pt x="476" y="7634"/>
                  </a:cubicBezTo>
                  <a:lnTo>
                    <a:pt x="476" y="7634"/>
                  </a:lnTo>
                  <a:close/>
                  <a:moveTo>
                    <a:pt x="145447" y="73070"/>
                  </a:moveTo>
                  <a:cubicBezTo>
                    <a:pt x="153353" y="73070"/>
                    <a:pt x="159734" y="79452"/>
                    <a:pt x="159734" y="87358"/>
                  </a:cubicBezTo>
                  <a:cubicBezTo>
                    <a:pt x="159734" y="95264"/>
                    <a:pt x="153353" y="101645"/>
                    <a:pt x="145447" y="101645"/>
                  </a:cubicBezTo>
                  <a:cubicBezTo>
                    <a:pt x="137541" y="101645"/>
                    <a:pt x="131159" y="95264"/>
                    <a:pt x="131159" y="87358"/>
                  </a:cubicBezTo>
                  <a:cubicBezTo>
                    <a:pt x="131159" y="79452"/>
                    <a:pt x="137541" y="73070"/>
                    <a:pt x="145447" y="73070"/>
                  </a:cubicBezTo>
                  <a:lnTo>
                    <a:pt x="145447" y="73070"/>
                  </a:lnTo>
                  <a:close/>
                  <a:moveTo>
                    <a:pt x="58103" y="22112"/>
                  </a:moveTo>
                  <a:cubicBezTo>
                    <a:pt x="66008" y="22112"/>
                    <a:pt x="72390" y="28493"/>
                    <a:pt x="72390" y="36399"/>
                  </a:cubicBezTo>
                  <a:cubicBezTo>
                    <a:pt x="72390" y="44305"/>
                    <a:pt x="66008" y="50687"/>
                    <a:pt x="58103" y="50687"/>
                  </a:cubicBezTo>
                  <a:cubicBezTo>
                    <a:pt x="50197" y="50687"/>
                    <a:pt x="43815" y="44305"/>
                    <a:pt x="43815" y="36399"/>
                  </a:cubicBezTo>
                  <a:cubicBezTo>
                    <a:pt x="43815" y="28493"/>
                    <a:pt x="50197" y="22112"/>
                    <a:pt x="58103" y="22112"/>
                  </a:cubicBezTo>
                  <a:lnTo>
                    <a:pt x="58103" y="221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27"/>
            <p:cNvSpPr/>
            <p:nvPr/>
          </p:nvSpPr>
          <p:spPr>
            <a:xfrm>
              <a:off x="6291166" y="4438554"/>
              <a:ext cx="381095" cy="381095"/>
            </a:xfrm>
            <a:custGeom>
              <a:rect b="b" l="l" r="r" t="t"/>
              <a:pathLst>
                <a:path extrusionOk="0" h="381095" w="381095">
                  <a:moveTo>
                    <a:pt x="375666" y="369951"/>
                  </a:moveTo>
                  <a:lnTo>
                    <a:pt x="360902" y="369951"/>
                  </a:lnTo>
                  <a:lnTo>
                    <a:pt x="360902" y="362236"/>
                  </a:lnTo>
                  <a:cubicBezTo>
                    <a:pt x="360902" y="359188"/>
                    <a:pt x="358426" y="356616"/>
                    <a:pt x="355283" y="356616"/>
                  </a:cubicBezTo>
                  <a:cubicBezTo>
                    <a:pt x="352139" y="356616"/>
                    <a:pt x="349663" y="359092"/>
                    <a:pt x="349663" y="362236"/>
                  </a:cubicBezTo>
                  <a:lnTo>
                    <a:pt x="349663" y="369951"/>
                  </a:lnTo>
                  <a:lnTo>
                    <a:pt x="309848" y="369951"/>
                  </a:lnTo>
                  <a:lnTo>
                    <a:pt x="309848" y="362236"/>
                  </a:lnTo>
                  <a:cubicBezTo>
                    <a:pt x="309848" y="359188"/>
                    <a:pt x="307372" y="356616"/>
                    <a:pt x="304229" y="356616"/>
                  </a:cubicBezTo>
                  <a:cubicBezTo>
                    <a:pt x="301085" y="356616"/>
                    <a:pt x="298609" y="359092"/>
                    <a:pt x="298609" y="362236"/>
                  </a:cubicBezTo>
                  <a:lnTo>
                    <a:pt x="298609" y="369951"/>
                  </a:lnTo>
                  <a:lnTo>
                    <a:pt x="258794" y="369951"/>
                  </a:lnTo>
                  <a:lnTo>
                    <a:pt x="258794" y="362236"/>
                  </a:lnTo>
                  <a:cubicBezTo>
                    <a:pt x="258794" y="359188"/>
                    <a:pt x="256318" y="356616"/>
                    <a:pt x="253175" y="356616"/>
                  </a:cubicBezTo>
                  <a:cubicBezTo>
                    <a:pt x="250031" y="356616"/>
                    <a:pt x="247555" y="359092"/>
                    <a:pt x="247555" y="362236"/>
                  </a:cubicBezTo>
                  <a:lnTo>
                    <a:pt x="247555" y="369951"/>
                  </a:lnTo>
                  <a:lnTo>
                    <a:pt x="207740" y="369951"/>
                  </a:lnTo>
                  <a:lnTo>
                    <a:pt x="207740" y="362236"/>
                  </a:lnTo>
                  <a:cubicBezTo>
                    <a:pt x="207740" y="359188"/>
                    <a:pt x="205264" y="356616"/>
                    <a:pt x="202121" y="356616"/>
                  </a:cubicBezTo>
                  <a:cubicBezTo>
                    <a:pt x="198977" y="356616"/>
                    <a:pt x="196501" y="359092"/>
                    <a:pt x="196501" y="362236"/>
                  </a:cubicBezTo>
                  <a:lnTo>
                    <a:pt x="196501" y="369951"/>
                  </a:lnTo>
                  <a:lnTo>
                    <a:pt x="11144" y="369951"/>
                  </a:lnTo>
                  <a:lnTo>
                    <a:pt x="11144" y="188404"/>
                  </a:lnTo>
                  <a:lnTo>
                    <a:pt x="18860" y="188404"/>
                  </a:lnTo>
                  <a:cubicBezTo>
                    <a:pt x="21908" y="188404"/>
                    <a:pt x="24479" y="185928"/>
                    <a:pt x="24479" y="182785"/>
                  </a:cubicBezTo>
                  <a:cubicBezTo>
                    <a:pt x="24479" y="179642"/>
                    <a:pt x="22003" y="177165"/>
                    <a:pt x="18860" y="177165"/>
                  </a:cubicBezTo>
                  <a:lnTo>
                    <a:pt x="11144" y="177165"/>
                  </a:lnTo>
                  <a:lnTo>
                    <a:pt x="11144" y="137350"/>
                  </a:lnTo>
                  <a:lnTo>
                    <a:pt x="18860" y="137350"/>
                  </a:lnTo>
                  <a:cubicBezTo>
                    <a:pt x="21908" y="137350"/>
                    <a:pt x="24479" y="134874"/>
                    <a:pt x="24479" y="131731"/>
                  </a:cubicBezTo>
                  <a:cubicBezTo>
                    <a:pt x="24479" y="128587"/>
                    <a:pt x="22003" y="126111"/>
                    <a:pt x="18860" y="126111"/>
                  </a:cubicBezTo>
                  <a:lnTo>
                    <a:pt x="11144" y="126111"/>
                  </a:lnTo>
                  <a:lnTo>
                    <a:pt x="11144" y="86296"/>
                  </a:lnTo>
                  <a:lnTo>
                    <a:pt x="18860" y="86296"/>
                  </a:lnTo>
                  <a:cubicBezTo>
                    <a:pt x="21908" y="86296"/>
                    <a:pt x="24479" y="83820"/>
                    <a:pt x="24479" y="80677"/>
                  </a:cubicBezTo>
                  <a:cubicBezTo>
                    <a:pt x="24479" y="77533"/>
                    <a:pt x="22003" y="75057"/>
                    <a:pt x="18860" y="75057"/>
                  </a:cubicBezTo>
                  <a:lnTo>
                    <a:pt x="11144" y="75057"/>
                  </a:lnTo>
                  <a:lnTo>
                    <a:pt x="11144" y="35242"/>
                  </a:lnTo>
                  <a:lnTo>
                    <a:pt x="34004" y="35242"/>
                  </a:lnTo>
                  <a:cubicBezTo>
                    <a:pt x="36195" y="44767"/>
                    <a:pt x="43720" y="52387"/>
                    <a:pt x="53245" y="54483"/>
                  </a:cubicBezTo>
                  <a:lnTo>
                    <a:pt x="53245" y="205454"/>
                  </a:lnTo>
                  <a:cubicBezTo>
                    <a:pt x="53245" y="208502"/>
                    <a:pt x="55721" y="211074"/>
                    <a:pt x="58865" y="211074"/>
                  </a:cubicBezTo>
                  <a:cubicBezTo>
                    <a:pt x="62008" y="211074"/>
                    <a:pt x="64484" y="208598"/>
                    <a:pt x="64484" y="205454"/>
                  </a:cubicBezTo>
                  <a:lnTo>
                    <a:pt x="64484" y="58483"/>
                  </a:lnTo>
                  <a:lnTo>
                    <a:pt x="73152" y="80105"/>
                  </a:lnTo>
                  <a:cubicBezTo>
                    <a:pt x="74009" y="82296"/>
                    <a:pt x="76105" y="83629"/>
                    <a:pt x="78296" y="83629"/>
                  </a:cubicBezTo>
                  <a:cubicBezTo>
                    <a:pt x="78962" y="83629"/>
                    <a:pt x="79724" y="83534"/>
                    <a:pt x="80391" y="83249"/>
                  </a:cubicBezTo>
                  <a:cubicBezTo>
                    <a:pt x="83249" y="82105"/>
                    <a:pt x="84677" y="78867"/>
                    <a:pt x="83534" y="76009"/>
                  </a:cubicBezTo>
                  <a:lnTo>
                    <a:pt x="73343" y="50673"/>
                  </a:lnTo>
                  <a:cubicBezTo>
                    <a:pt x="80010" y="46101"/>
                    <a:pt x="84392" y="38386"/>
                    <a:pt x="84392" y="29718"/>
                  </a:cubicBezTo>
                  <a:cubicBezTo>
                    <a:pt x="84392" y="15716"/>
                    <a:pt x="72962" y="4286"/>
                    <a:pt x="58960" y="4286"/>
                  </a:cubicBezTo>
                  <a:cubicBezTo>
                    <a:pt x="46863" y="4286"/>
                    <a:pt x="36671" y="12763"/>
                    <a:pt x="34100" y="24193"/>
                  </a:cubicBezTo>
                  <a:lnTo>
                    <a:pt x="11240" y="24193"/>
                  </a:lnTo>
                  <a:lnTo>
                    <a:pt x="11240" y="5620"/>
                  </a:lnTo>
                  <a:cubicBezTo>
                    <a:pt x="11240" y="2572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375475"/>
                  </a:lnTo>
                  <a:cubicBezTo>
                    <a:pt x="0" y="378524"/>
                    <a:pt x="2477" y="381095"/>
                    <a:pt x="5620" y="381095"/>
                  </a:cubicBezTo>
                  <a:lnTo>
                    <a:pt x="375476" y="381095"/>
                  </a:lnTo>
                  <a:cubicBezTo>
                    <a:pt x="378524" y="381095"/>
                    <a:pt x="381095" y="378619"/>
                    <a:pt x="381095" y="375475"/>
                  </a:cubicBezTo>
                  <a:cubicBezTo>
                    <a:pt x="381095" y="372332"/>
                    <a:pt x="378619" y="369856"/>
                    <a:pt x="375476" y="369856"/>
                  </a:cubicBezTo>
                  <a:lnTo>
                    <a:pt x="375476" y="369856"/>
                  </a:lnTo>
                  <a:close/>
                  <a:moveTo>
                    <a:pt x="59055" y="15526"/>
                  </a:moveTo>
                  <a:cubicBezTo>
                    <a:pt x="66961" y="15526"/>
                    <a:pt x="73343" y="21907"/>
                    <a:pt x="73343" y="29813"/>
                  </a:cubicBezTo>
                  <a:cubicBezTo>
                    <a:pt x="73343" y="37719"/>
                    <a:pt x="66961" y="44101"/>
                    <a:pt x="59055" y="44101"/>
                  </a:cubicBezTo>
                  <a:cubicBezTo>
                    <a:pt x="51149" y="44101"/>
                    <a:pt x="44768" y="37719"/>
                    <a:pt x="44768" y="29813"/>
                  </a:cubicBezTo>
                  <a:cubicBezTo>
                    <a:pt x="44768" y="21907"/>
                    <a:pt x="51149" y="15526"/>
                    <a:pt x="59055" y="15526"/>
                  </a:cubicBezTo>
                  <a:lnTo>
                    <a:pt x="59055" y="155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27"/>
            <p:cNvSpPr/>
            <p:nvPr/>
          </p:nvSpPr>
          <p:spPr>
            <a:xfrm>
              <a:off x="6533863" y="4481417"/>
              <a:ext cx="37623" cy="65436"/>
            </a:xfrm>
            <a:custGeom>
              <a:rect b="b" l="l" r="r" t="t"/>
              <a:pathLst>
                <a:path extrusionOk="0" h="65436" w="37623">
                  <a:moveTo>
                    <a:pt x="18860" y="65437"/>
                  </a:moveTo>
                  <a:cubicBezTo>
                    <a:pt x="21907" y="65437"/>
                    <a:pt x="24479" y="62960"/>
                    <a:pt x="24479" y="59817"/>
                  </a:cubicBezTo>
                  <a:lnTo>
                    <a:pt x="24479" y="58579"/>
                  </a:lnTo>
                  <a:cubicBezTo>
                    <a:pt x="31909" y="57341"/>
                    <a:pt x="37624" y="50863"/>
                    <a:pt x="37624" y="43148"/>
                  </a:cubicBezTo>
                  <a:cubicBezTo>
                    <a:pt x="37624" y="34480"/>
                    <a:pt x="30575" y="27432"/>
                    <a:pt x="21907" y="27432"/>
                  </a:cubicBezTo>
                  <a:lnTo>
                    <a:pt x="15812" y="27432"/>
                  </a:lnTo>
                  <a:cubicBezTo>
                    <a:pt x="13335" y="27432"/>
                    <a:pt x="11335" y="25432"/>
                    <a:pt x="11335" y="22955"/>
                  </a:cubicBezTo>
                  <a:cubicBezTo>
                    <a:pt x="11335" y="20479"/>
                    <a:pt x="13335" y="18479"/>
                    <a:pt x="15812" y="18479"/>
                  </a:cubicBezTo>
                  <a:lnTo>
                    <a:pt x="21907" y="18479"/>
                  </a:lnTo>
                  <a:cubicBezTo>
                    <a:pt x="23431" y="18479"/>
                    <a:pt x="24860" y="19241"/>
                    <a:pt x="25622" y="20479"/>
                  </a:cubicBezTo>
                  <a:cubicBezTo>
                    <a:pt x="27337" y="23051"/>
                    <a:pt x="30861" y="23717"/>
                    <a:pt x="33338" y="22003"/>
                  </a:cubicBezTo>
                  <a:cubicBezTo>
                    <a:pt x="35909" y="20288"/>
                    <a:pt x="36576" y="16764"/>
                    <a:pt x="34862" y="14288"/>
                  </a:cubicBezTo>
                  <a:cubicBezTo>
                    <a:pt x="32385" y="10668"/>
                    <a:pt x="28575" y="8287"/>
                    <a:pt x="24384" y="7620"/>
                  </a:cubicBezTo>
                  <a:lnTo>
                    <a:pt x="24384" y="5620"/>
                  </a:lnTo>
                  <a:cubicBezTo>
                    <a:pt x="24384" y="2572"/>
                    <a:pt x="21907" y="0"/>
                    <a:pt x="18764" y="0"/>
                  </a:cubicBezTo>
                  <a:cubicBezTo>
                    <a:pt x="15621" y="0"/>
                    <a:pt x="13145" y="2477"/>
                    <a:pt x="13145" y="5620"/>
                  </a:cubicBezTo>
                  <a:lnTo>
                    <a:pt x="13145" y="7620"/>
                  </a:lnTo>
                  <a:cubicBezTo>
                    <a:pt x="5715" y="8858"/>
                    <a:pt x="0" y="15335"/>
                    <a:pt x="0" y="23051"/>
                  </a:cubicBezTo>
                  <a:cubicBezTo>
                    <a:pt x="0" y="31718"/>
                    <a:pt x="7048" y="38767"/>
                    <a:pt x="15716" y="38767"/>
                  </a:cubicBezTo>
                  <a:lnTo>
                    <a:pt x="21812" y="38767"/>
                  </a:lnTo>
                  <a:cubicBezTo>
                    <a:pt x="24289" y="38767"/>
                    <a:pt x="26289" y="40767"/>
                    <a:pt x="26289" y="43244"/>
                  </a:cubicBezTo>
                  <a:cubicBezTo>
                    <a:pt x="26289" y="45720"/>
                    <a:pt x="24289" y="47720"/>
                    <a:pt x="21812" y="47720"/>
                  </a:cubicBezTo>
                  <a:lnTo>
                    <a:pt x="15716" y="47720"/>
                  </a:lnTo>
                  <a:cubicBezTo>
                    <a:pt x="13906" y="47720"/>
                    <a:pt x="12287" y="46673"/>
                    <a:pt x="11525" y="44958"/>
                  </a:cubicBezTo>
                  <a:cubicBezTo>
                    <a:pt x="10287" y="42101"/>
                    <a:pt x="7048" y="40767"/>
                    <a:pt x="4191" y="42005"/>
                  </a:cubicBezTo>
                  <a:cubicBezTo>
                    <a:pt x="1333" y="43244"/>
                    <a:pt x="0" y="46482"/>
                    <a:pt x="1238" y="49340"/>
                  </a:cubicBezTo>
                  <a:cubicBezTo>
                    <a:pt x="3334" y="54388"/>
                    <a:pt x="7906" y="57817"/>
                    <a:pt x="13145" y="58674"/>
                  </a:cubicBezTo>
                  <a:lnTo>
                    <a:pt x="13145" y="59817"/>
                  </a:lnTo>
                  <a:cubicBezTo>
                    <a:pt x="13145" y="62865"/>
                    <a:pt x="15621" y="65437"/>
                    <a:pt x="18764" y="65437"/>
                  </a:cubicBezTo>
                  <a:lnTo>
                    <a:pt x="18764" y="654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27"/>
            <p:cNvSpPr/>
            <p:nvPr/>
          </p:nvSpPr>
          <p:spPr>
            <a:xfrm>
              <a:off x="6500050" y="4461224"/>
              <a:ext cx="105727" cy="104108"/>
            </a:xfrm>
            <a:custGeom>
              <a:rect b="b" l="l" r="r" t="t"/>
              <a:pathLst>
                <a:path extrusionOk="0" h="104108" w="105727">
                  <a:moveTo>
                    <a:pt x="38862" y="103918"/>
                  </a:moveTo>
                  <a:cubicBezTo>
                    <a:pt x="41815" y="104680"/>
                    <a:pt x="44863" y="102965"/>
                    <a:pt x="45720" y="100013"/>
                  </a:cubicBezTo>
                  <a:cubicBezTo>
                    <a:pt x="46482" y="97060"/>
                    <a:pt x="44767" y="94012"/>
                    <a:pt x="41815" y="93154"/>
                  </a:cubicBezTo>
                  <a:cubicBezTo>
                    <a:pt x="23717" y="88202"/>
                    <a:pt x="11049" y="71723"/>
                    <a:pt x="11049" y="52864"/>
                  </a:cubicBezTo>
                  <a:cubicBezTo>
                    <a:pt x="11049" y="29813"/>
                    <a:pt x="29813" y="11144"/>
                    <a:pt x="52768" y="11144"/>
                  </a:cubicBezTo>
                  <a:cubicBezTo>
                    <a:pt x="75724" y="11144"/>
                    <a:pt x="94488" y="29813"/>
                    <a:pt x="94488" y="52864"/>
                  </a:cubicBezTo>
                  <a:cubicBezTo>
                    <a:pt x="94488" y="71628"/>
                    <a:pt x="81820" y="88202"/>
                    <a:pt x="63722" y="93154"/>
                  </a:cubicBezTo>
                  <a:cubicBezTo>
                    <a:pt x="60769" y="93917"/>
                    <a:pt x="58959" y="97060"/>
                    <a:pt x="59817" y="100013"/>
                  </a:cubicBezTo>
                  <a:cubicBezTo>
                    <a:pt x="60484" y="102489"/>
                    <a:pt x="62770" y="104108"/>
                    <a:pt x="65246" y="104108"/>
                  </a:cubicBezTo>
                  <a:cubicBezTo>
                    <a:pt x="65722" y="104108"/>
                    <a:pt x="66199" y="104108"/>
                    <a:pt x="66675" y="103918"/>
                  </a:cubicBezTo>
                  <a:cubicBezTo>
                    <a:pt x="89630" y="97727"/>
                    <a:pt x="105727" y="76676"/>
                    <a:pt x="105727" y="52864"/>
                  </a:cubicBezTo>
                  <a:cubicBezTo>
                    <a:pt x="105727" y="23717"/>
                    <a:pt x="82010" y="0"/>
                    <a:pt x="52864" y="0"/>
                  </a:cubicBezTo>
                  <a:cubicBezTo>
                    <a:pt x="23717" y="0"/>
                    <a:pt x="0" y="23717"/>
                    <a:pt x="0" y="52864"/>
                  </a:cubicBezTo>
                  <a:cubicBezTo>
                    <a:pt x="0" y="76676"/>
                    <a:pt x="16002" y="97631"/>
                    <a:pt x="39052" y="103918"/>
                  </a:cubicBezTo>
                  <a:lnTo>
                    <a:pt x="39052" y="1039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7"/>
            <p:cNvSpPr/>
            <p:nvPr/>
          </p:nvSpPr>
          <p:spPr>
            <a:xfrm>
              <a:off x="6619946" y="4530732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0120" y="18026"/>
                  </a:moveTo>
                  <a:cubicBezTo>
                    <a:pt x="11168" y="19074"/>
                    <a:pt x="12597" y="19646"/>
                    <a:pt x="14026" y="19646"/>
                  </a:cubicBezTo>
                  <a:cubicBezTo>
                    <a:pt x="15454" y="19646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7"/>
            <p:cNvSpPr/>
            <p:nvPr/>
          </p:nvSpPr>
          <p:spPr>
            <a:xfrm>
              <a:off x="6619946" y="4504253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0120" y="18026"/>
                  </a:moveTo>
                  <a:cubicBezTo>
                    <a:pt x="11168" y="19074"/>
                    <a:pt x="12597" y="19646"/>
                    <a:pt x="14026" y="19646"/>
                  </a:cubicBezTo>
                  <a:cubicBezTo>
                    <a:pt x="15454" y="19646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27"/>
            <p:cNvSpPr/>
            <p:nvPr/>
          </p:nvSpPr>
          <p:spPr>
            <a:xfrm>
              <a:off x="6619946" y="4477869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0120" y="18026"/>
                  </a:moveTo>
                  <a:cubicBezTo>
                    <a:pt x="11168" y="19074"/>
                    <a:pt x="12597" y="19645"/>
                    <a:pt x="14026" y="19645"/>
                  </a:cubicBezTo>
                  <a:cubicBezTo>
                    <a:pt x="15454" y="19645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9" name="Google Shape;819;p27"/>
          <p:cNvGrpSpPr/>
          <p:nvPr/>
        </p:nvGrpSpPr>
        <p:grpSpPr>
          <a:xfrm>
            <a:off x="3923809" y="4000342"/>
            <a:ext cx="426217" cy="394897"/>
            <a:chOff x="5514212" y="4452651"/>
            <a:chExt cx="381095" cy="353091"/>
          </a:xfrm>
        </p:grpSpPr>
        <p:sp>
          <p:nvSpPr>
            <p:cNvPr id="820" name="Google Shape;820;p27"/>
            <p:cNvSpPr/>
            <p:nvPr/>
          </p:nvSpPr>
          <p:spPr>
            <a:xfrm>
              <a:off x="5514212" y="4452651"/>
              <a:ext cx="381095" cy="353091"/>
            </a:xfrm>
            <a:custGeom>
              <a:rect b="b" l="l" r="r" t="t"/>
              <a:pathLst>
                <a:path extrusionOk="0" h="353091" w="381095">
                  <a:moveTo>
                    <a:pt x="367951" y="0"/>
                  </a:moveTo>
                  <a:lnTo>
                    <a:pt x="13049" y="0"/>
                  </a:lnTo>
                  <a:cubicBezTo>
                    <a:pt x="5810" y="0"/>
                    <a:pt x="0" y="5905"/>
                    <a:pt x="0" y="13049"/>
                  </a:cubicBezTo>
                  <a:lnTo>
                    <a:pt x="0" y="35528"/>
                  </a:lnTo>
                  <a:cubicBezTo>
                    <a:pt x="0" y="42577"/>
                    <a:pt x="5620" y="48292"/>
                    <a:pt x="12573" y="48578"/>
                  </a:cubicBezTo>
                  <a:lnTo>
                    <a:pt x="12573" y="194501"/>
                  </a:lnTo>
                  <a:cubicBezTo>
                    <a:pt x="12573" y="197548"/>
                    <a:pt x="15049" y="200120"/>
                    <a:pt x="18192" y="200120"/>
                  </a:cubicBezTo>
                  <a:cubicBezTo>
                    <a:pt x="21336" y="200120"/>
                    <a:pt x="23813" y="197644"/>
                    <a:pt x="23813" y="194501"/>
                  </a:cubicBezTo>
                  <a:lnTo>
                    <a:pt x="23813" y="48673"/>
                  </a:lnTo>
                  <a:lnTo>
                    <a:pt x="291084" y="48673"/>
                  </a:lnTo>
                  <a:cubicBezTo>
                    <a:pt x="294132" y="48673"/>
                    <a:pt x="296704" y="46196"/>
                    <a:pt x="296704" y="43053"/>
                  </a:cubicBezTo>
                  <a:cubicBezTo>
                    <a:pt x="296704" y="39910"/>
                    <a:pt x="294227" y="37433"/>
                    <a:pt x="291084" y="37433"/>
                  </a:cubicBezTo>
                  <a:lnTo>
                    <a:pt x="13049" y="37433"/>
                  </a:lnTo>
                  <a:cubicBezTo>
                    <a:pt x="12001" y="37433"/>
                    <a:pt x="11144" y="36576"/>
                    <a:pt x="11144" y="35528"/>
                  </a:cubicBezTo>
                  <a:lnTo>
                    <a:pt x="11144" y="13049"/>
                  </a:lnTo>
                  <a:cubicBezTo>
                    <a:pt x="11144" y="12001"/>
                    <a:pt x="12001" y="11144"/>
                    <a:pt x="13049" y="11144"/>
                  </a:cubicBezTo>
                  <a:lnTo>
                    <a:pt x="367951" y="11144"/>
                  </a:lnTo>
                  <a:cubicBezTo>
                    <a:pt x="368998" y="11144"/>
                    <a:pt x="369856" y="12001"/>
                    <a:pt x="369856" y="13049"/>
                  </a:cubicBezTo>
                  <a:lnTo>
                    <a:pt x="369856" y="35528"/>
                  </a:lnTo>
                  <a:cubicBezTo>
                    <a:pt x="369856" y="36576"/>
                    <a:pt x="368998" y="37433"/>
                    <a:pt x="367951" y="37433"/>
                  </a:cubicBezTo>
                  <a:lnTo>
                    <a:pt x="315849" y="37433"/>
                  </a:lnTo>
                  <a:cubicBezTo>
                    <a:pt x="312801" y="37433"/>
                    <a:pt x="310229" y="39910"/>
                    <a:pt x="310229" y="43053"/>
                  </a:cubicBezTo>
                  <a:cubicBezTo>
                    <a:pt x="310229" y="46196"/>
                    <a:pt x="312706" y="48673"/>
                    <a:pt x="315849" y="48673"/>
                  </a:cubicBezTo>
                  <a:lnTo>
                    <a:pt x="357283" y="48673"/>
                  </a:lnTo>
                  <a:lnTo>
                    <a:pt x="357283" y="275749"/>
                  </a:lnTo>
                  <a:cubicBezTo>
                    <a:pt x="357283" y="276796"/>
                    <a:pt x="356425" y="277654"/>
                    <a:pt x="355378" y="277654"/>
                  </a:cubicBezTo>
                  <a:lnTo>
                    <a:pt x="25622" y="277654"/>
                  </a:lnTo>
                  <a:cubicBezTo>
                    <a:pt x="24574" y="277654"/>
                    <a:pt x="23717" y="276796"/>
                    <a:pt x="23717" y="275749"/>
                  </a:cubicBezTo>
                  <a:lnTo>
                    <a:pt x="23717" y="219361"/>
                  </a:lnTo>
                  <a:cubicBezTo>
                    <a:pt x="23717" y="216313"/>
                    <a:pt x="21241" y="213741"/>
                    <a:pt x="18097" y="213741"/>
                  </a:cubicBezTo>
                  <a:cubicBezTo>
                    <a:pt x="14954" y="213741"/>
                    <a:pt x="12478" y="216218"/>
                    <a:pt x="12478" y="219361"/>
                  </a:cubicBezTo>
                  <a:lnTo>
                    <a:pt x="12478" y="275749"/>
                  </a:lnTo>
                  <a:cubicBezTo>
                    <a:pt x="12478" y="282893"/>
                    <a:pt x="18288" y="288798"/>
                    <a:pt x="25527" y="288798"/>
                  </a:cubicBezTo>
                  <a:lnTo>
                    <a:pt x="184880" y="288798"/>
                  </a:lnTo>
                  <a:lnTo>
                    <a:pt x="184880" y="311182"/>
                  </a:lnTo>
                  <a:cubicBezTo>
                    <a:pt x="175831" y="313658"/>
                    <a:pt x="169164" y="321945"/>
                    <a:pt x="169164" y="331756"/>
                  </a:cubicBezTo>
                  <a:cubicBezTo>
                    <a:pt x="169164" y="343471"/>
                    <a:pt x="178689" y="353092"/>
                    <a:pt x="190500" y="353092"/>
                  </a:cubicBezTo>
                  <a:cubicBezTo>
                    <a:pt x="202311" y="353092"/>
                    <a:pt x="211836" y="343567"/>
                    <a:pt x="211836" y="331756"/>
                  </a:cubicBezTo>
                  <a:cubicBezTo>
                    <a:pt x="211836" y="321945"/>
                    <a:pt x="205168" y="313658"/>
                    <a:pt x="196120" y="311182"/>
                  </a:cubicBezTo>
                  <a:lnTo>
                    <a:pt x="196120" y="288798"/>
                  </a:lnTo>
                  <a:lnTo>
                    <a:pt x="355473" y="288798"/>
                  </a:lnTo>
                  <a:cubicBezTo>
                    <a:pt x="362617" y="288798"/>
                    <a:pt x="368522" y="282988"/>
                    <a:pt x="368522" y="275749"/>
                  </a:cubicBezTo>
                  <a:lnTo>
                    <a:pt x="368522" y="48673"/>
                  </a:lnTo>
                  <a:cubicBezTo>
                    <a:pt x="375475" y="48387"/>
                    <a:pt x="381095" y="42672"/>
                    <a:pt x="381095" y="35623"/>
                  </a:cubicBezTo>
                  <a:lnTo>
                    <a:pt x="381095" y="13145"/>
                  </a:lnTo>
                  <a:cubicBezTo>
                    <a:pt x="381095" y="5905"/>
                    <a:pt x="375190" y="95"/>
                    <a:pt x="368046" y="95"/>
                  </a:cubicBezTo>
                  <a:lnTo>
                    <a:pt x="368046" y="95"/>
                  </a:lnTo>
                  <a:close/>
                  <a:moveTo>
                    <a:pt x="200692" y="331661"/>
                  </a:moveTo>
                  <a:cubicBezTo>
                    <a:pt x="200692" y="337280"/>
                    <a:pt x="196120" y="341852"/>
                    <a:pt x="190500" y="341852"/>
                  </a:cubicBezTo>
                  <a:cubicBezTo>
                    <a:pt x="184880" y="341852"/>
                    <a:pt x="180308" y="337280"/>
                    <a:pt x="180308" y="331661"/>
                  </a:cubicBezTo>
                  <a:cubicBezTo>
                    <a:pt x="180308" y="326041"/>
                    <a:pt x="184880" y="321469"/>
                    <a:pt x="190500" y="321469"/>
                  </a:cubicBezTo>
                  <a:cubicBezTo>
                    <a:pt x="196120" y="321469"/>
                    <a:pt x="200692" y="326041"/>
                    <a:pt x="200692" y="331661"/>
                  </a:cubicBezTo>
                  <a:lnTo>
                    <a:pt x="200692" y="3316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27"/>
            <p:cNvSpPr/>
            <p:nvPr/>
          </p:nvSpPr>
          <p:spPr>
            <a:xfrm>
              <a:off x="5802153" y="4677441"/>
              <a:ext cx="50291" cy="11239"/>
            </a:xfrm>
            <a:custGeom>
              <a:rect b="b" l="l" r="r" t="t"/>
              <a:pathLst>
                <a:path extrusionOk="0" h="11239" w="50291">
                  <a:moveTo>
                    <a:pt x="44672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44672" y="11239"/>
                  </a:lnTo>
                  <a:cubicBezTo>
                    <a:pt x="47720" y="11239"/>
                    <a:pt x="50292" y="8763"/>
                    <a:pt x="50292" y="5620"/>
                  </a:cubicBezTo>
                  <a:cubicBezTo>
                    <a:pt x="50292" y="2476"/>
                    <a:pt x="47816" y="0"/>
                    <a:pt x="44672" y="0"/>
                  </a:cubicBezTo>
                  <a:lnTo>
                    <a:pt x="446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7"/>
            <p:cNvSpPr/>
            <p:nvPr/>
          </p:nvSpPr>
          <p:spPr>
            <a:xfrm>
              <a:off x="5763100" y="4697253"/>
              <a:ext cx="89439" cy="11239"/>
            </a:xfrm>
            <a:custGeom>
              <a:rect b="b" l="l" r="r" t="t"/>
              <a:pathLst>
                <a:path extrusionOk="0" h="11239" w="89439">
                  <a:moveTo>
                    <a:pt x="5620" y="11239"/>
                  </a:moveTo>
                  <a:lnTo>
                    <a:pt x="83820" y="11239"/>
                  </a:lnTo>
                  <a:cubicBezTo>
                    <a:pt x="86868" y="11239"/>
                    <a:pt x="89440" y="8763"/>
                    <a:pt x="89440" y="5620"/>
                  </a:cubicBezTo>
                  <a:cubicBezTo>
                    <a:pt x="89440" y="2477"/>
                    <a:pt x="86963" y="0"/>
                    <a:pt x="83820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7"/>
            <p:cNvSpPr/>
            <p:nvPr/>
          </p:nvSpPr>
          <p:spPr>
            <a:xfrm>
              <a:off x="5763100" y="4530661"/>
              <a:ext cx="18669" cy="11239"/>
            </a:xfrm>
            <a:custGeom>
              <a:rect b="b" l="l" r="r" t="t"/>
              <a:pathLst>
                <a:path extrusionOk="0" h="11239" w="18669">
                  <a:moveTo>
                    <a:pt x="5620" y="11239"/>
                  </a:moveTo>
                  <a:lnTo>
                    <a:pt x="13049" y="11239"/>
                  </a:lnTo>
                  <a:cubicBezTo>
                    <a:pt x="16097" y="11239"/>
                    <a:pt x="18669" y="8763"/>
                    <a:pt x="18669" y="5620"/>
                  </a:cubicBezTo>
                  <a:cubicBezTo>
                    <a:pt x="18669" y="2477"/>
                    <a:pt x="16193" y="0"/>
                    <a:pt x="13049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27"/>
            <p:cNvSpPr/>
            <p:nvPr/>
          </p:nvSpPr>
          <p:spPr>
            <a:xfrm>
              <a:off x="5791009" y="4530661"/>
              <a:ext cx="61436" cy="11239"/>
            </a:xfrm>
            <a:custGeom>
              <a:rect b="b" l="l" r="r" t="t"/>
              <a:pathLst>
                <a:path extrusionOk="0" h="11239" w="61436">
                  <a:moveTo>
                    <a:pt x="55816" y="11239"/>
                  </a:moveTo>
                  <a:cubicBezTo>
                    <a:pt x="58864" y="11239"/>
                    <a:pt x="61436" y="8763"/>
                    <a:pt x="61436" y="5620"/>
                  </a:cubicBezTo>
                  <a:cubicBezTo>
                    <a:pt x="61436" y="2477"/>
                    <a:pt x="58960" y="0"/>
                    <a:pt x="5581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55816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27"/>
            <p:cNvSpPr/>
            <p:nvPr/>
          </p:nvSpPr>
          <p:spPr>
            <a:xfrm>
              <a:off x="5763100" y="4550664"/>
              <a:ext cx="89439" cy="11239"/>
            </a:xfrm>
            <a:custGeom>
              <a:rect b="b" l="l" r="r" t="t"/>
              <a:pathLst>
                <a:path extrusionOk="0" h="11239" w="89439">
                  <a:moveTo>
                    <a:pt x="5620" y="11239"/>
                  </a:moveTo>
                  <a:lnTo>
                    <a:pt x="83820" y="11239"/>
                  </a:lnTo>
                  <a:cubicBezTo>
                    <a:pt x="86868" y="11239"/>
                    <a:pt x="89440" y="8763"/>
                    <a:pt x="89440" y="5620"/>
                  </a:cubicBezTo>
                  <a:cubicBezTo>
                    <a:pt x="89440" y="2476"/>
                    <a:pt x="86963" y="0"/>
                    <a:pt x="83820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27"/>
            <p:cNvSpPr/>
            <p:nvPr/>
          </p:nvSpPr>
          <p:spPr>
            <a:xfrm>
              <a:off x="5762814" y="4584001"/>
              <a:ext cx="89725" cy="72104"/>
            </a:xfrm>
            <a:custGeom>
              <a:rect b="b" l="l" r="r" t="t"/>
              <a:pathLst>
                <a:path extrusionOk="0" h="72104" w="89725">
                  <a:moveTo>
                    <a:pt x="286" y="66484"/>
                  </a:moveTo>
                  <a:cubicBezTo>
                    <a:pt x="286" y="69532"/>
                    <a:pt x="2762" y="72104"/>
                    <a:pt x="5906" y="72104"/>
                  </a:cubicBezTo>
                  <a:lnTo>
                    <a:pt x="84106" y="72104"/>
                  </a:lnTo>
                  <a:cubicBezTo>
                    <a:pt x="87154" y="72104"/>
                    <a:pt x="89726" y="69628"/>
                    <a:pt x="89726" y="66484"/>
                  </a:cubicBezTo>
                  <a:cubicBezTo>
                    <a:pt x="89726" y="63341"/>
                    <a:pt x="87249" y="60865"/>
                    <a:pt x="84106" y="60865"/>
                  </a:cubicBezTo>
                  <a:lnTo>
                    <a:pt x="70676" y="60865"/>
                  </a:lnTo>
                  <a:lnTo>
                    <a:pt x="70676" y="12287"/>
                  </a:lnTo>
                  <a:cubicBezTo>
                    <a:pt x="70676" y="9239"/>
                    <a:pt x="68199" y="6667"/>
                    <a:pt x="65056" y="6667"/>
                  </a:cubicBezTo>
                  <a:cubicBezTo>
                    <a:pt x="61913" y="6667"/>
                    <a:pt x="59436" y="9144"/>
                    <a:pt x="59436" y="12287"/>
                  </a:cubicBezTo>
                  <a:lnTo>
                    <a:pt x="59436" y="60865"/>
                  </a:lnTo>
                  <a:lnTo>
                    <a:pt x="50483" y="60865"/>
                  </a:lnTo>
                  <a:lnTo>
                    <a:pt x="50483" y="42958"/>
                  </a:lnTo>
                  <a:cubicBezTo>
                    <a:pt x="50483" y="39910"/>
                    <a:pt x="48006" y="37338"/>
                    <a:pt x="44863" y="37338"/>
                  </a:cubicBezTo>
                  <a:cubicBezTo>
                    <a:pt x="41720" y="37338"/>
                    <a:pt x="39243" y="39814"/>
                    <a:pt x="39243" y="42958"/>
                  </a:cubicBezTo>
                  <a:lnTo>
                    <a:pt x="39243" y="60865"/>
                  </a:lnTo>
                  <a:lnTo>
                    <a:pt x="30290" y="60865"/>
                  </a:lnTo>
                  <a:lnTo>
                    <a:pt x="30290" y="28765"/>
                  </a:lnTo>
                  <a:cubicBezTo>
                    <a:pt x="30290" y="25717"/>
                    <a:pt x="27813" y="23146"/>
                    <a:pt x="24670" y="23146"/>
                  </a:cubicBezTo>
                  <a:cubicBezTo>
                    <a:pt x="21527" y="23146"/>
                    <a:pt x="19050" y="25622"/>
                    <a:pt x="19050" y="28765"/>
                  </a:cubicBezTo>
                  <a:lnTo>
                    <a:pt x="19050" y="60865"/>
                  </a:lnTo>
                  <a:lnTo>
                    <a:pt x="11240" y="60865"/>
                  </a:lnTo>
                  <a:lnTo>
                    <a:pt x="11240" y="5620"/>
                  </a:lnTo>
                  <a:cubicBezTo>
                    <a:pt x="11240" y="2572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663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27"/>
            <p:cNvSpPr/>
            <p:nvPr/>
          </p:nvSpPr>
          <p:spPr>
            <a:xfrm>
              <a:off x="5553455" y="4521898"/>
              <a:ext cx="188404" cy="188404"/>
            </a:xfrm>
            <a:custGeom>
              <a:rect b="b" l="l" r="r" t="t"/>
              <a:pathLst>
                <a:path extrusionOk="0" h="188404" w="188404">
                  <a:moveTo>
                    <a:pt x="145447" y="28861"/>
                  </a:moveTo>
                  <a:cubicBezTo>
                    <a:pt x="147828" y="30766"/>
                    <a:pt x="151352" y="30385"/>
                    <a:pt x="153257" y="27908"/>
                  </a:cubicBezTo>
                  <a:cubicBezTo>
                    <a:pt x="155162" y="25527"/>
                    <a:pt x="154781" y="22003"/>
                    <a:pt x="152305" y="20098"/>
                  </a:cubicBezTo>
                  <a:cubicBezTo>
                    <a:pt x="135541" y="6953"/>
                    <a:pt x="115443" y="0"/>
                    <a:pt x="94202" y="0"/>
                  </a:cubicBezTo>
                  <a:cubicBezTo>
                    <a:pt x="42291" y="0"/>
                    <a:pt x="0" y="42196"/>
                    <a:pt x="0" y="94202"/>
                  </a:cubicBezTo>
                  <a:cubicBezTo>
                    <a:pt x="0" y="146209"/>
                    <a:pt x="42196" y="188404"/>
                    <a:pt x="94202" y="188404"/>
                  </a:cubicBezTo>
                  <a:cubicBezTo>
                    <a:pt x="146209" y="188404"/>
                    <a:pt x="188404" y="146209"/>
                    <a:pt x="188404" y="94202"/>
                  </a:cubicBezTo>
                  <a:cubicBezTo>
                    <a:pt x="188404" y="74295"/>
                    <a:pt x="182213" y="55340"/>
                    <a:pt x="170593" y="39243"/>
                  </a:cubicBezTo>
                  <a:cubicBezTo>
                    <a:pt x="168783" y="36767"/>
                    <a:pt x="165259" y="36195"/>
                    <a:pt x="162782" y="38005"/>
                  </a:cubicBezTo>
                  <a:cubicBezTo>
                    <a:pt x="160306" y="39815"/>
                    <a:pt x="159734" y="43339"/>
                    <a:pt x="161544" y="45815"/>
                  </a:cubicBezTo>
                  <a:cubicBezTo>
                    <a:pt x="170688" y="58484"/>
                    <a:pt x="176022" y="73247"/>
                    <a:pt x="176974" y="88678"/>
                  </a:cubicBezTo>
                  <a:lnTo>
                    <a:pt x="154019" y="88678"/>
                  </a:lnTo>
                  <a:cubicBezTo>
                    <a:pt x="151352" y="60008"/>
                    <a:pt x="128492" y="37148"/>
                    <a:pt x="99822" y="34480"/>
                  </a:cubicBezTo>
                  <a:lnTo>
                    <a:pt x="99822" y="11525"/>
                  </a:lnTo>
                  <a:cubicBezTo>
                    <a:pt x="116491" y="12668"/>
                    <a:pt x="132207" y="18669"/>
                    <a:pt x="145447" y="29051"/>
                  </a:cubicBezTo>
                  <a:lnTo>
                    <a:pt x="145447" y="29051"/>
                  </a:lnTo>
                  <a:close/>
                  <a:moveTo>
                    <a:pt x="11239" y="94107"/>
                  </a:moveTo>
                  <a:cubicBezTo>
                    <a:pt x="11239" y="50197"/>
                    <a:pt x="45529" y="14192"/>
                    <a:pt x="88678" y="11335"/>
                  </a:cubicBezTo>
                  <a:lnTo>
                    <a:pt x="88678" y="34385"/>
                  </a:lnTo>
                  <a:cubicBezTo>
                    <a:pt x="58198" y="37243"/>
                    <a:pt x="34195" y="62960"/>
                    <a:pt x="34195" y="94202"/>
                  </a:cubicBezTo>
                  <a:cubicBezTo>
                    <a:pt x="34195" y="127349"/>
                    <a:pt x="61150" y="154305"/>
                    <a:pt x="94297" y="154305"/>
                  </a:cubicBezTo>
                  <a:cubicBezTo>
                    <a:pt x="110204" y="154305"/>
                    <a:pt x="124587" y="148114"/>
                    <a:pt x="135350" y="138017"/>
                  </a:cubicBezTo>
                  <a:cubicBezTo>
                    <a:pt x="140779" y="143446"/>
                    <a:pt x="146209" y="148780"/>
                    <a:pt x="151543" y="154210"/>
                  </a:cubicBezTo>
                  <a:cubicBezTo>
                    <a:pt x="136588" y="168497"/>
                    <a:pt x="116396" y="177260"/>
                    <a:pt x="94202" y="177260"/>
                  </a:cubicBezTo>
                  <a:cubicBezTo>
                    <a:pt x="48387" y="177260"/>
                    <a:pt x="11239" y="140018"/>
                    <a:pt x="11239" y="94298"/>
                  </a:cubicBezTo>
                  <a:lnTo>
                    <a:pt x="11239" y="94298"/>
                  </a:lnTo>
                  <a:close/>
                  <a:moveTo>
                    <a:pt x="154019" y="99727"/>
                  </a:moveTo>
                  <a:lnTo>
                    <a:pt x="177070" y="99727"/>
                  </a:lnTo>
                  <a:cubicBezTo>
                    <a:pt x="175927" y="117158"/>
                    <a:pt x="169354" y="133064"/>
                    <a:pt x="159163" y="145923"/>
                  </a:cubicBezTo>
                  <a:cubicBezTo>
                    <a:pt x="153733" y="140494"/>
                    <a:pt x="148304" y="135065"/>
                    <a:pt x="142780" y="129540"/>
                  </a:cubicBezTo>
                  <a:cubicBezTo>
                    <a:pt x="148971" y="121063"/>
                    <a:pt x="153067" y="110776"/>
                    <a:pt x="154114" y="99727"/>
                  </a:cubicBezTo>
                  <a:lnTo>
                    <a:pt x="154114" y="99727"/>
                  </a:lnTo>
                  <a:close/>
                  <a:moveTo>
                    <a:pt x="143161" y="94107"/>
                  </a:moveTo>
                  <a:cubicBezTo>
                    <a:pt x="143161" y="121063"/>
                    <a:pt x="121253" y="143066"/>
                    <a:pt x="94297" y="143066"/>
                  </a:cubicBezTo>
                  <a:cubicBezTo>
                    <a:pt x="67342" y="143066"/>
                    <a:pt x="45339" y="121158"/>
                    <a:pt x="45339" y="94107"/>
                  </a:cubicBezTo>
                  <a:cubicBezTo>
                    <a:pt x="45339" y="67056"/>
                    <a:pt x="67246" y="45149"/>
                    <a:pt x="94297" y="45149"/>
                  </a:cubicBezTo>
                  <a:cubicBezTo>
                    <a:pt x="121348" y="45149"/>
                    <a:pt x="143161" y="67056"/>
                    <a:pt x="143161" y="94107"/>
                  </a:cubicBezTo>
                  <a:lnTo>
                    <a:pt x="143161" y="941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27"/>
            <p:cNvSpPr/>
            <p:nvPr/>
          </p:nvSpPr>
          <p:spPr>
            <a:xfrm>
              <a:off x="5559337" y="4695325"/>
              <a:ext cx="25955" cy="18597"/>
            </a:xfrm>
            <a:custGeom>
              <a:rect b="b" l="l" r="r" t="t"/>
              <a:pathLst>
                <a:path extrusionOk="0" h="18597" w="25955">
                  <a:moveTo>
                    <a:pt x="16597" y="1643"/>
                  </a:moveTo>
                  <a:lnTo>
                    <a:pt x="13073" y="5167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9072" y="16978"/>
                  </a:lnTo>
                  <a:cubicBezTo>
                    <a:pt x="10120" y="18026"/>
                    <a:pt x="11549" y="18597"/>
                    <a:pt x="12978" y="18597"/>
                  </a:cubicBezTo>
                  <a:cubicBezTo>
                    <a:pt x="14407" y="18597"/>
                    <a:pt x="15835" y="18026"/>
                    <a:pt x="16883" y="16978"/>
                  </a:cubicBezTo>
                  <a:lnTo>
                    <a:pt x="24312" y="9549"/>
                  </a:lnTo>
                  <a:cubicBezTo>
                    <a:pt x="26503" y="7358"/>
                    <a:pt x="26503" y="3834"/>
                    <a:pt x="24312" y="1643"/>
                  </a:cubicBezTo>
                  <a:cubicBezTo>
                    <a:pt x="22122" y="-548"/>
                    <a:pt x="18597" y="-548"/>
                    <a:pt x="16407" y="1643"/>
                  </a:cubicBezTo>
                  <a:lnTo>
                    <a:pt x="16407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27"/>
            <p:cNvSpPr/>
            <p:nvPr/>
          </p:nvSpPr>
          <p:spPr>
            <a:xfrm>
              <a:off x="5658492" y="4617600"/>
              <a:ext cx="26146" cy="18597"/>
            </a:xfrm>
            <a:custGeom>
              <a:rect b="b" l="l" r="r" t="t"/>
              <a:pathLst>
                <a:path extrusionOk="0" h="18597" w="26146">
                  <a:moveTo>
                    <a:pt x="9263" y="16978"/>
                  </a:moveTo>
                  <a:cubicBezTo>
                    <a:pt x="10311" y="18026"/>
                    <a:pt x="11739" y="18597"/>
                    <a:pt x="13168" y="18597"/>
                  </a:cubicBezTo>
                  <a:cubicBezTo>
                    <a:pt x="14597" y="18597"/>
                    <a:pt x="16026" y="18026"/>
                    <a:pt x="17073" y="16978"/>
                  </a:cubicBezTo>
                  <a:lnTo>
                    <a:pt x="24503" y="9549"/>
                  </a:lnTo>
                  <a:cubicBezTo>
                    <a:pt x="26694" y="7358"/>
                    <a:pt x="26694" y="3834"/>
                    <a:pt x="24503" y="1643"/>
                  </a:cubicBezTo>
                  <a:cubicBezTo>
                    <a:pt x="22312" y="-548"/>
                    <a:pt x="18788" y="-548"/>
                    <a:pt x="16597" y="1643"/>
                  </a:cubicBezTo>
                  <a:lnTo>
                    <a:pt x="13073" y="5167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9072" y="169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27"/>
            <p:cNvSpPr/>
            <p:nvPr/>
          </p:nvSpPr>
          <p:spPr>
            <a:xfrm>
              <a:off x="5717833" y="4531494"/>
              <a:ext cx="26146" cy="18597"/>
            </a:xfrm>
            <a:custGeom>
              <a:rect b="b" l="l" r="r" t="t"/>
              <a:pathLst>
                <a:path extrusionOk="0" h="18597" w="26146">
                  <a:moveTo>
                    <a:pt x="9263" y="16978"/>
                  </a:moveTo>
                  <a:cubicBezTo>
                    <a:pt x="10311" y="18026"/>
                    <a:pt x="11740" y="18598"/>
                    <a:pt x="13168" y="18598"/>
                  </a:cubicBezTo>
                  <a:cubicBezTo>
                    <a:pt x="14597" y="18598"/>
                    <a:pt x="16026" y="18026"/>
                    <a:pt x="17074" y="16978"/>
                  </a:cubicBezTo>
                  <a:lnTo>
                    <a:pt x="24503" y="9549"/>
                  </a:lnTo>
                  <a:cubicBezTo>
                    <a:pt x="26694" y="7358"/>
                    <a:pt x="26694" y="3834"/>
                    <a:pt x="24503" y="1643"/>
                  </a:cubicBezTo>
                  <a:cubicBezTo>
                    <a:pt x="22313" y="-548"/>
                    <a:pt x="18788" y="-548"/>
                    <a:pt x="16597" y="1643"/>
                  </a:cubicBezTo>
                  <a:lnTo>
                    <a:pt x="13073" y="5167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9073" y="169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1" name="Google Shape;831;p27"/>
          <p:cNvGrpSpPr/>
          <p:nvPr/>
        </p:nvGrpSpPr>
        <p:grpSpPr>
          <a:xfrm>
            <a:off x="3120378" y="3984576"/>
            <a:ext cx="294867" cy="426109"/>
            <a:chOff x="4795837" y="4438554"/>
            <a:chExt cx="263651" cy="380999"/>
          </a:xfrm>
        </p:grpSpPr>
        <p:sp>
          <p:nvSpPr>
            <p:cNvPr id="832" name="Google Shape;832;p27"/>
            <p:cNvSpPr/>
            <p:nvPr/>
          </p:nvSpPr>
          <p:spPr>
            <a:xfrm>
              <a:off x="4795837" y="4438554"/>
              <a:ext cx="263461" cy="380999"/>
            </a:xfrm>
            <a:custGeom>
              <a:rect b="b" l="l" r="r" t="t"/>
              <a:pathLst>
                <a:path extrusionOk="0" h="380999" w="263461">
                  <a:moveTo>
                    <a:pt x="257937" y="303276"/>
                  </a:moveTo>
                  <a:cubicBezTo>
                    <a:pt x="254889" y="303276"/>
                    <a:pt x="252317" y="305752"/>
                    <a:pt x="252317" y="308896"/>
                  </a:cubicBezTo>
                  <a:lnTo>
                    <a:pt x="252317" y="366332"/>
                  </a:lnTo>
                  <a:cubicBezTo>
                    <a:pt x="252317" y="368332"/>
                    <a:pt x="250698" y="369951"/>
                    <a:pt x="248698" y="369951"/>
                  </a:cubicBezTo>
                  <a:lnTo>
                    <a:pt x="14764" y="369951"/>
                  </a:lnTo>
                  <a:cubicBezTo>
                    <a:pt x="12763" y="369951"/>
                    <a:pt x="11144" y="368332"/>
                    <a:pt x="11144" y="366332"/>
                  </a:cubicBezTo>
                  <a:lnTo>
                    <a:pt x="11144" y="14859"/>
                  </a:lnTo>
                  <a:cubicBezTo>
                    <a:pt x="11144" y="12859"/>
                    <a:pt x="12763" y="11239"/>
                    <a:pt x="14764" y="11239"/>
                  </a:cubicBezTo>
                  <a:lnTo>
                    <a:pt x="42482" y="11239"/>
                  </a:lnTo>
                  <a:cubicBezTo>
                    <a:pt x="45529" y="11239"/>
                    <a:pt x="48101" y="8763"/>
                    <a:pt x="48101" y="5620"/>
                  </a:cubicBezTo>
                  <a:cubicBezTo>
                    <a:pt x="48101" y="2476"/>
                    <a:pt x="45625" y="0"/>
                    <a:pt x="42482" y="0"/>
                  </a:cubicBezTo>
                  <a:lnTo>
                    <a:pt x="14764" y="0"/>
                  </a:lnTo>
                  <a:cubicBezTo>
                    <a:pt x="6572" y="0"/>
                    <a:pt x="0" y="6667"/>
                    <a:pt x="0" y="14764"/>
                  </a:cubicBezTo>
                  <a:lnTo>
                    <a:pt x="0" y="366236"/>
                  </a:lnTo>
                  <a:cubicBezTo>
                    <a:pt x="0" y="374333"/>
                    <a:pt x="6667" y="381000"/>
                    <a:pt x="14764" y="381000"/>
                  </a:cubicBezTo>
                  <a:lnTo>
                    <a:pt x="248698" y="381000"/>
                  </a:lnTo>
                  <a:cubicBezTo>
                    <a:pt x="256889" y="381000"/>
                    <a:pt x="263462" y="374333"/>
                    <a:pt x="263462" y="366236"/>
                  </a:cubicBezTo>
                  <a:lnTo>
                    <a:pt x="263462" y="308800"/>
                  </a:lnTo>
                  <a:cubicBezTo>
                    <a:pt x="263462" y="305752"/>
                    <a:pt x="260985" y="303181"/>
                    <a:pt x="257842" y="303181"/>
                  </a:cubicBezTo>
                  <a:lnTo>
                    <a:pt x="257842" y="30318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27"/>
            <p:cNvSpPr/>
            <p:nvPr/>
          </p:nvSpPr>
          <p:spPr>
            <a:xfrm>
              <a:off x="4857559" y="4438650"/>
              <a:ext cx="201929" cy="289655"/>
            </a:xfrm>
            <a:custGeom>
              <a:rect b="b" l="l" r="r" t="t"/>
              <a:pathLst>
                <a:path extrusionOk="0" h="289655" w="201929">
                  <a:moveTo>
                    <a:pt x="200120" y="71247"/>
                  </a:moveTo>
                  <a:lnTo>
                    <a:pt x="130492" y="1619"/>
                  </a:lnTo>
                  <a:cubicBezTo>
                    <a:pt x="129445" y="571"/>
                    <a:pt x="128016" y="0"/>
                    <a:pt x="126587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121063" y="11239"/>
                  </a:lnTo>
                  <a:lnTo>
                    <a:pt x="121063" y="66104"/>
                  </a:lnTo>
                  <a:cubicBezTo>
                    <a:pt x="121063" y="74295"/>
                    <a:pt x="127730" y="80867"/>
                    <a:pt x="135826" y="80867"/>
                  </a:cubicBezTo>
                  <a:lnTo>
                    <a:pt x="190690" y="80867"/>
                  </a:lnTo>
                  <a:lnTo>
                    <a:pt x="190690" y="284036"/>
                  </a:lnTo>
                  <a:cubicBezTo>
                    <a:pt x="190690" y="287084"/>
                    <a:pt x="193167" y="289655"/>
                    <a:pt x="196310" y="289655"/>
                  </a:cubicBezTo>
                  <a:cubicBezTo>
                    <a:pt x="199454" y="289655"/>
                    <a:pt x="201930" y="287179"/>
                    <a:pt x="201930" y="284036"/>
                  </a:cubicBezTo>
                  <a:lnTo>
                    <a:pt x="201930" y="75247"/>
                  </a:lnTo>
                  <a:cubicBezTo>
                    <a:pt x="201930" y="73723"/>
                    <a:pt x="201358" y="72390"/>
                    <a:pt x="200311" y="71342"/>
                  </a:cubicBezTo>
                  <a:lnTo>
                    <a:pt x="200311" y="71342"/>
                  </a:lnTo>
                  <a:close/>
                  <a:moveTo>
                    <a:pt x="132112" y="66008"/>
                  </a:moveTo>
                  <a:lnTo>
                    <a:pt x="132112" y="19050"/>
                  </a:lnTo>
                  <a:lnTo>
                    <a:pt x="182689" y="69628"/>
                  </a:lnTo>
                  <a:lnTo>
                    <a:pt x="135731" y="69628"/>
                  </a:lnTo>
                  <a:cubicBezTo>
                    <a:pt x="133731" y="69628"/>
                    <a:pt x="132112" y="68009"/>
                    <a:pt x="132112" y="66008"/>
                  </a:cubicBezTo>
                  <a:lnTo>
                    <a:pt x="132112" y="660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7"/>
            <p:cNvSpPr/>
            <p:nvPr/>
          </p:nvSpPr>
          <p:spPr>
            <a:xfrm>
              <a:off x="4849176" y="4518902"/>
              <a:ext cx="168310" cy="160253"/>
            </a:xfrm>
            <a:custGeom>
              <a:rect b="b" l="l" r="r" t="t"/>
              <a:pathLst>
                <a:path extrusionOk="0" h="160253" w="168310">
                  <a:moveTo>
                    <a:pt x="143638" y="16616"/>
                  </a:moveTo>
                  <a:cubicBezTo>
                    <a:pt x="137446" y="10425"/>
                    <a:pt x="130493" y="5377"/>
                    <a:pt x="122873" y="1376"/>
                  </a:cubicBezTo>
                  <a:cubicBezTo>
                    <a:pt x="119730" y="-243"/>
                    <a:pt x="116111" y="-433"/>
                    <a:pt x="112777" y="805"/>
                  </a:cubicBezTo>
                  <a:cubicBezTo>
                    <a:pt x="109443" y="2043"/>
                    <a:pt x="106776" y="4615"/>
                    <a:pt x="105443" y="7949"/>
                  </a:cubicBezTo>
                  <a:lnTo>
                    <a:pt x="80487" y="70242"/>
                  </a:lnTo>
                  <a:lnTo>
                    <a:pt x="13812" y="63384"/>
                  </a:lnTo>
                  <a:cubicBezTo>
                    <a:pt x="10288" y="63003"/>
                    <a:pt x="6763" y="64146"/>
                    <a:pt x="4192" y="66527"/>
                  </a:cubicBezTo>
                  <a:cubicBezTo>
                    <a:pt x="1525" y="68909"/>
                    <a:pt x="1" y="72337"/>
                    <a:pt x="1" y="75862"/>
                  </a:cubicBezTo>
                  <a:cubicBezTo>
                    <a:pt x="-95" y="98817"/>
                    <a:pt x="8859" y="120248"/>
                    <a:pt x="25242" y="136346"/>
                  </a:cubicBezTo>
                  <a:cubicBezTo>
                    <a:pt x="40958" y="151681"/>
                    <a:pt x="61818" y="160253"/>
                    <a:pt x="83916" y="160253"/>
                  </a:cubicBezTo>
                  <a:lnTo>
                    <a:pt x="84106" y="160253"/>
                  </a:lnTo>
                  <a:cubicBezTo>
                    <a:pt x="106204" y="160253"/>
                    <a:pt x="127064" y="151871"/>
                    <a:pt x="142780" y="136536"/>
                  </a:cubicBezTo>
                  <a:cubicBezTo>
                    <a:pt x="159068" y="120725"/>
                    <a:pt x="168117" y="99484"/>
                    <a:pt x="168307" y="76814"/>
                  </a:cubicBezTo>
                  <a:cubicBezTo>
                    <a:pt x="168498" y="54145"/>
                    <a:pt x="159735" y="32809"/>
                    <a:pt x="143638" y="16712"/>
                  </a:cubicBezTo>
                  <a:lnTo>
                    <a:pt x="143638" y="16712"/>
                  </a:lnTo>
                  <a:close/>
                  <a:moveTo>
                    <a:pt x="84106" y="148919"/>
                  </a:moveTo>
                  <a:cubicBezTo>
                    <a:pt x="65628" y="148919"/>
                    <a:pt x="47149" y="142061"/>
                    <a:pt x="33053" y="128249"/>
                  </a:cubicBezTo>
                  <a:cubicBezTo>
                    <a:pt x="18860" y="114343"/>
                    <a:pt x="11050" y="95674"/>
                    <a:pt x="11145" y="75767"/>
                  </a:cubicBezTo>
                  <a:cubicBezTo>
                    <a:pt x="11145" y="75195"/>
                    <a:pt x="11431" y="74814"/>
                    <a:pt x="11621" y="74719"/>
                  </a:cubicBezTo>
                  <a:cubicBezTo>
                    <a:pt x="11812" y="74528"/>
                    <a:pt x="12097" y="74338"/>
                    <a:pt x="12478" y="74338"/>
                  </a:cubicBezTo>
                  <a:cubicBezTo>
                    <a:pt x="12478" y="74338"/>
                    <a:pt x="12574" y="74338"/>
                    <a:pt x="12669" y="74338"/>
                  </a:cubicBezTo>
                  <a:lnTo>
                    <a:pt x="81535" y="81386"/>
                  </a:lnTo>
                  <a:lnTo>
                    <a:pt x="131541" y="131393"/>
                  </a:lnTo>
                  <a:cubicBezTo>
                    <a:pt x="118015" y="143013"/>
                    <a:pt x="101061" y="148823"/>
                    <a:pt x="84011" y="148823"/>
                  </a:cubicBezTo>
                  <a:lnTo>
                    <a:pt x="84011" y="148823"/>
                  </a:lnTo>
                  <a:close/>
                  <a:moveTo>
                    <a:pt x="139542" y="123582"/>
                  </a:moveTo>
                  <a:lnTo>
                    <a:pt x="90679" y="74719"/>
                  </a:lnTo>
                  <a:lnTo>
                    <a:pt x="115825" y="11949"/>
                  </a:lnTo>
                  <a:cubicBezTo>
                    <a:pt x="116015" y="11473"/>
                    <a:pt x="116396" y="11187"/>
                    <a:pt x="116682" y="11187"/>
                  </a:cubicBezTo>
                  <a:cubicBezTo>
                    <a:pt x="116968" y="11187"/>
                    <a:pt x="117349" y="10996"/>
                    <a:pt x="117730" y="11187"/>
                  </a:cubicBezTo>
                  <a:cubicBezTo>
                    <a:pt x="124397" y="14616"/>
                    <a:pt x="130398" y="19093"/>
                    <a:pt x="135732" y="24427"/>
                  </a:cubicBezTo>
                  <a:cubicBezTo>
                    <a:pt x="149638" y="38333"/>
                    <a:pt x="157258" y="56812"/>
                    <a:pt x="157068" y="76529"/>
                  </a:cubicBezTo>
                  <a:cubicBezTo>
                    <a:pt x="156973" y="93959"/>
                    <a:pt x="150781" y="110437"/>
                    <a:pt x="139447" y="123487"/>
                  </a:cubicBezTo>
                  <a:lnTo>
                    <a:pt x="139447" y="1234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27"/>
            <p:cNvSpPr/>
            <p:nvPr/>
          </p:nvSpPr>
          <p:spPr>
            <a:xfrm>
              <a:off x="4837798" y="4485200"/>
              <a:ext cx="115045" cy="89085"/>
            </a:xfrm>
            <a:custGeom>
              <a:rect b="b" l="l" r="r" t="t"/>
              <a:pathLst>
                <a:path extrusionOk="0" h="89085" w="115045">
                  <a:moveTo>
                    <a:pt x="106343" y="3360"/>
                  </a:moveTo>
                  <a:cubicBezTo>
                    <a:pt x="76816" y="-5212"/>
                    <a:pt x="44907" y="2884"/>
                    <a:pt x="23190" y="24601"/>
                  </a:cubicBezTo>
                  <a:cubicBezTo>
                    <a:pt x="11474" y="36317"/>
                    <a:pt x="3473" y="51081"/>
                    <a:pt x="235" y="67368"/>
                  </a:cubicBezTo>
                  <a:cubicBezTo>
                    <a:pt x="-432" y="70892"/>
                    <a:pt x="330" y="74512"/>
                    <a:pt x="2425" y="77370"/>
                  </a:cubicBezTo>
                  <a:cubicBezTo>
                    <a:pt x="4521" y="80227"/>
                    <a:pt x="7759" y="82037"/>
                    <a:pt x="11188" y="82418"/>
                  </a:cubicBezTo>
                  <a:lnTo>
                    <a:pt x="29095" y="84228"/>
                  </a:lnTo>
                  <a:cubicBezTo>
                    <a:pt x="32143" y="84513"/>
                    <a:pt x="34906" y="82323"/>
                    <a:pt x="35191" y="79275"/>
                  </a:cubicBezTo>
                  <a:cubicBezTo>
                    <a:pt x="35477" y="76227"/>
                    <a:pt x="33286" y="73464"/>
                    <a:pt x="30238" y="73179"/>
                  </a:cubicBezTo>
                  <a:lnTo>
                    <a:pt x="12331" y="71369"/>
                  </a:lnTo>
                  <a:cubicBezTo>
                    <a:pt x="11855" y="71369"/>
                    <a:pt x="11569" y="71083"/>
                    <a:pt x="11379" y="70797"/>
                  </a:cubicBezTo>
                  <a:cubicBezTo>
                    <a:pt x="11284" y="70607"/>
                    <a:pt x="10998" y="70226"/>
                    <a:pt x="11093" y="69654"/>
                  </a:cubicBezTo>
                  <a:cubicBezTo>
                    <a:pt x="13951" y="55557"/>
                    <a:pt x="20809" y="42794"/>
                    <a:pt x="31000" y="32602"/>
                  </a:cubicBezTo>
                  <a:cubicBezTo>
                    <a:pt x="49860" y="13742"/>
                    <a:pt x="77482" y="6694"/>
                    <a:pt x="103105" y="14124"/>
                  </a:cubicBezTo>
                  <a:cubicBezTo>
                    <a:pt x="103581" y="14219"/>
                    <a:pt x="103771" y="14600"/>
                    <a:pt x="103867" y="14790"/>
                  </a:cubicBezTo>
                  <a:cubicBezTo>
                    <a:pt x="103962" y="14981"/>
                    <a:pt x="104152" y="15457"/>
                    <a:pt x="103867" y="15933"/>
                  </a:cubicBezTo>
                  <a:lnTo>
                    <a:pt x="79292" y="77179"/>
                  </a:lnTo>
                  <a:cubicBezTo>
                    <a:pt x="79102" y="77750"/>
                    <a:pt x="78435" y="78132"/>
                    <a:pt x="77863" y="78036"/>
                  </a:cubicBezTo>
                  <a:lnTo>
                    <a:pt x="54718" y="75655"/>
                  </a:lnTo>
                  <a:cubicBezTo>
                    <a:pt x="51669" y="75369"/>
                    <a:pt x="48907" y="77560"/>
                    <a:pt x="48622" y="80608"/>
                  </a:cubicBezTo>
                  <a:cubicBezTo>
                    <a:pt x="48336" y="83656"/>
                    <a:pt x="50527" y="86418"/>
                    <a:pt x="53575" y="86704"/>
                  </a:cubicBezTo>
                  <a:lnTo>
                    <a:pt x="76720" y="89085"/>
                  </a:lnTo>
                  <a:cubicBezTo>
                    <a:pt x="76720" y="89085"/>
                    <a:pt x="77577" y="89085"/>
                    <a:pt x="77959" y="89085"/>
                  </a:cubicBezTo>
                  <a:cubicBezTo>
                    <a:pt x="83007" y="89085"/>
                    <a:pt x="87674" y="85942"/>
                    <a:pt x="89579" y="81180"/>
                  </a:cubicBezTo>
                  <a:lnTo>
                    <a:pt x="114154" y="19934"/>
                  </a:lnTo>
                  <a:cubicBezTo>
                    <a:pt x="115487" y="16600"/>
                    <a:pt x="115297" y="12981"/>
                    <a:pt x="113773" y="9742"/>
                  </a:cubicBezTo>
                  <a:cubicBezTo>
                    <a:pt x="112249" y="6599"/>
                    <a:pt x="109486" y="4217"/>
                    <a:pt x="106057" y="3265"/>
                  </a:cubicBezTo>
                  <a:lnTo>
                    <a:pt x="106057" y="32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27"/>
            <p:cNvSpPr/>
            <p:nvPr/>
          </p:nvSpPr>
          <p:spPr>
            <a:xfrm>
              <a:off x="4838485" y="4477488"/>
              <a:ext cx="26527" cy="18788"/>
            </a:xfrm>
            <a:custGeom>
              <a:rect b="b" l="l" r="r" t="t"/>
              <a:pathLst>
                <a:path extrusionOk="0" h="18788" w="26527">
                  <a:moveTo>
                    <a:pt x="1834" y="9549"/>
                  </a:moveTo>
                  <a:lnTo>
                    <a:pt x="9454" y="17169"/>
                  </a:lnTo>
                  <a:cubicBezTo>
                    <a:pt x="10501" y="18217"/>
                    <a:pt x="11930" y="18788"/>
                    <a:pt x="13359" y="18788"/>
                  </a:cubicBezTo>
                  <a:cubicBezTo>
                    <a:pt x="14788" y="18788"/>
                    <a:pt x="16216" y="18217"/>
                    <a:pt x="17264" y="17169"/>
                  </a:cubicBezTo>
                  <a:lnTo>
                    <a:pt x="24884" y="9549"/>
                  </a:lnTo>
                  <a:cubicBezTo>
                    <a:pt x="27075" y="7358"/>
                    <a:pt x="27075" y="3834"/>
                    <a:pt x="24884" y="1643"/>
                  </a:cubicBezTo>
                  <a:cubicBezTo>
                    <a:pt x="22693" y="-548"/>
                    <a:pt x="19169" y="-548"/>
                    <a:pt x="16978" y="1643"/>
                  </a:cubicBezTo>
                  <a:lnTo>
                    <a:pt x="13264" y="5358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643" y="95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7"/>
            <p:cNvSpPr/>
            <p:nvPr/>
          </p:nvSpPr>
          <p:spPr>
            <a:xfrm>
              <a:off x="4843247" y="4662654"/>
              <a:ext cx="26336" cy="18788"/>
            </a:xfrm>
            <a:custGeom>
              <a:rect b="b" l="l" r="r" t="t"/>
              <a:pathLst>
                <a:path extrusionOk="0" h="18788" w="26336">
                  <a:moveTo>
                    <a:pt x="16978" y="1643"/>
                  </a:moveTo>
                  <a:lnTo>
                    <a:pt x="13264" y="5358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9263" y="17169"/>
                  </a:lnTo>
                  <a:cubicBezTo>
                    <a:pt x="10311" y="18217"/>
                    <a:pt x="11740" y="18788"/>
                    <a:pt x="13168" y="18788"/>
                  </a:cubicBezTo>
                  <a:cubicBezTo>
                    <a:pt x="14597" y="18788"/>
                    <a:pt x="16026" y="18217"/>
                    <a:pt x="17073" y="17169"/>
                  </a:cubicBezTo>
                  <a:lnTo>
                    <a:pt x="24694" y="9549"/>
                  </a:lnTo>
                  <a:cubicBezTo>
                    <a:pt x="26884" y="7358"/>
                    <a:pt x="26884" y="3834"/>
                    <a:pt x="24694" y="1643"/>
                  </a:cubicBezTo>
                  <a:cubicBezTo>
                    <a:pt x="22503" y="-548"/>
                    <a:pt x="18979" y="-548"/>
                    <a:pt x="16788" y="1643"/>
                  </a:cubicBezTo>
                  <a:lnTo>
                    <a:pt x="16788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27"/>
            <p:cNvSpPr/>
            <p:nvPr/>
          </p:nvSpPr>
          <p:spPr>
            <a:xfrm>
              <a:off x="4847271" y="4700873"/>
              <a:ext cx="44291" cy="11239"/>
            </a:xfrm>
            <a:custGeom>
              <a:rect b="b" l="l" r="r" t="t"/>
              <a:pathLst>
                <a:path extrusionOk="0" h="11239" w="44291">
                  <a:moveTo>
                    <a:pt x="38671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38671" y="11239"/>
                  </a:lnTo>
                  <a:cubicBezTo>
                    <a:pt x="41720" y="11239"/>
                    <a:pt x="44291" y="8763"/>
                    <a:pt x="44291" y="5620"/>
                  </a:cubicBezTo>
                  <a:cubicBezTo>
                    <a:pt x="44291" y="2477"/>
                    <a:pt x="41815" y="0"/>
                    <a:pt x="38671" y="0"/>
                  </a:cubicBezTo>
                  <a:lnTo>
                    <a:pt x="38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27"/>
            <p:cNvSpPr/>
            <p:nvPr/>
          </p:nvSpPr>
          <p:spPr>
            <a:xfrm>
              <a:off x="4900421" y="4728114"/>
              <a:ext cx="113823" cy="11239"/>
            </a:xfrm>
            <a:custGeom>
              <a:rect b="b" l="l" r="r" t="t"/>
              <a:pathLst>
                <a:path extrusionOk="0" h="11239" w="113823">
                  <a:moveTo>
                    <a:pt x="108204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108204" y="11239"/>
                  </a:lnTo>
                  <a:cubicBezTo>
                    <a:pt x="111252" y="11239"/>
                    <a:pt x="113824" y="8763"/>
                    <a:pt x="113824" y="5620"/>
                  </a:cubicBezTo>
                  <a:cubicBezTo>
                    <a:pt x="113824" y="2476"/>
                    <a:pt x="111347" y="0"/>
                    <a:pt x="108204" y="0"/>
                  </a:cubicBezTo>
                  <a:lnTo>
                    <a:pt x="1082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27"/>
            <p:cNvSpPr/>
            <p:nvPr/>
          </p:nvSpPr>
          <p:spPr>
            <a:xfrm>
              <a:off x="4875180" y="4728114"/>
              <a:ext cx="16954" cy="11239"/>
            </a:xfrm>
            <a:custGeom>
              <a:rect b="b" l="l" r="r" t="t"/>
              <a:pathLst>
                <a:path extrusionOk="0" h="11239" w="16954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1335" y="11239"/>
                  </a:lnTo>
                  <a:cubicBezTo>
                    <a:pt x="14383" y="11239"/>
                    <a:pt x="16954" y="8763"/>
                    <a:pt x="16954" y="5620"/>
                  </a:cubicBezTo>
                  <a:cubicBezTo>
                    <a:pt x="16954" y="2476"/>
                    <a:pt x="14478" y="0"/>
                    <a:pt x="11335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7"/>
            <p:cNvSpPr/>
            <p:nvPr/>
          </p:nvSpPr>
          <p:spPr>
            <a:xfrm>
              <a:off x="4847271" y="4728114"/>
              <a:ext cx="20192" cy="11239"/>
            </a:xfrm>
            <a:custGeom>
              <a:rect b="b" l="l" r="r" t="t"/>
              <a:pathLst>
                <a:path extrusionOk="0" h="11239" w="20192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4573" y="11239"/>
                  </a:lnTo>
                  <a:cubicBezTo>
                    <a:pt x="17621" y="11239"/>
                    <a:pt x="20193" y="8763"/>
                    <a:pt x="20193" y="5620"/>
                  </a:cubicBezTo>
                  <a:cubicBezTo>
                    <a:pt x="20193" y="2476"/>
                    <a:pt x="17717" y="0"/>
                    <a:pt x="14573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27"/>
            <p:cNvSpPr/>
            <p:nvPr/>
          </p:nvSpPr>
          <p:spPr>
            <a:xfrm>
              <a:off x="4847271" y="4750022"/>
              <a:ext cx="92011" cy="11239"/>
            </a:xfrm>
            <a:custGeom>
              <a:rect b="b" l="l" r="r" t="t"/>
              <a:pathLst>
                <a:path extrusionOk="0" h="11239" w="92011">
                  <a:moveTo>
                    <a:pt x="5620" y="11239"/>
                  </a:moveTo>
                  <a:lnTo>
                    <a:pt x="86392" y="11239"/>
                  </a:lnTo>
                  <a:cubicBezTo>
                    <a:pt x="89440" y="11239"/>
                    <a:pt x="92012" y="8763"/>
                    <a:pt x="92012" y="5620"/>
                  </a:cubicBezTo>
                  <a:cubicBezTo>
                    <a:pt x="92012" y="2477"/>
                    <a:pt x="89535" y="0"/>
                    <a:pt x="86392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7"/>
            <p:cNvSpPr/>
            <p:nvPr/>
          </p:nvSpPr>
          <p:spPr>
            <a:xfrm>
              <a:off x="4981288" y="4750117"/>
              <a:ext cx="32956" cy="11239"/>
            </a:xfrm>
            <a:custGeom>
              <a:rect b="b" l="l" r="r" t="t"/>
              <a:pathLst>
                <a:path extrusionOk="0" h="11239" w="32956">
                  <a:moveTo>
                    <a:pt x="27337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27337" y="11239"/>
                  </a:lnTo>
                  <a:cubicBezTo>
                    <a:pt x="30385" y="11239"/>
                    <a:pt x="32956" y="8763"/>
                    <a:pt x="32956" y="5620"/>
                  </a:cubicBezTo>
                  <a:cubicBezTo>
                    <a:pt x="32956" y="2476"/>
                    <a:pt x="30480" y="0"/>
                    <a:pt x="27337" y="0"/>
                  </a:cubicBezTo>
                  <a:lnTo>
                    <a:pt x="273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27"/>
            <p:cNvSpPr/>
            <p:nvPr/>
          </p:nvSpPr>
          <p:spPr>
            <a:xfrm>
              <a:off x="4948903" y="4750022"/>
              <a:ext cx="21812" cy="11239"/>
            </a:xfrm>
            <a:custGeom>
              <a:rect b="b" l="l" r="r" t="t"/>
              <a:pathLst>
                <a:path extrusionOk="0" h="11239" w="21812">
                  <a:moveTo>
                    <a:pt x="16192" y="11239"/>
                  </a:moveTo>
                  <a:cubicBezTo>
                    <a:pt x="19240" y="11239"/>
                    <a:pt x="21812" y="8763"/>
                    <a:pt x="21812" y="5620"/>
                  </a:cubicBezTo>
                  <a:cubicBezTo>
                    <a:pt x="21812" y="2477"/>
                    <a:pt x="19336" y="0"/>
                    <a:pt x="16192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16192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7"/>
            <p:cNvSpPr/>
            <p:nvPr/>
          </p:nvSpPr>
          <p:spPr>
            <a:xfrm>
              <a:off x="4894801" y="4772025"/>
              <a:ext cx="119443" cy="11239"/>
            </a:xfrm>
            <a:custGeom>
              <a:rect b="b" l="l" r="r" t="t"/>
              <a:pathLst>
                <a:path extrusionOk="0" h="11239" w="119443">
                  <a:moveTo>
                    <a:pt x="5620" y="11239"/>
                  </a:moveTo>
                  <a:lnTo>
                    <a:pt x="113824" y="11239"/>
                  </a:lnTo>
                  <a:cubicBezTo>
                    <a:pt x="116872" y="11239"/>
                    <a:pt x="119443" y="8763"/>
                    <a:pt x="119443" y="5620"/>
                  </a:cubicBezTo>
                  <a:cubicBezTo>
                    <a:pt x="119443" y="2477"/>
                    <a:pt x="116967" y="0"/>
                    <a:pt x="113824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7"/>
            <p:cNvSpPr/>
            <p:nvPr/>
          </p:nvSpPr>
          <p:spPr>
            <a:xfrm>
              <a:off x="4970906" y="4673917"/>
              <a:ext cx="43243" cy="43243"/>
            </a:xfrm>
            <a:custGeom>
              <a:rect b="b" l="l" r="r" t="t"/>
              <a:pathLst>
                <a:path extrusionOk="0" h="43243" w="43243">
                  <a:moveTo>
                    <a:pt x="21622" y="0"/>
                  </a:moveTo>
                  <a:cubicBezTo>
                    <a:pt x="9715" y="0"/>
                    <a:pt x="0" y="9715"/>
                    <a:pt x="0" y="21622"/>
                  </a:cubicBezTo>
                  <a:cubicBezTo>
                    <a:pt x="0" y="33528"/>
                    <a:pt x="9715" y="43243"/>
                    <a:pt x="21622" y="43243"/>
                  </a:cubicBezTo>
                  <a:cubicBezTo>
                    <a:pt x="33528" y="43243"/>
                    <a:pt x="43244" y="33528"/>
                    <a:pt x="43244" y="21622"/>
                  </a:cubicBezTo>
                  <a:cubicBezTo>
                    <a:pt x="43244" y="9715"/>
                    <a:pt x="33528" y="0"/>
                    <a:pt x="21622" y="0"/>
                  </a:cubicBezTo>
                  <a:lnTo>
                    <a:pt x="21622" y="0"/>
                  </a:lnTo>
                  <a:close/>
                  <a:moveTo>
                    <a:pt x="21622" y="32194"/>
                  </a:moveTo>
                  <a:cubicBezTo>
                    <a:pt x="15812" y="32194"/>
                    <a:pt x="11144" y="27527"/>
                    <a:pt x="11144" y="21717"/>
                  </a:cubicBezTo>
                  <a:cubicBezTo>
                    <a:pt x="11144" y="15907"/>
                    <a:pt x="15812" y="11239"/>
                    <a:pt x="21622" y="11239"/>
                  </a:cubicBezTo>
                  <a:cubicBezTo>
                    <a:pt x="27432" y="11239"/>
                    <a:pt x="32099" y="15907"/>
                    <a:pt x="32099" y="21717"/>
                  </a:cubicBezTo>
                  <a:cubicBezTo>
                    <a:pt x="32099" y="27527"/>
                    <a:pt x="27432" y="32194"/>
                    <a:pt x="21622" y="32194"/>
                  </a:cubicBezTo>
                  <a:lnTo>
                    <a:pt x="21622" y="3219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7" name="Google Shape;847;p27"/>
          <p:cNvGrpSpPr/>
          <p:nvPr/>
        </p:nvGrpSpPr>
        <p:grpSpPr>
          <a:xfrm>
            <a:off x="2185384" y="3989637"/>
            <a:ext cx="426217" cy="416256"/>
            <a:chOff x="3959827" y="4443079"/>
            <a:chExt cx="381095" cy="372189"/>
          </a:xfrm>
        </p:grpSpPr>
        <p:sp>
          <p:nvSpPr>
            <p:cNvPr id="848" name="Google Shape;848;p27"/>
            <p:cNvSpPr/>
            <p:nvPr/>
          </p:nvSpPr>
          <p:spPr>
            <a:xfrm>
              <a:off x="4172017" y="4540159"/>
              <a:ext cx="18723" cy="14410"/>
            </a:xfrm>
            <a:custGeom>
              <a:rect b="b" l="l" r="r" t="t"/>
              <a:pathLst>
                <a:path extrusionOk="0" h="14410" w="18723">
                  <a:moveTo>
                    <a:pt x="503" y="10981"/>
                  </a:moveTo>
                  <a:cubicBezTo>
                    <a:pt x="1361" y="13172"/>
                    <a:pt x="3456" y="14410"/>
                    <a:pt x="5647" y="14410"/>
                  </a:cubicBezTo>
                  <a:cubicBezTo>
                    <a:pt x="6314" y="14410"/>
                    <a:pt x="7076" y="14315"/>
                    <a:pt x="7743" y="13934"/>
                  </a:cubicBezTo>
                  <a:lnTo>
                    <a:pt x="15267" y="10791"/>
                  </a:lnTo>
                  <a:cubicBezTo>
                    <a:pt x="18125" y="9648"/>
                    <a:pt x="19458" y="6314"/>
                    <a:pt x="18315" y="3456"/>
                  </a:cubicBezTo>
                  <a:cubicBezTo>
                    <a:pt x="17172" y="599"/>
                    <a:pt x="13839" y="-735"/>
                    <a:pt x="10981" y="408"/>
                  </a:cubicBezTo>
                  <a:lnTo>
                    <a:pt x="3456" y="3551"/>
                  </a:lnTo>
                  <a:cubicBezTo>
                    <a:pt x="599" y="4694"/>
                    <a:pt x="-735" y="8028"/>
                    <a:pt x="408" y="10886"/>
                  </a:cubicBezTo>
                  <a:lnTo>
                    <a:pt x="408" y="108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4161045" y="4519186"/>
              <a:ext cx="16092" cy="17856"/>
            </a:xfrm>
            <a:custGeom>
              <a:rect b="b" l="l" r="r" t="t"/>
              <a:pathLst>
                <a:path extrusionOk="0" h="17856" w="16092">
                  <a:moveTo>
                    <a:pt x="2236" y="16809"/>
                  </a:moveTo>
                  <a:cubicBezTo>
                    <a:pt x="3188" y="17571"/>
                    <a:pt x="4427" y="17857"/>
                    <a:pt x="5570" y="17857"/>
                  </a:cubicBezTo>
                  <a:cubicBezTo>
                    <a:pt x="7284" y="17857"/>
                    <a:pt x="8999" y="17095"/>
                    <a:pt x="10046" y="15571"/>
                  </a:cubicBezTo>
                  <a:lnTo>
                    <a:pt x="14999" y="8904"/>
                  </a:lnTo>
                  <a:cubicBezTo>
                    <a:pt x="16809" y="6427"/>
                    <a:pt x="16333" y="2903"/>
                    <a:pt x="13856" y="1093"/>
                  </a:cubicBezTo>
                  <a:cubicBezTo>
                    <a:pt x="11380" y="-717"/>
                    <a:pt x="7856" y="-241"/>
                    <a:pt x="6046" y="2236"/>
                  </a:cubicBezTo>
                  <a:lnTo>
                    <a:pt x="1093" y="8904"/>
                  </a:lnTo>
                  <a:cubicBezTo>
                    <a:pt x="-717" y="11380"/>
                    <a:pt x="-241" y="14904"/>
                    <a:pt x="2236" y="16714"/>
                  </a:cubicBezTo>
                  <a:lnTo>
                    <a:pt x="2236" y="167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27"/>
            <p:cNvSpPr/>
            <p:nvPr/>
          </p:nvSpPr>
          <p:spPr>
            <a:xfrm>
              <a:off x="4176644" y="4563550"/>
              <a:ext cx="19375" cy="12450"/>
            </a:xfrm>
            <a:custGeom>
              <a:rect b="b" l="l" r="r" t="t"/>
              <a:pathLst>
                <a:path extrusionOk="0" h="12450" w="19375">
                  <a:moveTo>
                    <a:pt x="67" y="4830"/>
                  </a:moveTo>
                  <a:cubicBezTo>
                    <a:pt x="-409" y="7878"/>
                    <a:pt x="1687" y="10735"/>
                    <a:pt x="4735" y="11212"/>
                  </a:cubicBezTo>
                  <a:lnTo>
                    <a:pt x="12926" y="12450"/>
                  </a:lnTo>
                  <a:cubicBezTo>
                    <a:pt x="12926" y="12450"/>
                    <a:pt x="13498" y="12450"/>
                    <a:pt x="13784" y="12450"/>
                  </a:cubicBezTo>
                  <a:cubicBezTo>
                    <a:pt x="16546" y="12450"/>
                    <a:pt x="18927" y="10450"/>
                    <a:pt x="19308" y="7688"/>
                  </a:cubicBezTo>
                  <a:cubicBezTo>
                    <a:pt x="19784" y="4640"/>
                    <a:pt x="17689" y="1782"/>
                    <a:pt x="14641" y="1306"/>
                  </a:cubicBezTo>
                  <a:lnTo>
                    <a:pt x="6449" y="67"/>
                  </a:lnTo>
                  <a:cubicBezTo>
                    <a:pt x="3401" y="-409"/>
                    <a:pt x="544" y="1687"/>
                    <a:pt x="67" y="4735"/>
                  </a:cubicBezTo>
                  <a:lnTo>
                    <a:pt x="67" y="47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7"/>
            <p:cNvSpPr/>
            <p:nvPr/>
          </p:nvSpPr>
          <p:spPr>
            <a:xfrm>
              <a:off x="3959827" y="4443079"/>
              <a:ext cx="381095" cy="372189"/>
            </a:xfrm>
            <a:custGeom>
              <a:rect b="b" l="l" r="r" t="t"/>
              <a:pathLst>
                <a:path extrusionOk="0" h="372189" w="381095">
                  <a:moveTo>
                    <a:pt x="360617" y="147781"/>
                  </a:moveTo>
                  <a:lnTo>
                    <a:pt x="351854" y="147781"/>
                  </a:lnTo>
                  <a:lnTo>
                    <a:pt x="351854" y="57483"/>
                  </a:lnTo>
                  <a:cubicBezTo>
                    <a:pt x="351854" y="46244"/>
                    <a:pt x="342710" y="37005"/>
                    <a:pt x="331375" y="37005"/>
                  </a:cubicBezTo>
                  <a:lnTo>
                    <a:pt x="253079" y="37005"/>
                  </a:lnTo>
                  <a:lnTo>
                    <a:pt x="252222" y="34909"/>
                  </a:lnTo>
                  <a:cubicBezTo>
                    <a:pt x="251650" y="33576"/>
                    <a:pt x="250603" y="32433"/>
                    <a:pt x="249174" y="31861"/>
                  </a:cubicBezTo>
                  <a:lnTo>
                    <a:pt x="172212" y="429"/>
                  </a:lnTo>
                  <a:cubicBezTo>
                    <a:pt x="170879" y="-143"/>
                    <a:pt x="169259" y="-143"/>
                    <a:pt x="167926" y="429"/>
                  </a:cubicBezTo>
                  <a:lnTo>
                    <a:pt x="32861" y="57007"/>
                  </a:lnTo>
                  <a:cubicBezTo>
                    <a:pt x="26099" y="59865"/>
                    <a:pt x="22860" y="67675"/>
                    <a:pt x="25717" y="74438"/>
                  </a:cubicBezTo>
                  <a:lnTo>
                    <a:pt x="26575" y="76629"/>
                  </a:lnTo>
                  <a:lnTo>
                    <a:pt x="20479" y="76629"/>
                  </a:lnTo>
                  <a:cubicBezTo>
                    <a:pt x="9239" y="76629"/>
                    <a:pt x="0" y="85773"/>
                    <a:pt x="0" y="97107"/>
                  </a:cubicBezTo>
                  <a:lnTo>
                    <a:pt x="0" y="337804"/>
                  </a:lnTo>
                  <a:cubicBezTo>
                    <a:pt x="0" y="356759"/>
                    <a:pt x="15431" y="372190"/>
                    <a:pt x="34385" y="372190"/>
                  </a:cubicBezTo>
                  <a:cubicBezTo>
                    <a:pt x="34385" y="372190"/>
                    <a:pt x="34481" y="372190"/>
                    <a:pt x="34576" y="372190"/>
                  </a:cubicBezTo>
                  <a:cubicBezTo>
                    <a:pt x="34576" y="372190"/>
                    <a:pt x="346710" y="372190"/>
                    <a:pt x="346710" y="372190"/>
                  </a:cubicBezTo>
                  <a:cubicBezTo>
                    <a:pt x="365665" y="372190"/>
                    <a:pt x="381095" y="356759"/>
                    <a:pt x="381095" y="337804"/>
                  </a:cubicBezTo>
                  <a:lnTo>
                    <a:pt x="381095" y="168259"/>
                  </a:lnTo>
                  <a:cubicBezTo>
                    <a:pt x="381095" y="157020"/>
                    <a:pt x="371951" y="147781"/>
                    <a:pt x="360617" y="147781"/>
                  </a:cubicBezTo>
                  <a:lnTo>
                    <a:pt x="360617" y="147781"/>
                  </a:lnTo>
                  <a:close/>
                  <a:moveTo>
                    <a:pt x="331375" y="48149"/>
                  </a:moveTo>
                  <a:cubicBezTo>
                    <a:pt x="336518" y="48149"/>
                    <a:pt x="340709" y="52340"/>
                    <a:pt x="340709" y="57483"/>
                  </a:cubicBezTo>
                  <a:lnTo>
                    <a:pt x="340709" y="147781"/>
                  </a:lnTo>
                  <a:lnTo>
                    <a:pt x="299561" y="147781"/>
                  </a:lnTo>
                  <a:lnTo>
                    <a:pt x="284131" y="110919"/>
                  </a:lnTo>
                  <a:lnTo>
                    <a:pt x="310039" y="110919"/>
                  </a:lnTo>
                  <a:cubicBezTo>
                    <a:pt x="317945" y="110919"/>
                    <a:pt x="324326" y="104537"/>
                    <a:pt x="324326" y="96631"/>
                  </a:cubicBezTo>
                  <a:lnTo>
                    <a:pt x="324326" y="80534"/>
                  </a:lnTo>
                  <a:cubicBezTo>
                    <a:pt x="324326" y="72628"/>
                    <a:pt x="317945" y="66247"/>
                    <a:pt x="310039" y="66247"/>
                  </a:cubicBezTo>
                  <a:lnTo>
                    <a:pt x="265462" y="66247"/>
                  </a:lnTo>
                  <a:lnTo>
                    <a:pt x="257842" y="48149"/>
                  </a:lnTo>
                  <a:lnTo>
                    <a:pt x="331470" y="48149"/>
                  </a:lnTo>
                  <a:close/>
                  <a:moveTo>
                    <a:pt x="270034" y="77391"/>
                  </a:moveTo>
                  <a:lnTo>
                    <a:pt x="309944" y="77391"/>
                  </a:lnTo>
                  <a:cubicBezTo>
                    <a:pt x="311658" y="77391"/>
                    <a:pt x="313087" y="78819"/>
                    <a:pt x="313087" y="80534"/>
                  </a:cubicBezTo>
                  <a:lnTo>
                    <a:pt x="313087" y="96631"/>
                  </a:lnTo>
                  <a:cubicBezTo>
                    <a:pt x="313087" y="98346"/>
                    <a:pt x="311658" y="99774"/>
                    <a:pt x="309944" y="99774"/>
                  </a:cubicBezTo>
                  <a:lnTo>
                    <a:pt x="279368" y="99774"/>
                  </a:lnTo>
                  <a:lnTo>
                    <a:pt x="270034" y="77391"/>
                  </a:lnTo>
                  <a:close/>
                  <a:moveTo>
                    <a:pt x="232505" y="37100"/>
                  </a:moveTo>
                  <a:lnTo>
                    <a:pt x="197929" y="51578"/>
                  </a:lnTo>
                  <a:cubicBezTo>
                    <a:pt x="196787" y="52054"/>
                    <a:pt x="195548" y="51578"/>
                    <a:pt x="195072" y="50435"/>
                  </a:cubicBezTo>
                  <a:lnTo>
                    <a:pt x="180594" y="15859"/>
                  </a:lnTo>
                  <a:lnTo>
                    <a:pt x="232600" y="37100"/>
                  </a:lnTo>
                  <a:close/>
                  <a:moveTo>
                    <a:pt x="369951" y="337804"/>
                  </a:moveTo>
                  <a:cubicBezTo>
                    <a:pt x="369951" y="350568"/>
                    <a:pt x="359569" y="360950"/>
                    <a:pt x="346805" y="360950"/>
                  </a:cubicBezTo>
                  <a:lnTo>
                    <a:pt x="60103" y="360950"/>
                  </a:lnTo>
                  <a:cubicBezTo>
                    <a:pt x="65723" y="354854"/>
                    <a:pt x="69152" y="346662"/>
                    <a:pt x="69152" y="337804"/>
                  </a:cubicBezTo>
                  <a:lnTo>
                    <a:pt x="69152" y="276844"/>
                  </a:lnTo>
                  <a:cubicBezTo>
                    <a:pt x="69152" y="273796"/>
                    <a:pt x="66675" y="271224"/>
                    <a:pt x="63532" y="271224"/>
                  </a:cubicBezTo>
                  <a:cubicBezTo>
                    <a:pt x="60389" y="271224"/>
                    <a:pt x="57912" y="273701"/>
                    <a:pt x="57912" y="276844"/>
                  </a:cubicBezTo>
                  <a:lnTo>
                    <a:pt x="57912" y="337804"/>
                  </a:lnTo>
                  <a:cubicBezTo>
                    <a:pt x="57912" y="350568"/>
                    <a:pt x="47530" y="360950"/>
                    <a:pt x="34766" y="360950"/>
                  </a:cubicBezTo>
                  <a:cubicBezTo>
                    <a:pt x="34766" y="360950"/>
                    <a:pt x="34671" y="360950"/>
                    <a:pt x="34576" y="360950"/>
                  </a:cubicBezTo>
                  <a:cubicBezTo>
                    <a:pt x="34576" y="360950"/>
                    <a:pt x="34481" y="360950"/>
                    <a:pt x="34385" y="360950"/>
                  </a:cubicBezTo>
                  <a:cubicBezTo>
                    <a:pt x="21622" y="360950"/>
                    <a:pt x="11240" y="350568"/>
                    <a:pt x="11240" y="337804"/>
                  </a:cubicBezTo>
                  <a:lnTo>
                    <a:pt x="11240" y="97107"/>
                  </a:lnTo>
                  <a:cubicBezTo>
                    <a:pt x="11240" y="91964"/>
                    <a:pt x="15431" y="87773"/>
                    <a:pt x="20574" y="87773"/>
                  </a:cubicBezTo>
                  <a:lnTo>
                    <a:pt x="31337" y="87773"/>
                  </a:lnTo>
                  <a:lnTo>
                    <a:pt x="42767" y="114919"/>
                  </a:lnTo>
                  <a:cubicBezTo>
                    <a:pt x="44006" y="117777"/>
                    <a:pt x="47244" y="119110"/>
                    <a:pt x="50102" y="117872"/>
                  </a:cubicBezTo>
                  <a:cubicBezTo>
                    <a:pt x="52959" y="116729"/>
                    <a:pt x="54292" y="113395"/>
                    <a:pt x="53054" y="110538"/>
                  </a:cubicBezTo>
                  <a:lnTo>
                    <a:pt x="36100" y="70056"/>
                  </a:lnTo>
                  <a:cubicBezTo>
                    <a:pt x="35624" y="68914"/>
                    <a:pt x="36100" y="67675"/>
                    <a:pt x="37243" y="67199"/>
                  </a:cubicBezTo>
                  <a:lnTo>
                    <a:pt x="167164" y="12716"/>
                  </a:lnTo>
                  <a:lnTo>
                    <a:pt x="184690" y="54626"/>
                  </a:lnTo>
                  <a:cubicBezTo>
                    <a:pt x="186785" y="59769"/>
                    <a:pt x="191834" y="62817"/>
                    <a:pt x="196977" y="62817"/>
                  </a:cubicBezTo>
                  <a:cubicBezTo>
                    <a:pt x="198692" y="62817"/>
                    <a:pt x="200406" y="62532"/>
                    <a:pt x="202121" y="61770"/>
                  </a:cubicBezTo>
                  <a:lnTo>
                    <a:pt x="244031" y="44244"/>
                  </a:lnTo>
                  <a:lnTo>
                    <a:pt x="287369" y="147685"/>
                  </a:lnTo>
                  <a:lnTo>
                    <a:pt x="260414" y="147685"/>
                  </a:lnTo>
                  <a:cubicBezTo>
                    <a:pt x="257366" y="147685"/>
                    <a:pt x="254794" y="150162"/>
                    <a:pt x="254794" y="153305"/>
                  </a:cubicBezTo>
                  <a:cubicBezTo>
                    <a:pt x="254794" y="156448"/>
                    <a:pt x="257270" y="158925"/>
                    <a:pt x="260414" y="158925"/>
                  </a:cubicBezTo>
                  <a:lnTo>
                    <a:pt x="360617" y="158925"/>
                  </a:lnTo>
                  <a:cubicBezTo>
                    <a:pt x="365760" y="158925"/>
                    <a:pt x="369951" y="163116"/>
                    <a:pt x="369951" y="168259"/>
                  </a:cubicBezTo>
                  <a:lnTo>
                    <a:pt x="369951" y="33780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7"/>
            <p:cNvSpPr/>
            <p:nvPr/>
          </p:nvSpPr>
          <p:spPr>
            <a:xfrm>
              <a:off x="4011561" y="4523707"/>
              <a:ext cx="189534" cy="177165"/>
            </a:xfrm>
            <a:custGeom>
              <a:rect b="b" l="l" r="r" t="t"/>
              <a:pathLst>
                <a:path extrusionOk="0" h="177165" w="189534">
                  <a:moveTo>
                    <a:pt x="183914" y="67152"/>
                  </a:moveTo>
                  <a:lnTo>
                    <a:pt x="151815" y="67152"/>
                  </a:lnTo>
                  <a:cubicBezTo>
                    <a:pt x="155244" y="55626"/>
                    <a:pt x="154673" y="43244"/>
                    <a:pt x="150005" y="32004"/>
                  </a:cubicBezTo>
                  <a:cubicBezTo>
                    <a:pt x="144671" y="19146"/>
                    <a:pt x="134575" y="9144"/>
                    <a:pt x="121716" y="3905"/>
                  </a:cubicBezTo>
                  <a:cubicBezTo>
                    <a:pt x="108857" y="-1333"/>
                    <a:pt x="94665" y="-1333"/>
                    <a:pt x="81806" y="4096"/>
                  </a:cubicBezTo>
                  <a:cubicBezTo>
                    <a:pt x="68948" y="9430"/>
                    <a:pt x="58946" y="19527"/>
                    <a:pt x="53708" y="32385"/>
                  </a:cubicBezTo>
                  <a:cubicBezTo>
                    <a:pt x="49136" y="43625"/>
                    <a:pt x="48564" y="55722"/>
                    <a:pt x="51993" y="67152"/>
                  </a:cubicBezTo>
                  <a:lnTo>
                    <a:pt x="26657" y="67152"/>
                  </a:lnTo>
                  <a:cubicBezTo>
                    <a:pt x="23418" y="67152"/>
                    <a:pt x="20465" y="67914"/>
                    <a:pt x="17703" y="69247"/>
                  </a:cubicBezTo>
                  <a:lnTo>
                    <a:pt x="10750" y="52769"/>
                  </a:lnTo>
                  <a:cubicBezTo>
                    <a:pt x="9512" y="49911"/>
                    <a:pt x="6273" y="48578"/>
                    <a:pt x="3416" y="49816"/>
                  </a:cubicBezTo>
                  <a:cubicBezTo>
                    <a:pt x="558" y="50959"/>
                    <a:pt x="-775" y="54293"/>
                    <a:pt x="463" y="57150"/>
                  </a:cubicBezTo>
                  <a:lnTo>
                    <a:pt x="8940" y="77343"/>
                  </a:lnTo>
                  <a:cubicBezTo>
                    <a:pt x="7130" y="80391"/>
                    <a:pt x="6083" y="83915"/>
                    <a:pt x="6083" y="87726"/>
                  </a:cubicBezTo>
                  <a:lnTo>
                    <a:pt x="6083" y="171546"/>
                  </a:lnTo>
                  <a:cubicBezTo>
                    <a:pt x="6083" y="174594"/>
                    <a:pt x="8559" y="177165"/>
                    <a:pt x="11702" y="177165"/>
                  </a:cubicBezTo>
                  <a:cubicBezTo>
                    <a:pt x="14846" y="177165"/>
                    <a:pt x="17322" y="174689"/>
                    <a:pt x="17322" y="171546"/>
                  </a:cubicBezTo>
                  <a:lnTo>
                    <a:pt x="17322" y="87726"/>
                  </a:lnTo>
                  <a:cubicBezTo>
                    <a:pt x="17322" y="82582"/>
                    <a:pt x="21513" y="78391"/>
                    <a:pt x="26657" y="78391"/>
                  </a:cubicBezTo>
                  <a:lnTo>
                    <a:pt x="183914" y="78391"/>
                  </a:lnTo>
                  <a:cubicBezTo>
                    <a:pt x="186962" y="78391"/>
                    <a:pt x="189534" y="75914"/>
                    <a:pt x="189534" y="72771"/>
                  </a:cubicBezTo>
                  <a:cubicBezTo>
                    <a:pt x="189534" y="69628"/>
                    <a:pt x="187058" y="67152"/>
                    <a:pt x="183914" y="67152"/>
                  </a:cubicBezTo>
                  <a:lnTo>
                    <a:pt x="183914" y="67152"/>
                  </a:lnTo>
                  <a:close/>
                  <a:moveTo>
                    <a:pt x="64090" y="36576"/>
                  </a:moveTo>
                  <a:cubicBezTo>
                    <a:pt x="68281" y="26480"/>
                    <a:pt x="76091" y="18574"/>
                    <a:pt x="86188" y="14383"/>
                  </a:cubicBezTo>
                  <a:cubicBezTo>
                    <a:pt x="96284" y="10192"/>
                    <a:pt x="107429" y="10097"/>
                    <a:pt x="117525" y="14288"/>
                  </a:cubicBezTo>
                  <a:cubicBezTo>
                    <a:pt x="127622" y="18479"/>
                    <a:pt x="135527" y="26289"/>
                    <a:pt x="139718" y="36386"/>
                  </a:cubicBezTo>
                  <a:cubicBezTo>
                    <a:pt x="143814" y="46292"/>
                    <a:pt x="143909" y="57341"/>
                    <a:pt x="140004" y="67152"/>
                  </a:cubicBezTo>
                  <a:lnTo>
                    <a:pt x="122669" y="67152"/>
                  </a:lnTo>
                  <a:cubicBezTo>
                    <a:pt x="124478" y="63341"/>
                    <a:pt x="124764" y="58770"/>
                    <a:pt x="122954" y="54483"/>
                  </a:cubicBezTo>
                  <a:cubicBezTo>
                    <a:pt x="121335" y="50673"/>
                    <a:pt x="118382" y="47721"/>
                    <a:pt x="114572" y="46101"/>
                  </a:cubicBezTo>
                  <a:cubicBezTo>
                    <a:pt x="110762" y="44482"/>
                    <a:pt x="106476" y="44577"/>
                    <a:pt x="102666" y="46101"/>
                  </a:cubicBezTo>
                  <a:lnTo>
                    <a:pt x="97142" y="48387"/>
                  </a:lnTo>
                  <a:cubicBezTo>
                    <a:pt x="94951" y="49340"/>
                    <a:pt x="92379" y="48292"/>
                    <a:pt x="91427" y="46006"/>
                  </a:cubicBezTo>
                  <a:cubicBezTo>
                    <a:pt x="90474" y="43815"/>
                    <a:pt x="91522" y="41244"/>
                    <a:pt x="93808" y="40291"/>
                  </a:cubicBezTo>
                  <a:lnTo>
                    <a:pt x="99332" y="38005"/>
                  </a:lnTo>
                  <a:cubicBezTo>
                    <a:pt x="100666" y="37433"/>
                    <a:pt x="102190" y="37624"/>
                    <a:pt x="103428" y="38386"/>
                  </a:cubicBezTo>
                  <a:cubicBezTo>
                    <a:pt x="106000" y="40101"/>
                    <a:pt x="109429" y="39339"/>
                    <a:pt x="111143" y="36767"/>
                  </a:cubicBezTo>
                  <a:cubicBezTo>
                    <a:pt x="112858" y="34195"/>
                    <a:pt x="112096" y="30766"/>
                    <a:pt x="109524" y="29052"/>
                  </a:cubicBezTo>
                  <a:cubicBezTo>
                    <a:pt x="105905" y="26670"/>
                    <a:pt x="101618" y="26004"/>
                    <a:pt x="97523" y="26956"/>
                  </a:cubicBezTo>
                  <a:lnTo>
                    <a:pt x="96761" y="25241"/>
                  </a:lnTo>
                  <a:cubicBezTo>
                    <a:pt x="95522" y="22384"/>
                    <a:pt x="92284" y="21051"/>
                    <a:pt x="89426" y="22289"/>
                  </a:cubicBezTo>
                  <a:cubicBezTo>
                    <a:pt x="86569" y="23432"/>
                    <a:pt x="85235" y="26765"/>
                    <a:pt x="86474" y="29623"/>
                  </a:cubicBezTo>
                  <a:lnTo>
                    <a:pt x="87236" y="31338"/>
                  </a:lnTo>
                  <a:cubicBezTo>
                    <a:pt x="80949" y="35338"/>
                    <a:pt x="78187" y="43339"/>
                    <a:pt x="81235" y="50388"/>
                  </a:cubicBezTo>
                  <a:cubicBezTo>
                    <a:pt x="84569" y="58293"/>
                    <a:pt x="93617" y="62008"/>
                    <a:pt x="101523" y="58674"/>
                  </a:cubicBezTo>
                  <a:lnTo>
                    <a:pt x="107048" y="56388"/>
                  </a:lnTo>
                  <a:cubicBezTo>
                    <a:pt x="108095" y="55912"/>
                    <a:pt x="109334" y="55912"/>
                    <a:pt x="110381" y="56388"/>
                  </a:cubicBezTo>
                  <a:cubicBezTo>
                    <a:pt x="111429" y="56864"/>
                    <a:pt x="112286" y="57627"/>
                    <a:pt x="112763" y="58770"/>
                  </a:cubicBezTo>
                  <a:cubicBezTo>
                    <a:pt x="113715" y="60960"/>
                    <a:pt x="112667" y="63532"/>
                    <a:pt x="110381" y="64485"/>
                  </a:cubicBezTo>
                  <a:lnTo>
                    <a:pt x="104857" y="66771"/>
                  </a:lnTo>
                  <a:cubicBezTo>
                    <a:pt x="104857" y="66771"/>
                    <a:pt x="104095" y="67056"/>
                    <a:pt x="103714" y="67056"/>
                  </a:cubicBezTo>
                  <a:lnTo>
                    <a:pt x="102666" y="67056"/>
                  </a:lnTo>
                  <a:cubicBezTo>
                    <a:pt x="101714" y="66961"/>
                    <a:pt x="100856" y="66580"/>
                    <a:pt x="100094" y="65818"/>
                  </a:cubicBezTo>
                  <a:cubicBezTo>
                    <a:pt x="97904" y="63627"/>
                    <a:pt x="94379" y="63722"/>
                    <a:pt x="92189" y="65818"/>
                  </a:cubicBezTo>
                  <a:cubicBezTo>
                    <a:pt x="91808" y="66199"/>
                    <a:pt x="91617" y="66580"/>
                    <a:pt x="91331" y="66961"/>
                  </a:cubicBezTo>
                  <a:lnTo>
                    <a:pt x="63804" y="66961"/>
                  </a:lnTo>
                  <a:cubicBezTo>
                    <a:pt x="59899" y="57055"/>
                    <a:pt x="59994" y="46292"/>
                    <a:pt x="63995" y="36386"/>
                  </a:cubicBezTo>
                  <a:lnTo>
                    <a:pt x="63995" y="363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7"/>
            <p:cNvSpPr/>
            <p:nvPr/>
          </p:nvSpPr>
          <p:spPr>
            <a:xfrm>
              <a:off x="4019181" y="4501623"/>
              <a:ext cx="51122" cy="27990"/>
            </a:xfrm>
            <a:custGeom>
              <a:rect b="b" l="l" r="r" t="t"/>
              <a:pathLst>
                <a:path extrusionOk="0" h="27990" w="51122">
                  <a:moveTo>
                    <a:pt x="5606" y="27990"/>
                  </a:moveTo>
                  <a:cubicBezTo>
                    <a:pt x="6369" y="27990"/>
                    <a:pt x="7035" y="27895"/>
                    <a:pt x="7797" y="27514"/>
                  </a:cubicBezTo>
                  <a:lnTo>
                    <a:pt x="47707" y="10750"/>
                  </a:lnTo>
                  <a:cubicBezTo>
                    <a:pt x="50564" y="9607"/>
                    <a:pt x="51898" y="6273"/>
                    <a:pt x="50660" y="3416"/>
                  </a:cubicBezTo>
                  <a:cubicBezTo>
                    <a:pt x="49517" y="558"/>
                    <a:pt x="46183" y="-775"/>
                    <a:pt x="43325" y="463"/>
                  </a:cubicBezTo>
                  <a:lnTo>
                    <a:pt x="3416" y="17227"/>
                  </a:lnTo>
                  <a:cubicBezTo>
                    <a:pt x="558" y="18370"/>
                    <a:pt x="-775" y="21704"/>
                    <a:pt x="463" y="24561"/>
                  </a:cubicBezTo>
                  <a:cubicBezTo>
                    <a:pt x="1320" y="26657"/>
                    <a:pt x="3416" y="27990"/>
                    <a:pt x="5606" y="27990"/>
                  </a:cubicBezTo>
                  <a:lnTo>
                    <a:pt x="5606" y="27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7"/>
            <p:cNvSpPr/>
            <p:nvPr/>
          </p:nvSpPr>
          <p:spPr>
            <a:xfrm>
              <a:off x="4026992" y="4528674"/>
              <a:ext cx="27500" cy="18084"/>
            </a:xfrm>
            <a:custGeom>
              <a:rect b="b" l="l" r="r" t="t"/>
              <a:pathLst>
                <a:path extrusionOk="0" h="18084" w="27500">
                  <a:moveTo>
                    <a:pt x="19704" y="463"/>
                  </a:moveTo>
                  <a:lnTo>
                    <a:pt x="3416" y="7321"/>
                  </a:lnTo>
                  <a:cubicBezTo>
                    <a:pt x="558" y="8559"/>
                    <a:pt x="-775" y="11798"/>
                    <a:pt x="463" y="14655"/>
                  </a:cubicBezTo>
                  <a:cubicBezTo>
                    <a:pt x="1320" y="16751"/>
                    <a:pt x="3416" y="18084"/>
                    <a:pt x="5606" y="18084"/>
                  </a:cubicBezTo>
                  <a:cubicBezTo>
                    <a:pt x="6368" y="18084"/>
                    <a:pt x="7035" y="17989"/>
                    <a:pt x="7797" y="17608"/>
                  </a:cubicBezTo>
                  <a:lnTo>
                    <a:pt x="24085" y="10750"/>
                  </a:lnTo>
                  <a:cubicBezTo>
                    <a:pt x="26942" y="9607"/>
                    <a:pt x="28276" y="6273"/>
                    <a:pt x="27038" y="3416"/>
                  </a:cubicBezTo>
                  <a:cubicBezTo>
                    <a:pt x="25800" y="558"/>
                    <a:pt x="22561" y="-775"/>
                    <a:pt x="19704" y="463"/>
                  </a:cubicBezTo>
                  <a:lnTo>
                    <a:pt x="19704" y="46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7"/>
            <p:cNvSpPr/>
            <p:nvPr/>
          </p:nvSpPr>
          <p:spPr>
            <a:xfrm>
              <a:off x="4052696" y="4754213"/>
              <a:ext cx="39528" cy="11239"/>
            </a:xfrm>
            <a:custGeom>
              <a:rect b="b" l="l" r="r" t="t"/>
              <a:pathLst>
                <a:path extrusionOk="0" h="11239" w="39528">
                  <a:moveTo>
                    <a:pt x="5620" y="11239"/>
                  </a:moveTo>
                  <a:lnTo>
                    <a:pt x="33909" y="11239"/>
                  </a:lnTo>
                  <a:cubicBezTo>
                    <a:pt x="36957" y="11239"/>
                    <a:pt x="39529" y="8763"/>
                    <a:pt x="39529" y="5620"/>
                  </a:cubicBezTo>
                  <a:cubicBezTo>
                    <a:pt x="39529" y="2477"/>
                    <a:pt x="37052" y="0"/>
                    <a:pt x="33909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4052696" y="4774501"/>
              <a:ext cx="91535" cy="11239"/>
            </a:xfrm>
            <a:custGeom>
              <a:rect b="b" l="l" r="r" t="t"/>
              <a:pathLst>
                <a:path extrusionOk="0" h="11239" w="91535">
                  <a:moveTo>
                    <a:pt x="85916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85916" y="11239"/>
                  </a:lnTo>
                  <a:cubicBezTo>
                    <a:pt x="88964" y="11239"/>
                    <a:pt x="91535" y="8763"/>
                    <a:pt x="91535" y="5620"/>
                  </a:cubicBezTo>
                  <a:cubicBezTo>
                    <a:pt x="91535" y="2476"/>
                    <a:pt x="89059" y="0"/>
                    <a:pt x="85916" y="0"/>
                  </a:cubicBezTo>
                  <a:lnTo>
                    <a:pt x="859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7" name="Google Shape;857;p27"/>
          <p:cNvGrpSpPr/>
          <p:nvPr/>
        </p:nvGrpSpPr>
        <p:grpSpPr>
          <a:xfrm>
            <a:off x="1316333" y="4002261"/>
            <a:ext cx="426110" cy="391169"/>
            <a:chOff x="3182778" y="4454366"/>
            <a:chExt cx="381000" cy="349758"/>
          </a:xfrm>
        </p:grpSpPr>
        <p:sp>
          <p:nvSpPr>
            <p:cNvPr id="858" name="Google Shape;858;p27"/>
            <p:cNvSpPr/>
            <p:nvPr/>
          </p:nvSpPr>
          <p:spPr>
            <a:xfrm>
              <a:off x="3182778" y="4454366"/>
              <a:ext cx="381000" cy="349758"/>
            </a:xfrm>
            <a:custGeom>
              <a:rect b="b" l="l" r="r" t="t"/>
              <a:pathLst>
                <a:path extrusionOk="0" h="349758" w="381000">
                  <a:moveTo>
                    <a:pt x="360331" y="0"/>
                  </a:moveTo>
                  <a:lnTo>
                    <a:pt x="20669" y="0"/>
                  </a:lnTo>
                  <a:cubicBezTo>
                    <a:pt x="9239" y="0"/>
                    <a:pt x="0" y="9239"/>
                    <a:pt x="0" y="20669"/>
                  </a:cubicBezTo>
                  <a:lnTo>
                    <a:pt x="0" y="55817"/>
                  </a:lnTo>
                  <a:cubicBezTo>
                    <a:pt x="0" y="58864"/>
                    <a:pt x="2477" y="61436"/>
                    <a:pt x="5620" y="61436"/>
                  </a:cubicBezTo>
                  <a:cubicBezTo>
                    <a:pt x="8763" y="61436"/>
                    <a:pt x="11240" y="58960"/>
                    <a:pt x="11240" y="55817"/>
                  </a:cubicBezTo>
                  <a:lnTo>
                    <a:pt x="11240" y="20669"/>
                  </a:lnTo>
                  <a:cubicBezTo>
                    <a:pt x="11240" y="15431"/>
                    <a:pt x="15526" y="11144"/>
                    <a:pt x="20765" y="11144"/>
                  </a:cubicBezTo>
                  <a:lnTo>
                    <a:pt x="222790" y="11144"/>
                  </a:lnTo>
                  <a:lnTo>
                    <a:pt x="222790" y="213551"/>
                  </a:lnTo>
                  <a:lnTo>
                    <a:pt x="11240" y="213551"/>
                  </a:lnTo>
                  <a:lnTo>
                    <a:pt x="11240" y="80677"/>
                  </a:lnTo>
                  <a:cubicBezTo>
                    <a:pt x="11240" y="77629"/>
                    <a:pt x="8763" y="75057"/>
                    <a:pt x="5620" y="75057"/>
                  </a:cubicBezTo>
                  <a:cubicBezTo>
                    <a:pt x="2477" y="75057"/>
                    <a:pt x="0" y="77534"/>
                    <a:pt x="0" y="80677"/>
                  </a:cubicBezTo>
                  <a:lnTo>
                    <a:pt x="0" y="243173"/>
                  </a:lnTo>
                  <a:cubicBezTo>
                    <a:pt x="0" y="254603"/>
                    <a:pt x="9239" y="263843"/>
                    <a:pt x="20669" y="263843"/>
                  </a:cubicBezTo>
                  <a:lnTo>
                    <a:pt x="141351" y="263843"/>
                  </a:lnTo>
                  <a:lnTo>
                    <a:pt x="137255" y="309848"/>
                  </a:lnTo>
                  <a:lnTo>
                    <a:pt x="123063" y="309848"/>
                  </a:lnTo>
                  <a:cubicBezTo>
                    <a:pt x="115919" y="309848"/>
                    <a:pt x="110014" y="315659"/>
                    <a:pt x="110014" y="322897"/>
                  </a:cubicBezTo>
                  <a:lnTo>
                    <a:pt x="110014" y="336709"/>
                  </a:lnTo>
                  <a:cubicBezTo>
                    <a:pt x="110014" y="343853"/>
                    <a:pt x="115824" y="349758"/>
                    <a:pt x="123063" y="349758"/>
                  </a:cubicBezTo>
                  <a:lnTo>
                    <a:pt x="257937" y="349758"/>
                  </a:lnTo>
                  <a:cubicBezTo>
                    <a:pt x="265081" y="349758"/>
                    <a:pt x="270986" y="343948"/>
                    <a:pt x="270986" y="336709"/>
                  </a:cubicBezTo>
                  <a:lnTo>
                    <a:pt x="270986" y="322897"/>
                  </a:lnTo>
                  <a:cubicBezTo>
                    <a:pt x="270986" y="315754"/>
                    <a:pt x="265176" y="309848"/>
                    <a:pt x="257937" y="309848"/>
                  </a:cubicBezTo>
                  <a:lnTo>
                    <a:pt x="243745" y="309848"/>
                  </a:lnTo>
                  <a:lnTo>
                    <a:pt x="239649" y="263843"/>
                  </a:lnTo>
                  <a:lnTo>
                    <a:pt x="360331" y="263843"/>
                  </a:lnTo>
                  <a:cubicBezTo>
                    <a:pt x="371761" y="263843"/>
                    <a:pt x="381000" y="254603"/>
                    <a:pt x="381000" y="243173"/>
                  </a:cubicBezTo>
                  <a:lnTo>
                    <a:pt x="381000" y="20669"/>
                  </a:lnTo>
                  <a:cubicBezTo>
                    <a:pt x="381000" y="9239"/>
                    <a:pt x="371761" y="0"/>
                    <a:pt x="360331" y="0"/>
                  </a:cubicBezTo>
                  <a:lnTo>
                    <a:pt x="360331" y="0"/>
                  </a:lnTo>
                  <a:close/>
                  <a:moveTo>
                    <a:pt x="259842" y="322802"/>
                  </a:moveTo>
                  <a:lnTo>
                    <a:pt x="259842" y="336613"/>
                  </a:lnTo>
                  <a:cubicBezTo>
                    <a:pt x="259842" y="337661"/>
                    <a:pt x="258985" y="338519"/>
                    <a:pt x="257937" y="338519"/>
                  </a:cubicBezTo>
                  <a:lnTo>
                    <a:pt x="123063" y="338519"/>
                  </a:lnTo>
                  <a:cubicBezTo>
                    <a:pt x="122015" y="338519"/>
                    <a:pt x="121158" y="337661"/>
                    <a:pt x="121158" y="336613"/>
                  </a:cubicBezTo>
                  <a:lnTo>
                    <a:pt x="121158" y="322802"/>
                  </a:lnTo>
                  <a:cubicBezTo>
                    <a:pt x="121158" y="321755"/>
                    <a:pt x="122015" y="320897"/>
                    <a:pt x="123063" y="320897"/>
                  </a:cubicBezTo>
                  <a:lnTo>
                    <a:pt x="257937" y="320897"/>
                  </a:lnTo>
                  <a:cubicBezTo>
                    <a:pt x="258985" y="320897"/>
                    <a:pt x="259842" y="321755"/>
                    <a:pt x="259842" y="322802"/>
                  </a:cubicBezTo>
                  <a:lnTo>
                    <a:pt x="259842" y="322802"/>
                  </a:lnTo>
                  <a:close/>
                  <a:moveTo>
                    <a:pt x="232600" y="309753"/>
                  </a:moveTo>
                  <a:lnTo>
                    <a:pt x="148495" y="309753"/>
                  </a:lnTo>
                  <a:lnTo>
                    <a:pt x="152590" y="263747"/>
                  </a:lnTo>
                  <a:lnTo>
                    <a:pt x="168688" y="263747"/>
                  </a:lnTo>
                  <a:lnTo>
                    <a:pt x="168688" y="270891"/>
                  </a:lnTo>
                  <a:cubicBezTo>
                    <a:pt x="168688" y="282988"/>
                    <a:pt x="178498" y="292799"/>
                    <a:pt x="190595" y="292799"/>
                  </a:cubicBezTo>
                  <a:cubicBezTo>
                    <a:pt x="202692" y="292799"/>
                    <a:pt x="212503" y="282988"/>
                    <a:pt x="212503" y="270891"/>
                  </a:cubicBezTo>
                  <a:lnTo>
                    <a:pt x="212503" y="263747"/>
                  </a:lnTo>
                  <a:lnTo>
                    <a:pt x="228600" y="263747"/>
                  </a:lnTo>
                  <a:lnTo>
                    <a:pt x="232696" y="309753"/>
                  </a:lnTo>
                  <a:close/>
                  <a:moveTo>
                    <a:pt x="201263" y="263747"/>
                  </a:moveTo>
                  <a:lnTo>
                    <a:pt x="201263" y="270891"/>
                  </a:lnTo>
                  <a:cubicBezTo>
                    <a:pt x="201263" y="276796"/>
                    <a:pt x="196501" y="281559"/>
                    <a:pt x="190595" y="281559"/>
                  </a:cubicBezTo>
                  <a:cubicBezTo>
                    <a:pt x="184690" y="281559"/>
                    <a:pt x="179927" y="276796"/>
                    <a:pt x="179927" y="270891"/>
                  </a:cubicBezTo>
                  <a:lnTo>
                    <a:pt x="179927" y="263747"/>
                  </a:lnTo>
                  <a:lnTo>
                    <a:pt x="201359" y="263747"/>
                  </a:lnTo>
                  <a:close/>
                  <a:moveTo>
                    <a:pt x="360331" y="252603"/>
                  </a:moveTo>
                  <a:lnTo>
                    <a:pt x="20669" y="252603"/>
                  </a:lnTo>
                  <a:cubicBezTo>
                    <a:pt x="15430" y="252603"/>
                    <a:pt x="11144" y="248317"/>
                    <a:pt x="11144" y="243078"/>
                  </a:cubicBezTo>
                  <a:lnTo>
                    <a:pt x="11144" y="224600"/>
                  </a:lnTo>
                  <a:lnTo>
                    <a:pt x="300133" y="224600"/>
                  </a:lnTo>
                  <a:cubicBezTo>
                    <a:pt x="303181" y="224600"/>
                    <a:pt x="305753" y="222123"/>
                    <a:pt x="305753" y="218980"/>
                  </a:cubicBezTo>
                  <a:cubicBezTo>
                    <a:pt x="305753" y="215837"/>
                    <a:pt x="303276" y="213360"/>
                    <a:pt x="300133" y="213360"/>
                  </a:cubicBezTo>
                  <a:lnTo>
                    <a:pt x="233744" y="213360"/>
                  </a:lnTo>
                  <a:lnTo>
                    <a:pt x="233744" y="10954"/>
                  </a:lnTo>
                  <a:lnTo>
                    <a:pt x="360236" y="10954"/>
                  </a:lnTo>
                  <a:cubicBezTo>
                    <a:pt x="365474" y="10954"/>
                    <a:pt x="369761" y="15240"/>
                    <a:pt x="369761" y="20479"/>
                  </a:cubicBezTo>
                  <a:lnTo>
                    <a:pt x="369761" y="213360"/>
                  </a:lnTo>
                  <a:lnTo>
                    <a:pt x="324898" y="213360"/>
                  </a:lnTo>
                  <a:cubicBezTo>
                    <a:pt x="321850" y="213360"/>
                    <a:pt x="319278" y="215837"/>
                    <a:pt x="319278" y="218980"/>
                  </a:cubicBezTo>
                  <a:cubicBezTo>
                    <a:pt x="319278" y="222123"/>
                    <a:pt x="321755" y="224600"/>
                    <a:pt x="324898" y="224600"/>
                  </a:cubicBezTo>
                  <a:lnTo>
                    <a:pt x="369761" y="224600"/>
                  </a:lnTo>
                  <a:lnTo>
                    <a:pt x="369761" y="243078"/>
                  </a:lnTo>
                  <a:cubicBezTo>
                    <a:pt x="369761" y="248317"/>
                    <a:pt x="365474" y="252603"/>
                    <a:pt x="360236" y="252603"/>
                  </a:cubicBezTo>
                  <a:lnTo>
                    <a:pt x="360236" y="25260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7"/>
            <p:cNvSpPr/>
            <p:nvPr/>
          </p:nvSpPr>
          <p:spPr>
            <a:xfrm>
              <a:off x="3221926" y="4523093"/>
              <a:ext cx="161258" cy="124249"/>
            </a:xfrm>
            <a:custGeom>
              <a:rect b="b" l="l" r="r" t="t"/>
              <a:pathLst>
                <a:path extrusionOk="0" h="124249" w="161258">
                  <a:moveTo>
                    <a:pt x="381" y="118629"/>
                  </a:moveTo>
                  <a:cubicBezTo>
                    <a:pt x="381" y="121677"/>
                    <a:pt x="2857" y="124249"/>
                    <a:pt x="6001" y="124249"/>
                  </a:cubicBezTo>
                  <a:lnTo>
                    <a:pt x="155638" y="124249"/>
                  </a:lnTo>
                  <a:cubicBezTo>
                    <a:pt x="158686" y="124249"/>
                    <a:pt x="161258" y="121773"/>
                    <a:pt x="161258" y="118629"/>
                  </a:cubicBezTo>
                  <a:cubicBezTo>
                    <a:pt x="161258" y="115486"/>
                    <a:pt x="158782" y="113010"/>
                    <a:pt x="155638" y="113010"/>
                  </a:cubicBezTo>
                  <a:lnTo>
                    <a:pt x="152781" y="113010"/>
                  </a:lnTo>
                  <a:lnTo>
                    <a:pt x="152781" y="82530"/>
                  </a:lnTo>
                  <a:cubicBezTo>
                    <a:pt x="152781" y="79481"/>
                    <a:pt x="150304" y="76910"/>
                    <a:pt x="147161" y="76910"/>
                  </a:cubicBezTo>
                  <a:cubicBezTo>
                    <a:pt x="144018" y="76910"/>
                    <a:pt x="141542" y="79386"/>
                    <a:pt x="141542" y="82530"/>
                  </a:cubicBezTo>
                  <a:lnTo>
                    <a:pt x="141542" y="113010"/>
                  </a:lnTo>
                  <a:lnTo>
                    <a:pt x="127540" y="113010"/>
                  </a:lnTo>
                  <a:lnTo>
                    <a:pt x="127540" y="108628"/>
                  </a:lnTo>
                  <a:cubicBezTo>
                    <a:pt x="127540" y="105580"/>
                    <a:pt x="125063" y="103008"/>
                    <a:pt x="121920" y="103008"/>
                  </a:cubicBezTo>
                  <a:cubicBezTo>
                    <a:pt x="118777" y="103008"/>
                    <a:pt x="116300" y="105485"/>
                    <a:pt x="116300" y="108628"/>
                  </a:cubicBezTo>
                  <a:lnTo>
                    <a:pt x="116300" y="113010"/>
                  </a:lnTo>
                  <a:lnTo>
                    <a:pt x="97536" y="113010"/>
                  </a:lnTo>
                  <a:lnTo>
                    <a:pt x="97536" y="108628"/>
                  </a:lnTo>
                  <a:cubicBezTo>
                    <a:pt x="97536" y="105580"/>
                    <a:pt x="95059" y="103008"/>
                    <a:pt x="91916" y="103008"/>
                  </a:cubicBezTo>
                  <a:cubicBezTo>
                    <a:pt x="88773" y="103008"/>
                    <a:pt x="86296" y="105485"/>
                    <a:pt x="86296" y="108628"/>
                  </a:cubicBezTo>
                  <a:lnTo>
                    <a:pt x="86296" y="113010"/>
                  </a:lnTo>
                  <a:lnTo>
                    <a:pt x="67532" y="113010"/>
                  </a:lnTo>
                  <a:lnTo>
                    <a:pt x="67532" y="108628"/>
                  </a:lnTo>
                  <a:cubicBezTo>
                    <a:pt x="67532" y="105580"/>
                    <a:pt x="65056" y="103008"/>
                    <a:pt x="61913" y="103008"/>
                  </a:cubicBezTo>
                  <a:cubicBezTo>
                    <a:pt x="58769" y="103008"/>
                    <a:pt x="56293" y="105485"/>
                    <a:pt x="56293" y="108628"/>
                  </a:cubicBezTo>
                  <a:lnTo>
                    <a:pt x="56293" y="113010"/>
                  </a:lnTo>
                  <a:lnTo>
                    <a:pt x="37528" y="113010"/>
                  </a:lnTo>
                  <a:lnTo>
                    <a:pt x="37528" y="108628"/>
                  </a:lnTo>
                  <a:cubicBezTo>
                    <a:pt x="37528" y="105580"/>
                    <a:pt x="35052" y="103008"/>
                    <a:pt x="31909" y="103008"/>
                  </a:cubicBezTo>
                  <a:cubicBezTo>
                    <a:pt x="28765" y="103008"/>
                    <a:pt x="26289" y="105485"/>
                    <a:pt x="26289" y="108628"/>
                  </a:cubicBezTo>
                  <a:lnTo>
                    <a:pt x="26289" y="113010"/>
                  </a:lnTo>
                  <a:lnTo>
                    <a:pt x="11144" y="113010"/>
                  </a:lnTo>
                  <a:lnTo>
                    <a:pt x="11144" y="79196"/>
                  </a:lnTo>
                  <a:lnTo>
                    <a:pt x="40100" y="62337"/>
                  </a:lnTo>
                  <a:lnTo>
                    <a:pt x="68008" y="73386"/>
                  </a:lnTo>
                  <a:cubicBezTo>
                    <a:pt x="70199" y="74243"/>
                    <a:pt x="72676" y="73671"/>
                    <a:pt x="74200" y="71957"/>
                  </a:cubicBezTo>
                  <a:lnTo>
                    <a:pt x="95155" y="48716"/>
                  </a:lnTo>
                  <a:lnTo>
                    <a:pt x="104203" y="56240"/>
                  </a:lnTo>
                  <a:cubicBezTo>
                    <a:pt x="106585" y="58241"/>
                    <a:pt x="110109" y="57860"/>
                    <a:pt x="112014" y="55574"/>
                  </a:cubicBezTo>
                  <a:lnTo>
                    <a:pt x="141161" y="20903"/>
                  </a:lnTo>
                  <a:lnTo>
                    <a:pt x="141161" y="57669"/>
                  </a:lnTo>
                  <a:cubicBezTo>
                    <a:pt x="141161" y="60717"/>
                    <a:pt x="143637" y="63289"/>
                    <a:pt x="146780" y="63289"/>
                  </a:cubicBezTo>
                  <a:cubicBezTo>
                    <a:pt x="149923" y="63289"/>
                    <a:pt x="152400" y="60813"/>
                    <a:pt x="152400" y="57669"/>
                  </a:cubicBezTo>
                  <a:lnTo>
                    <a:pt x="152400" y="5568"/>
                  </a:lnTo>
                  <a:cubicBezTo>
                    <a:pt x="152400" y="3186"/>
                    <a:pt x="150971" y="1091"/>
                    <a:pt x="148780" y="329"/>
                  </a:cubicBezTo>
                  <a:cubicBezTo>
                    <a:pt x="146590" y="-433"/>
                    <a:pt x="144113" y="138"/>
                    <a:pt x="142589" y="1948"/>
                  </a:cubicBezTo>
                  <a:lnTo>
                    <a:pt x="107156" y="44048"/>
                  </a:lnTo>
                  <a:lnTo>
                    <a:pt x="98298" y="36619"/>
                  </a:lnTo>
                  <a:cubicBezTo>
                    <a:pt x="96012" y="34714"/>
                    <a:pt x="92583" y="34905"/>
                    <a:pt x="90583" y="37190"/>
                  </a:cubicBezTo>
                  <a:lnTo>
                    <a:pt x="68580" y="61574"/>
                  </a:lnTo>
                  <a:lnTo>
                    <a:pt x="41815" y="50906"/>
                  </a:lnTo>
                  <a:cubicBezTo>
                    <a:pt x="40196" y="50240"/>
                    <a:pt x="38386" y="50430"/>
                    <a:pt x="36957" y="51288"/>
                  </a:cubicBezTo>
                  <a:lnTo>
                    <a:pt x="11240" y="66242"/>
                  </a:lnTo>
                  <a:lnTo>
                    <a:pt x="11240" y="17569"/>
                  </a:lnTo>
                  <a:cubicBezTo>
                    <a:pt x="11240" y="14521"/>
                    <a:pt x="8763" y="11949"/>
                    <a:pt x="5620" y="11949"/>
                  </a:cubicBezTo>
                  <a:cubicBezTo>
                    <a:pt x="2476" y="11949"/>
                    <a:pt x="0" y="14426"/>
                    <a:pt x="0" y="17569"/>
                  </a:cubicBezTo>
                  <a:lnTo>
                    <a:pt x="0" y="1185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27"/>
            <p:cNvSpPr/>
            <p:nvPr/>
          </p:nvSpPr>
          <p:spPr>
            <a:xfrm>
              <a:off x="3256406" y="4548758"/>
              <a:ext cx="11239" cy="15144"/>
            </a:xfrm>
            <a:custGeom>
              <a:rect b="b" l="l" r="r" t="t"/>
              <a:pathLst>
                <a:path extrusionOk="0" h="15144" w="11239">
                  <a:moveTo>
                    <a:pt x="0" y="5620"/>
                  </a:moveTo>
                  <a:lnTo>
                    <a:pt x="0" y="9525"/>
                  </a:lnTo>
                  <a:cubicBezTo>
                    <a:pt x="0" y="12573"/>
                    <a:pt x="2477" y="15145"/>
                    <a:pt x="5620" y="15145"/>
                  </a:cubicBezTo>
                  <a:cubicBezTo>
                    <a:pt x="8763" y="15145"/>
                    <a:pt x="11240" y="12668"/>
                    <a:pt x="11240" y="9525"/>
                  </a:cubicBezTo>
                  <a:lnTo>
                    <a:pt x="11240" y="5620"/>
                  </a:lnTo>
                  <a:cubicBezTo>
                    <a:pt x="11240" y="2572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7"/>
            <p:cNvSpPr/>
            <p:nvPr/>
          </p:nvSpPr>
          <p:spPr>
            <a:xfrm>
              <a:off x="3311270" y="4533233"/>
              <a:ext cx="11239" cy="15144"/>
            </a:xfrm>
            <a:custGeom>
              <a:rect b="b" l="l" r="r" t="t"/>
              <a:pathLst>
                <a:path extrusionOk="0" h="15144" w="11239">
                  <a:moveTo>
                    <a:pt x="5620" y="15145"/>
                  </a:moveTo>
                  <a:cubicBezTo>
                    <a:pt x="8668" y="15145"/>
                    <a:pt x="11240" y="12668"/>
                    <a:pt x="11240" y="9525"/>
                  </a:cubicBezTo>
                  <a:lnTo>
                    <a:pt x="11240" y="5620"/>
                  </a:lnTo>
                  <a:cubicBezTo>
                    <a:pt x="11240" y="2572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9525"/>
                  </a:lnTo>
                  <a:cubicBezTo>
                    <a:pt x="0" y="12573"/>
                    <a:pt x="2477" y="15145"/>
                    <a:pt x="5620" y="15145"/>
                  </a:cubicBezTo>
                  <a:lnTo>
                    <a:pt x="5620" y="15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3363467" y="4499705"/>
              <a:ext cx="11239" cy="15144"/>
            </a:xfrm>
            <a:custGeom>
              <a:rect b="b" l="l" r="r" t="t"/>
              <a:pathLst>
                <a:path extrusionOk="0" h="15144" w="11239">
                  <a:moveTo>
                    <a:pt x="5620" y="15145"/>
                  </a:moveTo>
                  <a:cubicBezTo>
                    <a:pt x="8668" y="15145"/>
                    <a:pt x="11240" y="12668"/>
                    <a:pt x="11240" y="9525"/>
                  </a:cubicBezTo>
                  <a:lnTo>
                    <a:pt x="11240" y="5620"/>
                  </a:lnTo>
                  <a:cubicBezTo>
                    <a:pt x="11240" y="2572"/>
                    <a:pt x="8763" y="0"/>
                    <a:pt x="5620" y="0"/>
                  </a:cubicBezTo>
                  <a:cubicBezTo>
                    <a:pt x="2476" y="0"/>
                    <a:pt x="0" y="2477"/>
                    <a:pt x="0" y="5620"/>
                  </a:cubicBezTo>
                  <a:lnTo>
                    <a:pt x="0" y="9525"/>
                  </a:lnTo>
                  <a:cubicBezTo>
                    <a:pt x="0" y="12573"/>
                    <a:pt x="2476" y="15145"/>
                    <a:pt x="5620" y="15145"/>
                  </a:cubicBezTo>
                  <a:lnTo>
                    <a:pt x="5620" y="15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3222307" y="4483703"/>
              <a:ext cx="30479" cy="11239"/>
            </a:xfrm>
            <a:custGeom>
              <a:rect b="b" l="l" r="r" t="t"/>
              <a:pathLst>
                <a:path extrusionOk="0" h="11239" w="30479">
                  <a:moveTo>
                    <a:pt x="5620" y="11239"/>
                  </a:moveTo>
                  <a:lnTo>
                    <a:pt x="24860" y="11239"/>
                  </a:lnTo>
                  <a:cubicBezTo>
                    <a:pt x="27908" y="11239"/>
                    <a:pt x="30480" y="8763"/>
                    <a:pt x="30480" y="5620"/>
                  </a:cubicBezTo>
                  <a:cubicBezTo>
                    <a:pt x="30480" y="2476"/>
                    <a:pt x="28003" y="0"/>
                    <a:pt x="24860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7"/>
            <p:cNvSpPr/>
            <p:nvPr/>
          </p:nvSpPr>
          <p:spPr>
            <a:xfrm>
              <a:off x="3222307" y="4504563"/>
              <a:ext cx="52768" cy="11239"/>
            </a:xfrm>
            <a:custGeom>
              <a:rect b="b" l="l" r="r" t="t"/>
              <a:pathLst>
                <a:path extrusionOk="0" h="11239" w="52768">
                  <a:moveTo>
                    <a:pt x="5620" y="11239"/>
                  </a:moveTo>
                  <a:lnTo>
                    <a:pt x="47149" y="11239"/>
                  </a:lnTo>
                  <a:cubicBezTo>
                    <a:pt x="50197" y="11239"/>
                    <a:pt x="52768" y="8763"/>
                    <a:pt x="52768" y="5620"/>
                  </a:cubicBezTo>
                  <a:cubicBezTo>
                    <a:pt x="52768" y="2476"/>
                    <a:pt x="50292" y="0"/>
                    <a:pt x="47149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7"/>
            <p:cNvSpPr/>
            <p:nvPr/>
          </p:nvSpPr>
          <p:spPr>
            <a:xfrm>
              <a:off x="3468147" y="4501419"/>
              <a:ext cx="34480" cy="59150"/>
            </a:xfrm>
            <a:custGeom>
              <a:rect b="b" l="l" r="r" t="t"/>
              <a:pathLst>
                <a:path extrusionOk="0" h="59150" w="34480">
                  <a:moveTo>
                    <a:pt x="14478" y="35433"/>
                  </a:moveTo>
                  <a:lnTo>
                    <a:pt x="19812" y="35433"/>
                  </a:lnTo>
                  <a:cubicBezTo>
                    <a:pt x="21622" y="35433"/>
                    <a:pt x="23146" y="36957"/>
                    <a:pt x="23146" y="38767"/>
                  </a:cubicBezTo>
                  <a:cubicBezTo>
                    <a:pt x="23146" y="40577"/>
                    <a:pt x="21622" y="42101"/>
                    <a:pt x="19812" y="42101"/>
                  </a:cubicBezTo>
                  <a:lnTo>
                    <a:pt x="14478" y="42101"/>
                  </a:lnTo>
                  <a:cubicBezTo>
                    <a:pt x="13144" y="42101"/>
                    <a:pt x="11906" y="41338"/>
                    <a:pt x="11430" y="40100"/>
                  </a:cubicBezTo>
                  <a:cubicBezTo>
                    <a:pt x="10192" y="37243"/>
                    <a:pt x="6953" y="35909"/>
                    <a:pt x="4096" y="37147"/>
                  </a:cubicBezTo>
                  <a:cubicBezTo>
                    <a:pt x="1238" y="38386"/>
                    <a:pt x="-95" y="41624"/>
                    <a:pt x="1143" y="44482"/>
                  </a:cubicBezTo>
                  <a:cubicBezTo>
                    <a:pt x="3048" y="48959"/>
                    <a:pt x="6953" y="52102"/>
                    <a:pt x="11621" y="53054"/>
                  </a:cubicBezTo>
                  <a:lnTo>
                    <a:pt x="11621" y="53530"/>
                  </a:lnTo>
                  <a:cubicBezTo>
                    <a:pt x="11621" y="56579"/>
                    <a:pt x="14097" y="59150"/>
                    <a:pt x="17240" y="59150"/>
                  </a:cubicBezTo>
                  <a:cubicBezTo>
                    <a:pt x="20383" y="59150"/>
                    <a:pt x="22860" y="56674"/>
                    <a:pt x="22860" y="53530"/>
                  </a:cubicBezTo>
                  <a:lnTo>
                    <a:pt x="22860" y="53054"/>
                  </a:lnTo>
                  <a:cubicBezTo>
                    <a:pt x="29432" y="51721"/>
                    <a:pt x="34481" y="45815"/>
                    <a:pt x="34481" y="38862"/>
                  </a:cubicBezTo>
                  <a:cubicBezTo>
                    <a:pt x="34481" y="30861"/>
                    <a:pt x="28004" y="24384"/>
                    <a:pt x="20002" y="24384"/>
                  </a:cubicBezTo>
                  <a:lnTo>
                    <a:pt x="14669" y="24384"/>
                  </a:lnTo>
                  <a:cubicBezTo>
                    <a:pt x="12859" y="24384"/>
                    <a:pt x="11335" y="22860"/>
                    <a:pt x="11335" y="21050"/>
                  </a:cubicBezTo>
                  <a:cubicBezTo>
                    <a:pt x="11335" y="19240"/>
                    <a:pt x="12859" y="17717"/>
                    <a:pt x="14669" y="17717"/>
                  </a:cubicBezTo>
                  <a:lnTo>
                    <a:pt x="20002" y="17717"/>
                  </a:lnTo>
                  <a:cubicBezTo>
                    <a:pt x="21146" y="17717"/>
                    <a:pt x="22098" y="18288"/>
                    <a:pt x="22765" y="19145"/>
                  </a:cubicBezTo>
                  <a:cubicBezTo>
                    <a:pt x="24479" y="21717"/>
                    <a:pt x="28004" y="22384"/>
                    <a:pt x="30480" y="20669"/>
                  </a:cubicBezTo>
                  <a:cubicBezTo>
                    <a:pt x="33052" y="18955"/>
                    <a:pt x="33719" y="15430"/>
                    <a:pt x="32004" y="12954"/>
                  </a:cubicBezTo>
                  <a:cubicBezTo>
                    <a:pt x="29813" y="9811"/>
                    <a:pt x="26575" y="7620"/>
                    <a:pt x="22860" y="6858"/>
                  </a:cubicBezTo>
                  <a:lnTo>
                    <a:pt x="22860" y="5620"/>
                  </a:lnTo>
                  <a:cubicBezTo>
                    <a:pt x="22860" y="2572"/>
                    <a:pt x="20383" y="0"/>
                    <a:pt x="17240" y="0"/>
                  </a:cubicBezTo>
                  <a:cubicBezTo>
                    <a:pt x="14097" y="0"/>
                    <a:pt x="11621" y="2477"/>
                    <a:pt x="11621" y="5620"/>
                  </a:cubicBezTo>
                  <a:lnTo>
                    <a:pt x="11621" y="6858"/>
                  </a:lnTo>
                  <a:cubicBezTo>
                    <a:pt x="5048" y="8192"/>
                    <a:pt x="0" y="14097"/>
                    <a:pt x="0" y="21050"/>
                  </a:cubicBezTo>
                  <a:cubicBezTo>
                    <a:pt x="0" y="29051"/>
                    <a:pt x="6477" y="35528"/>
                    <a:pt x="14478" y="35528"/>
                  </a:cubicBezTo>
                  <a:lnTo>
                    <a:pt x="14478" y="355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27"/>
            <p:cNvSpPr/>
            <p:nvPr/>
          </p:nvSpPr>
          <p:spPr>
            <a:xfrm>
              <a:off x="3438143" y="4483703"/>
              <a:ext cx="94487" cy="94487"/>
            </a:xfrm>
            <a:custGeom>
              <a:rect b="b" l="l" r="r" t="t"/>
              <a:pathLst>
                <a:path extrusionOk="0" h="94487" w="94487">
                  <a:moveTo>
                    <a:pt x="47244" y="94488"/>
                  </a:moveTo>
                  <a:cubicBezTo>
                    <a:pt x="73247" y="94488"/>
                    <a:pt x="94488" y="73342"/>
                    <a:pt x="94488" y="47244"/>
                  </a:cubicBezTo>
                  <a:cubicBezTo>
                    <a:pt x="94488" y="21146"/>
                    <a:pt x="73343" y="0"/>
                    <a:pt x="47244" y="0"/>
                  </a:cubicBezTo>
                  <a:cubicBezTo>
                    <a:pt x="21146" y="0"/>
                    <a:pt x="0" y="21146"/>
                    <a:pt x="0" y="47244"/>
                  </a:cubicBezTo>
                  <a:cubicBezTo>
                    <a:pt x="0" y="73342"/>
                    <a:pt x="21146" y="94488"/>
                    <a:pt x="47244" y="94488"/>
                  </a:cubicBezTo>
                  <a:lnTo>
                    <a:pt x="47244" y="94488"/>
                  </a:lnTo>
                  <a:close/>
                  <a:moveTo>
                    <a:pt x="47244" y="11239"/>
                  </a:moveTo>
                  <a:cubicBezTo>
                    <a:pt x="67151" y="11239"/>
                    <a:pt x="83344" y="27432"/>
                    <a:pt x="83344" y="47339"/>
                  </a:cubicBezTo>
                  <a:cubicBezTo>
                    <a:pt x="83344" y="67246"/>
                    <a:pt x="67151" y="83439"/>
                    <a:pt x="47244" y="83439"/>
                  </a:cubicBezTo>
                  <a:cubicBezTo>
                    <a:pt x="27337" y="83439"/>
                    <a:pt x="11144" y="67246"/>
                    <a:pt x="11144" y="47339"/>
                  </a:cubicBezTo>
                  <a:cubicBezTo>
                    <a:pt x="11144" y="27432"/>
                    <a:pt x="27337" y="11239"/>
                    <a:pt x="47244" y="11239"/>
                  </a:cubicBezTo>
                  <a:lnTo>
                    <a:pt x="47244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27"/>
            <p:cNvSpPr/>
            <p:nvPr/>
          </p:nvSpPr>
          <p:spPr>
            <a:xfrm>
              <a:off x="3433476" y="4591526"/>
              <a:ext cx="51816" cy="11239"/>
            </a:xfrm>
            <a:custGeom>
              <a:rect b="b" l="l" r="r" t="t"/>
              <a:pathLst>
                <a:path extrusionOk="0" h="11239" w="51816">
                  <a:moveTo>
                    <a:pt x="5620" y="11240"/>
                  </a:moveTo>
                  <a:lnTo>
                    <a:pt x="46196" y="11240"/>
                  </a:lnTo>
                  <a:cubicBezTo>
                    <a:pt x="49244" y="11240"/>
                    <a:pt x="51816" y="8763"/>
                    <a:pt x="51816" y="5620"/>
                  </a:cubicBezTo>
                  <a:cubicBezTo>
                    <a:pt x="51816" y="2477"/>
                    <a:pt x="49340" y="0"/>
                    <a:pt x="4619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3502532" y="4613624"/>
              <a:ext cx="28670" cy="11239"/>
            </a:xfrm>
            <a:custGeom>
              <a:rect b="b" l="l" r="r" t="t"/>
              <a:pathLst>
                <a:path extrusionOk="0" h="11239" w="28670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23050" y="11239"/>
                  </a:lnTo>
                  <a:cubicBezTo>
                    <a:pt x="26098" y="11239"/>
                    <a:pt x="28670" y="8763"/>
                    <a:pt x="28670" y="5620"/>
                  </a:cubicBezTo>
                  <a:cubicBezTo>
                    <a:pt x="28670" y="2477"/>
                    <a:pt x="26194" y="0"/>
                    <a:pt x="2305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3433476" y="4613528"/>
              <a:ext cx="32956" cy="11239"/>
            </a:xfrm>
            <a:custGeom>
              <a:rect b="b" l="l" r="r" t="t"/>
              <a:pathLst>
                <a:path extrusionOk="0" h="11239" w="32956">
                  <a:moveTo>
                    <a:pt x="5620" y="11240"/>
                  </a:moveTo>
                  <a:lnTo>
                    <a:pt x="27337" y="11240"/>
                  </a:lnTo>
                  <a:cubicBezTo>
                    <a:pt x="30385" y="11240"/>
                    <a:pt x="32956" y="8763"/>
                    <a:pt x="32956" y="5620"/>
                  </a:cubicBezTo>
                  <a:cubicBezTo>
                    <a:pt x="32956" y="2477"/>
                    <a:pt x="30480" y="0"/>
                    <a:pt x="27337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3474052" y="4613624"/>
              <a:ext cx="21812" cy="11239"/>
            </a:xfrm>
            <a:custGeom>
              <a:rect b="b" l="l" r="r" t="t"/>
              <a:pathLst>
                <a:path extrusionOk="0" h="11239" w="21812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16192" y="11239"/>
                  </a:lnTo>
                  <a:cubicBezTo>
                    <a:pt x="19240" y="11239"/>
                    <a:pt x="21812" y="8763"/>
                    <a:pt x="21812" y="5620"/>
                  </a:cubicBezTo>
                  <a:cubicBezTo>
                    <a:pt x="21812" y="2477"/>
                    <a:pt x="19336" y="0"/>
                    <a:pt x="16192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3433476" y="4635531"/>
              <a:ext cx="97726" cy="11239"/>
            </a:xfrm>
            <a:custGeom>
              <a:rect b="b" l="l" r="r" t="t"/>
              <a:pathLst>
                <a:path extrusionOk="0" h="11239" w="97726">
                  <a:moveTo>
                    <a:pt x="97727" y="5620"/>
                  </a:moveTo>
                  <a:cubicBezTo>
                    <a:pt x="97727" y="2572"/>
                    <a:pt x="95250" y="0"/>
                    <a:pt x="92107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92107" y="11239"/>
                  </a:lnTo>
                  <a:cubicBezTo>
                    <a:pt x="95155" y="11239"/>
                    <a:pt x="97727" y="8763"/>
                    <a:pt x="97727" y="5620"/>
                  </a:cubicBezTo>
                  <a:lnTo>
                    <a:pt x="97727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2" name="Google Shape;872;p27"/>
          <p:cNvGrpSpPr/>
          <p:nvPr/>
        </p:nvGrpSpPr>
        <p:grpSpPr>
          <a:xfrm>
            <a:off x="541132" y="3984684"/>
            <a:ext cx="238088" cy="426217"/>
            <a:chOff x="2489644" y="4438650"/>
            <a:chExt cx="212883" cy="381095"/>
          </a:xfrm>
        </p:grpSpPr>
        <p:sp>
          <p:nvSpPr>
            <p:cNvPr id="873" name="Google Shape;873;p27"/>
            <p:cNvSpPr/>
            <p:nvPr/>
          </p:nvSpPr>
          <p:spPr>
            <a:xfrm>
              <a:off x="2489644" y="4438650"/>
              <a:ext cx="212883" cy="381095"/>
            </a:xfrm>
            <a:custGeom>
              <a:rect b="b" l="l" r="r" t="t"/>
              <a:pathLst>
                <a:path extrusionOk="0" h="381095" w="212883">
                  <a:moveTo>
                    <a:pt x="188786" y="0"/>
                  </a:moveTo>
                  <a:lnTo>
                    <a:pt x="24289" y="0"/>
                  </a:lnTo>
                  <a:cubicBezTo>
                    <a:pt x="10954" y="0"/>
                    <a:pt x="95" y="10858"/>
                    <a:pt x="95" y="24193"/>
                  </a:cubicBezTo>
                  <a:lnTo>
                    <a:pt x="95" y="100108"/>
                  </a:lnTo>
                  <a:cubicBezTo>
                    <a:pt x="95" y="103156"/>
                    <a:pt x="2572" y="105728"/>
                    <a:pt x="5715" y="105728"/>
                  </a:cubicBezTo>
                  <a:cubicBezTo>
                    <a:pt x="8858" y="105728"/>
                    <a:pt x="11335" y="103251"/>
                    <a:pt x="11335" y="100108"/>
                  </a:cubicBezTo>
                  <a:lnTo>
                    <a:pt x="11335" y="24193"/>
                  </a:lnTo>
                  <a:cubicBezTo>
                    <a:pt x="11335" y="17050"/>
                    <a:pt x="17145" y="11144"/>
                    <a:pt x="24384" y="11144"/>
                  </a:cubicBezTo>
                  <a:lnTo>
                    <a:pt x="44672" y="11144"/>
                  </a:lnTo>
                  <a:lnTo>
                    <a:pt x="49244" y="24003"/>
                  </a:lnTo>
                  <a:cubicBezTo>
                    <a:pt x="52102" y="32195"/>
                    <a:pt x="59912" y="37624"/>
                    <a:pt x="68580" y="37624"/>
                  </a:cubicBezTo>
                  <a:lnTo>
                    <a:pt x="99917" y="37624"/>
                  </a:lnTo>
                  <a:cubicBezTo>
                    <a:pt x="102965" y="37624"/>
                    <a:pt x="105537" y="35147"/>
                    <a:pt x="105537" y="32004"/>
                  </a:cubicBezTo>
                  <a:cubicBezTo>
                    <a:pt x="105537" y="28861"/>
                    <a:pt x="103061" y="26384"/>
                    <a:pt x="99917" y="26384"/>
                  </a:cubicBezTo>
                  <a:lnTo>
                    <a:pt x="68580" y="26384"/>
                  </a:lnTo>
                  <a:cubicBezTo>
                    <a:pt x="64675" y="26384"/>
                    <a:pt x="61151" y="23908"/>
                    <a:pt x="59817" y="20193"/>
                  </a:cubicBezTo>
                  <a:lnTo>
                    <a:pt x="56578" y="11049"/>
                  </a:lnTo>
                  <a:lnTo>
                    <a:pt x="156877" y="11049"/>
                  </a:lnTo>
                  <a:lnTo>
                    <a:pt x="153638" y="20193"/>
                  </a:lnTo>
                  <a:cubicBezTo>
                    <a:pt x="152305" y="23908"/>
                    <a:pt x="148781" y="26384"/>
                    <a:pt x="144875" y="26384"/>
                  </a:cubicBezTo>
                  <a:lnTo>
                    <a:pt x="124777" y="26384"/>
                  </a:lnTo>
                  <a:cubicBezTo>
                    <a:pt x="121730" y="26384"/>
                    <a:pt x="119158" y="28861"/>
                    <a:pt x="119158" y="32004"/>
                  </a:cubicBezTo>
                  <a:cubicBezTo>
                    <a:pt x="119158" y="35147"/>
                    <a:pt x="121634" y="37624"/>
                    <a:pt x="124777" y="37624"/>
                  </a:cubicBezTo>
                  <a:lnTo>
                    <a:pt x="144875" y="37624"/>
                  </a:lnTo>
                  <a:cubicBezTo>
                    <a:pt x="153543" y="37624"/>
                    <a:pt x="161258" y="32099"/>
                    <a:pt x="164211" y="24003"/>
                  </a:cubicBezTo>
                  <a:lnTo>
                    <a:pt x="168783" y="11144"/>
                  </a:lnTo>
                  <a:lnTo>
                    <a:pt x="189071" y="11144"/>
                  </a:lnTo>
                  <a:cubicBezTo>
                    <a:pt x="196215" y="11144"/>
                    <a:pt x="202121" y="16954"/>
                    <a:pt x="202121" y="24193"/>
                  </a:cubicBezTo>
                  <a:lnTo>
                    <a:pt x="202121" y="234791"/>
                  </a:lnTo>
                  <a:lnTo>
                    <a:pt x="176117" y="234791"/>
                  </a:lnTo>
                  <a:cubicBezTo>
                    <a:pt x="173069" y="234791"/>
                    <a:pt x="170498" y="237268"/>
                    <a:pt x="170498" y="240411"/>
                  </a:cubicBezTo>
                  <a:cubicBezTo>
                    <a:pt x="170498" y="243554"/>
                    <a:pt x="172974" y="246031"/>
                    <a:pt x="176117" y="246031"/>
                  </a:cubicBezTo>
                  <a:lnTo>
                    <a:pt x="202121" y="246031"/>
                  </a:lnTo>
                  <a:lnTo>
                    <a:pt x="202121" y="356902"/>
                  </a:lnTo>
                  <a:cubicBezTo>
                    <a:pt x="202121" y="364046"/>
                    <a:pt x="196310" y="369951"/>
                    <a:pt x="189071" y="369951"/>
                  </a:cubicBezTo>
                  <a:lnTo>
                    <a:pt x="24289" y="369951"/>
                  </a:lnTo>
                  <a:cubicBezTo>
                    <a:pt x="17145" y="369951"/>
                    <a:pt x="11240" y="364141"/>
                    <a:pt x="11240" y="356902"/>
                  </a:cubicBezTo>
                  <a:lnTo>
                    <a:pt x="11240" y="246031"/>
                  </a:lnTo>
                  <a:lnTo>
                    <a:pt x="150971" y="246031"/>
                  </a:lnTo>
                  <a:cubicBezTo>
                    <a:pt x="154019" y="246031"/>
                    <a:pt x="156591" y="243554"/>
                    <a:pt x="156591" y="240411"/>
                  </a:cubicBezTo>
                  <a:cubicBezTo>
                    <a:pt x="156591" y="237268"/>
                    <a:pt x="154115" y="234791"/>
                    <a:pt x="150971" y="234791"/>
                  </a:cubicBezTo>
                  <a:lnTo>
                    <a:pt x="11240" y="234791"/>
                  </a:lnTo>
                  <a:lnTo>
                    <a:pt x="11240" y="124968"/>
                  </a:lnTo>
                  <a:cubicBezTo>
                    <a:pt x="11240" y="121920"/>
                    <a:pt x="8763" y="119348"/>
                    <a:pt x="5620" y="119348"/>
                  </a:cubicBezTo>
                  <a:cubicBezTo>
                    <a:pt x="2477" y="119348"/>
                    <a:pt x="0" y="121825"/>
                    <a:pt x="0" y="124968"/>
                  </a:cubicBezTo>
                  <a:lnTo>
                    <a:pt x="0" y="356902"/>
                  </a:lnTo>
                  <a:cubicBezTo>
                    <a:pt x="0" y="370237"/>
                    <a:pt x="10859" y="381095"/>
                    <a:pt x="24194" y="381095"/>
                  </a:cubicBezTo>
                  <a:lnTo>
                    <a:pt x="188690" y="381095"/>
                  </a:lnTo>
                  <a:cubicBezTo>
                    <a:pt x="202025" y="381095"/>
                    <a:pt x="212884" y="370237"/>
                    <a:pt x="212884" y="356902"/>
                  </a:cubicBezTo>
                  <a:lnTo>
                    <a:pt x="212884" y="24289"/>
                  </a:lnTo>
                  <a:cubicBezTo>
                    <a:pt x="212884" y="10954"/>
                    <a:pt x="202025" y="95"/>
                    <a:pt x="188690" y="95"/>
                  </a:cubicBezTo>
                  <a:lnTo>
                    <a:pt x="188690" y="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2515647" y="4522903"/>
              <a:ext cx="160877" cy="124249"/>
            </a:xfrm>
            <a:custGeom>
              <a:rect b="b" l="l" r="r" t="t"/>
              <a:pathLst>
                <a:path extrusionOk="0" h="124249" w="160877">
                  <a:moveTo>
                    <a:pt x="0" y="118629"/>
                  </a:moveTo>
                  <a:cubicBezTo>
                    <a:pt x="0" y="121677"/>
                    <a:pt x="2477" y="124249"/>
                    <a:pt x="5620" y="124249"/>
                  </a:cubicBezTo>
                  <a:lnTo>
                    <a:pt x="155258" y="124249"/>
                  </a:lnTo>
                  <a:cubicBezTo>
                    <a:pt x="158306" y="124249"/>
                    <a:pt x="160877" y="121773"/>
                    <a:pt x="160877" y="118629"/>
                  </a:cubicBezTo>
                  <a:cubicBezTo>
                    <a:pt x="160877" y="115486"/>
                    <a:pt x="158401" y="113010"/>
                    <a:pt x="155258" y="113010"/>
                  </a:cubicBezTo>
                  <a:lnTo>
                    <a:pt x="152400" y="113010"/>
                  </a:lnTo>
                  <a:lnTo>
                    <a:pt x="152400" y="5568"/>
                  </a:lnTo>
                  <a:cubicBezTo>
                    <a:pt x="152400" y="3186"/>
                    <a:pt x="150971" y="1091"/>
                    <a:pt x="148781" y="329"/>
                  </a:cubicBezTo>
                  <a:cubicBezTo>
                    <a:pt x="146590" y="-433"/>
                    <a:pt x="144113" y="138"/>
                    <a:pt x="142589" y="1948"/>
                  </a:cubicBezTo>
                  <a:lnTo>
                    <a:pt x="107156" y="44049"/>
                  </a:lnTo>
                  <a:lnTo>
                    <a:pt x="98298" y="36619"/>
                  </a:lnTo>
                  <a:cubicBezTo>
                    <a:pt x="96012" y="34714"/>
                    <a:pt x="92583" y="34905"/>
                    <a:pt x="90583" y="37191"/>
                  </a:cubicBezTo>
                  <a:lnTo>
                    <a:pt x="68580" y="61575"/>
                  </a:lnTo>
                  <a:lnTo>
                    <a:pt x="41815" y="50907"/>
                  </a:lnTo>
                  <a:cubicBezTo>
                    <a:pt x="40196" y="50240"/>
                    <a:pt x="38386" y="50431"/>
                    <a:pt x="36957" y="51288"/>
                  </a:cubicBezTo>
                  <a:lnTo>
                    <a:pt x="11240" y="66242"/>
                  </a:lnTo>
                  <a:lnTo>
                    <a:pt x="11240" y="17569"/>
                  </a:lnTo>
                  <a:cubicBezTo>
                    <a:pt x="11240" y="14521"/>
                    <a:pt x="8763" y="11949"/>
                    <a:pt x="5620" y="11949"/>
                  </a:cubicBezTo>
                  <a:cubicBezTo>
                    <a:pt x="2477" y="11949"/>
                    <a:pt x="0" y="14426"/>
                    <a:pt x="0" y="17569"/>
                  </a:cubicBezTo>
                  <a:lnTo>
                    <a:pt x="0" y="118534"/>
                  </a:lnTo>
                  <a:close/>
                  <a:moveTo>
                    <a:pt x="40100" y="62337"/>
                  </a:moveTo>
                  <a:lnTo>
                    <a:pt x="68009" y="73386"/>
                  </a:lnTo>
                  <a:cubicBezTo>
                    <a:pt x="70199" y="74243"/>
                    <a:pt x="72676" y="73671"/>
                    <a:pt x="74200" y="71957"/>
                  </a:cubicBezTo>
                  <a:lnTo>
                    <a:pt x="95155" y="48716"/>
                  </a:lnTo>
                  <a:lnTo>
                    <a:pt x="104203" y="56241"/>
                  </a:lnTo>
                  <a:cubicBezTo>
                    <a:pt x="106585" y="58241"/>
                    <a:pt x="110109" y="57860"/>
                    <a:pt x="112014" y="55574"/>
                  </a:cubicBezTo>
                  <a:lnTo>
                    <a:pt x="141161" y="20903"/>
                  </a:lnTo>
                  <a:lnTo>
                    <a:pt x="141161" y="113010"/>
                  </a:lnTo>
                  <a:lnTo>
                    <a:pt x="127159" y="113010"/>
                  </a:lnTo>
                  <a:lnTo>
                    <a:pt x="127159" y="108628"/>
                  </a:lnTo>
                  <a:cubicBezTo>
                    <a:pt x="127159" y="105580"/>
                    <a:pt x="124682" y="103008"/>
                    <a:pt x="121539" y="103008"/>
                  </a:cubicBezTo>
                  <a:cubicBezTo>
                    <a:pt x="118396" y="103008"/>
                    <a:pt x="115919" y="105485"/>
                    <a:pt x="115919" y="108628"/>
                  </a:cubicBezTo>
                  <a:lnTo>
                    <a:pt x="115919" y="113010"/>
                  </a:lnTo>
                  <a:lnTo>
                    <a:pt x="97155" y="113010"/>
                  </a:lnTo>
                  <a:lnTo>
                    <a:pt x="97155" y="108628"/>
                  </a:lnTo>
                  <a:cubicBezTo>
                    <a:pt x="97155" y="105580"/>
                    <a:pt x="94678" y="103008"/>
                    <a:pt x="91535" y="103008"/>
                  </a:cubicBezTo>
                  <a:cubicBezTo>
                    <a:pt x="88392" y="103008"/>
                    <a:pt x="85915" y="105485"/>
                    <a:pt x="85915" y="108628"/>
                  </a:cubicBezTo>
                  <a:lnTo>
                    <a:pt x="85915" y="113010"/>
                  </a:lnTo>
                  <a:lnTo>
                    <a:pt x="67151" y="113010"/>
                  </a:lnTo>
                  <a:lnTo>
                    <a:pt x="67151" y="108628"/>
                  </a:lnTo>
                  <a:cubicBezTo>
                    <a:pt x="67151" y="105580"/>
                    <a:pt x="64675" y="103008"/>
                    <a:pt x="61532" y="103008"/>
                  </a:cubicBezTo>
                  <a:cubicBezTo>
                    <a:pt x="58388" y="103008"/>
                    <a:pt x="55912" y="105485"/>
                    <a:pt x="55912" y="108628"/>
                  </a:cubicBezTo>
                  <a:lnTo>
                    <a:pt x="55912" y="113010"/>
                  </a:lnTo>
                  <a:lnTo>
                    <a:pt x="37148" y="113010"/>
                  </a:lnTo>
                  <a:lnTo>
                    <a:pt x="37148" y="108628"/>
                  </a:lnTo>
                  <a:cubicBezTo>
                    <a:pt x="37148" y="105580"/>
                    <a:pt x="34671" y="103008"/>
                    <a:pt x="31528" y="103008"/>
                  </a:cubicBezTo>
                  <a:cubicBezTo>
                    <a:pt x="28385" y="103008"/>
                    <a:pt x="25908" y="105485"/>
                    <a:pt x="25908" y="108628"/>
                  </a:cubicBezTo>
                  <a:lnTo>
                    <a:pt x="25908" y="113010"/>
                  </a:lnTo>
                  <a:lnTo>
                    <a:pt x="10763" y="113010"/>
                  </a:lnTo>
                  <a:lnTo>
                    <a:pt x="10763" y="79196"/>
                  </a:lnTo>
                  <a:lnTo>
                    <a:pt x="39719" y="623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27"/>
            <p:cNvSpPr/>
            <p:nvPr/>
          </p:nvSpPr>
          <p:spPr>
            <a:xfrm>
              <a:off x="2549746" y="4548568"/>
              <a:ext cx="11239" cy="15144"/>
            </a:xfrm>
            <a:custGeom>
              <a:rect b="b" l="l" r="r" t="t"/>
              <a:pathLst>
                <a:path extrusionOk="0" h="15144" w="11239">
                  <a:moveTo>
                    <a:pt x="0" y="5620"/>
                  </a:moveTo>
                  <a:lnTo>
                    <a:pt x="0" y="9525"/>
                  </a:lnTo>
                  <a:cubicBezTo>
                    <a:pt x="0" y="12573"/>
                    <a:pt x="2477" y="15145"/>
                    <a:pt x="5620" y="15145"/>
                  </a:cubicBezTo>
                  <a:cubicBezTo>
                    <a:pt x="8763" y="15145"/>
                    <a:pt x="11240" y="12668"/>
                    <a:pt x="11240" y="9525"/>
                  </a:cubicBezTo>
                  <a:lnTo>
                    <a:pt x="11240" y="5620"/>
                  </a:lnTo>
                  <a:cubicBezTo>
                    <a:pt x="11240" y="2572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27"/>
            <p:cNvSpPr/>
            <p:nvPr/>
          </p:nvSpPr>
          <p:spPr>
            <a:xfrm>
              <a:off x="2604610" y="4532947"/>
              <a:ext cx="11239" cy="15144"/>
            </a:xfrm>
            <a:custGeom>
              <a:rect b="b" l="l" r="r" t="t"/>
              <a:pathLst>
                <a:path extrusionOk="0" h="15144" w="11239">
                  <a:moveTo>
                    <a:pt x="5620" y="15145"/>
                  </a:moveTo>
                  <a:cubicBezTo>
                    <a:pt x="8668" y="15145"/>
                    <a:pt x="11239" y="12668"/>
                    <a:pt x="11239" y="9525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6" y="0"/>
                    <a:pt x="0" y="2477"/>
                    <a:pt x="0" y="5620"/>
                  </a:cubicBezTo>
                  <a:lnTo>
                    <a:pt x="0" y="9525"/>
                  </a:lnTo>
                  <a:cubicBezTo>
                    <a:pt x="0" y="12573"/>
                    <a:pt x="2476" y="15145"/>
                    <a:pt x="5620" y="15145"/>
                  </a:cubicBezTo>
                  <a:lnTo>
                    <a:pt x="5620" y="15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27"/>
            <p:cNvSpPr/>
            <p:nvPr/>
          </p:nvSpPr>
          <p:spPr>
            <a:xfrm>
              <a:off x="2656807" y="4499514"/>
              <a:ext cx="11239" cy="15144"/>
            </a:xfrm>
            <a:custGeom>
              <a:rect b="b" l="l" r="r" t="t"/>
              <a:pathLst>
                <a:path extrusionOk="0" h="15144" w="11239">
                  <a:moveTo>
                    <a:pt x="5620" y="15145"/>
                  </a:moveTo>
                  <a:cubicBezTo>
                    <a:pt x="8668" y="15145"/>
                    <a:pt x="11240" y="12668"/>
                    <a:pt x="11240" y="9525"/>
                  </a:cubicBezTo>
                  <a:lnTo>
                    <a:pt x="11240" y="5620"/>
                  </a:lnTo>
                  <a:cubicBezTo>
                    <a:pt x="11240" y="2572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9525"/>
                  </a:lnTo>
                  <a:cubicBezTo>
                    <a:pt x="0" y="12573"/>
                    <a:pt x="2477" y="15145"/>
                    <a:pt x="5620" y="15145"/>
                  </a:cubicBezTo>
                  <a:lnTo>
                    <a:pt x="5620" y="15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27"/>
            <p:cNvSpPr/>
            <p:nvPr/>
          </p:nvSpPr>
          <p:spPr>
            <a:xfrm>
              <a:off x="2638805" y="4704492"/>
              <a:ext cx="34480" cy="59245"/>
            </a:xfrm>
            <a:custGeom>
              <a:rect b="b" l="l" r="r" t="t"/>
              <a:pathLst>
                <a:path extrusionOk="0" h="59245" w="34480">
                  <a:moveTo>
                    <a:pt x="17240" y="0"/>
                  </a:moveTo>
                  <a:cubicBezTo>
                    <a:pt x="14192" y="0"/>
                    <a:pt x="11620" y="2477"/>
                    <a:pt x="11620" y="5620"/>
                  </a:cubicBezTo>
                  <a:lnTo>
                    <a:pt x="11620" y="6858"/>
                  </a:lnTo>
                  <a:cubicBezTo>
                    <a:pt x="5048" y="8191"/>
                    <a:pt x="0" y="14097"/>
                    <a:pt x="0" y="21050"/>
                  </a:cubicBezTo>
                  <a:cubicBezTo>
                    <a:pt x="0" y="29051"/>
                    <a:pt x="6477" y="35528"/>
                    <a:pt x="14478" y="35528"/>
                  </a:cubicBezTo>
                  <a:lnTo>
                    <a:pt x="19812" y="35528"/>
                  </a:lnTo>
                  <a:cubicBezTo>
                    <a:pt x="21622" y="35528"/>
                    <a:pt x="23146" y="37052"/>
                    <a:pt x="23146" y="38862"/>
                  </a:cubicBezTo>
                  <a:cubicBezTo>
                    <a:pt x="23146" y="40672"/>
                    <a:pt x="21622" y="42196"/>
                    <a:pt x="19812" y="42196"/>
                  </a:cubicBezTo>
                  <a:lnTo>
                    <a:pt x="14478" y="42196"/>
                  </a:lnTo>
                  <a:cubicBezTo>
                    <a:pt x="13144" y="42196"/>
                    <a:pt x="11906" y="41434"/>
                    <a:pt x="11430" y="40196"/>
                  </a:cubicBezTo>
                  <a:cubicBezTo>
                    <a:pt x="10192" y="37338"/>
                    <a:pt x="6953" y="36004"/>
                    <a:pt x="4096" y="37243"/>
                  </a:cubicBezTo>
                  <a:cubicBezTo>
                    <a:pt x="1238" y="38481"/>
                    <a:pt x="-95" y="41720"/>
                    <a:pt x="1143" y="44577"/>
                  </a:cubicBezTo>
                  <a:cubicBezTo>
                    <a:pt x="3048" y="49054"/>
                    <a:pt x="6953" y="52197"/>
                    <a:pt x="11620" y="53149"/>
                  </a:cubicBezTo>
                  <a:lnTo>
                    <a:pt x="11620" y="53626"/>
                  </a:lnTo>
                  <a:cubicBezTo>
                    <a:pt x="11620" y="56674"/>
                    <a:pt x="14097" y="59246"/>
                    <a:pt x="17240" y="59246"/>
                  </a:cubicBezTo>
                  <a:cubicBezTo>
                    <a:pt x="20383" y="59246"/>
                    <a:pt x="22860" y="56769"/>
                    <a:pt x="22860" y="53626"/>
                  </a:cubicBezTo>
                  <a:lnTo>
                    <a:pt x="22860" y="53149"/>
                  </a:lnTo>
                  <a:cubicBezTo>
                    <a:pt x="29432" y="51816"/>
                    <a:pt x="34480" y="45911"/>
                    <a:pt x="34480" y="38957"/>
                  </a:cubicBezTo>
                  <a:cubicBezTo>
                    <a:pt x="34480" y="30956"/>
                    <a:pt x="28003" y="24479"/>
                    <a:pt x="20002" y="24479"/>
                  </a:cubicBezTo>
                  <a:lnTo>
                    <a:pt x="14668" y="24479"/>
                  </a:lnTo>
                  <a:cubicBezTo>
                    <a:pt x="12859" y="24479"/>
                    <a:pt x="11335" y="22955"/>
                    <a:pt x="11335" y="21146"/>
                  </a:cubicBezTo>
                  <a:cubicBezTo>
                    <a:pt x="11335" y="19336"/>
                    <a:pt x="12859" y="17812"/>
                    <a:pt x="14668" y="17812"/>
                  </a:cubicBezTo>
                  <a:lnTo>
                    <a:pt x="20002" y="17812"/>
                  </a:lnTo>
                  <a:cubicBezTo>
                    <a:pt x="21145" y="17812"/>
                    <a:pt x="22098" y="18383"/>
                    <a:pt x="22765" y="19240"/>
                  </a:cubicBezTo>
                  <a:cubicBezTo>
                    <a:pt x="24479" y="21812"/>
                    <a:pt x="28003" y="22479"/>
                    <a:pt x="30480" y="20764"/>
                  </a:cubicBezTo>
                  <a:cubicBezTo>
                    <a:pt x="33052" y="19050"/>
                    <a:pt x="33718" y="15526"/>
                    <a:pt x="32004" y="13049"/>
                  </a:cubicBezTo>
                  <a:cubicBezTo>
                    <a:pt x="29813" y="9906"/>
                    <a:pt x="26575" y="7715"/>
                    <a:pt x="22860" y="6953"/>
                  </a:cubicBezTo>
                  <a:lnTo>
                    <a:pt x="22860" y="5715"/>
                  </a:lnTo>
                  <a:cubicBezTo>
                    <a:pt x="22860" y="2667"/>
                    <a:pt x="20383" y="95"/>
                    <a:pt x="17240" y="95"/>
                  </a:cubicBezTo>
                  <a:lnTo>
                    <a:pt x="17240" y="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27"/>
            <p:cNvSpPr/>
            <p:nvPr/>
          </p:nvSpPr>
          <p:spPr>
            <a:xfrm>
              <a:off x="2519076" y="4706397"/>
              <a:ext cx="65341" cy="11239"/>
            </a:xfrm>
            <a:custGeom>
              <a:rect b="b" l="l" r="r" t="t"/>
              <a:pathLst>
                <a:path extrusionOk="0" h="11239" w="65341">
                  <a:moveTo>
                    <a:pt x="59722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59722" y="11240"/>
                  </a:lnTo>
                  <a:cubicBezTo>
                    <a:pt x="62770" y="11240"/>
                    <a:pt x="65341" y="8763"/>
                    <a:pt x="65341" y="5620"/>
                  </a:cubicBezTo>
                  <a:cubicBezTo>
                    <a:pt x="65341" y="2477"/>
                    <a:pt x="62865" y="0"/>
                    <a:pt x="59722" y="0"/>
                  </a:cubicBezTo>
                  <a:lnTo>
                    <a:pt x="597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27"/>
            <p:cNvSpPr/>
            <p:nvPr/>
          </p:nvSpPr>
          <p:spPr>
            <a:xfrm>
              <a:off x="2594038" y="4728305"/>
              <a:ext cx="28670" cy="11239"/>
            </a:xfrm>
            <a:custGeom>
              <a:rect b="b" l="l" r="r" t="t"/>
              <a:pathLst>
                <a:path extrusionOk="0" h="11239" w="28670">
                  <a:moveTo>
                    <a:pt x="28670" y="5620"/>
                  </a:moveTo>
                  <a:cubicBezTo>
                    <a:pt x="28670" y="2572"/>
                    <a:pt x="26194" y="0"/>
                    <a:pt x="23051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23051" y="11239"/>
                  </a:lnTo>
                  <a:cubicBezTo>
                    <a:pt x="26098" y="11239"/>
                    <a:pt x="28670" y="8763"/>
                    <a:pt x="28670" y="5620"/>
                  </a:cubicBezTo>
                  <a:lnTo>
                    <a:pt x="2867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27"/>
            <p:cNvSpPr/>
            <p:nvPr/>
          </p:nvSpPr>
          <p:spPr>
            <a:xfrm>
              <a:off x="2519076" y="4728305"/>
              <a:ext cx="32956" cy="11239"/>
            </a:xfrm>
            <a:custGeom>
              <a:rect b="b" l="l" r="r" t="t"/>
              <a:pathLst>
                <a:path extrusionOk="0" h="11239" w="32956">
                  <a:moveTo>
                    <a:pt x="5620" y="11239"/>
                  </a:moveTo>
                  <a:lnTo>
                    <a:pt x="27337" y="11239"/>
                  </a:lnTo>
                  <a:cubicBezTo>
                    <a:pt x="30385" y="11239"/>
                    <a:pt x="32957" y="8763"/>
                    <a:pt x="32957" y="5620"/>
                  </a:cubicBezTo>
                  <a:cubicBezTo>
                    <a:pt x="32957" y="2477"/>
                    <a:pt x="30480" y="0"/>
                    <a:pt x="27337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7"/>
            <p:cNvSpPr/>
            <p:nvPr/>
          </p:nvSpPr>
          <p:spPr>
            <a:xfrm>
              <a:off x="2562605" y="4728400"/>
              <a:ext cx="21812" cy="11239"/>
            </a:xfrm>
            <a:custGeom>
              <a:rect b="b" l="l" r="r" t="t"/>
              <a:pathLst>
                <a:path extrusionOk="0" h="11239" w="21812">
                  <a:moveTo>
                    <a:pt x="16192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6192" y="11239"/>
                  </a:lnTo>
                  <a:cubicBezTo>
                    <a:pt x="19240" y="11239"/>
                    <a:pt x="21812" y="8763"/>
                    <a:pt x="21812" y="5620"/>
                  </a:cubicBezTo>
                  <a:cubicBezTo>
                    <a:pt x="21812" y="2476"/>
                    <a:pt x="19336" y="0"/>
                    <a:pt x="16192" y="0"/>
                  </a:cubicBezTo>
                  <a:lnTo>
                    <a:pt x="16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27"/>
            <p:cNvSpPr/>
            <p:nvPr/>
          </p:nvSpPr>
          <p:spPr>
            <a:xfrm>
              <a:off x="2519076" y="4750308"/>
              <a:ext cx="86201" cy="11239"/>
            </a:xfrm>
            <a:custGeom>
              <a:rect b="b" l="l" r="r" t="t"/>
              <a:pathLst>
                <a:path extrusionOk="0" h="11239" w="86201">
                  <a:moveTo>
                    <a:pt x="5620" y="11239"/>
                  </a:moveTo>
                  <a:lnTo>
                    <a:pt x="80582" y="11239"/>
                  </a:lnTo>
                  <a:cubicBezTo>
                    <a:pt x="83630" y="11239"/>
                    <a:pt x="86201" y="8763"/>
                    <a:pt x="86201" y="5620"/>
                  </a:cubicBezTo>
                  <a:cubicBezTo>
                    <a:pt x="86201" y="2477"/>
                    <a:pt x="83725" y="0"/>
                    <a:pt x="80582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7"/>
            <p:cNvSpPr/>
            <p:nvPr/>
          </p:nvSpPr>
          <p:spPr>
            <a:xfrm>
              <a:off x="2515647" y="4484846"/>
              <a:ext cx="30480" cy="11239"/>
            </a:xfrm>
            <a:custGeom>
              <a:rect b="b" l="l" r="r" t="t"/>
              <a:pathLst>
                <a:path extrusionOk="0" h="11239" w="30480">
                  <a:moveTo>
                    <a:pt x="5620" y="11239"/>
                  </a:moveTo>
                  <a:lnTo>
                    <a:pt x="24860" y="11239"/>
                  </a:lnTo>
                  <a:cubicBezTo>
                    <a:pt x="27908" y="11239"/>
                    <a:pt x="30480" y="8763"/>
                    <a:pt x="30480" y="5620"/>
                  </a:cubicBezTo>
                  <a:cubicBezTo>
                    <a:pt x="30480" y="2476"/>
                    <a:pt x="28004" y="0"/>
                    <a:pt x="24860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7"/>
            <p:cNvSpPr/>
            <p:nvPr/>
          </p:nvSpPr>
          <p:spPr>
            <a:xfrm>
              <a:off x="2515647" y="4505801"/>
              <a:ext cx="52768" cy="11239"/>
            </a:xfrm>
            <a:custGeom>
              <a:rect b="b" l="l" r="r" t="t"/>
              <a:pathLst>
                <a:path extrusionOk="0" h="11239" w="52768">
                  <a:moveTo>
                    <a:pt x="5620" y="11240"/>
                  </a:moveTo>
                  <a:lnTo>
                    <a:pt x="47149" y="11240"/>
                  </a:lnTo>
                  <a:cubicBezTo>
                    <a:pt x="50197" y="11240"/>
                    <a:pt x="52769" y="8763"/>
                    <a:pt x="52769" y="5620"/>
                  </a:cubicBezTo>
                  <a:cubicBezTo>
                    <a:pt x="52769" y="2477"/>
                    <a:pt x="50292" y="0"/>
                    <a:pt x="47149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27"/>
            <p:cNvSpPr/>
            <p:nvPr/>
          </p:nvSpPr>
          <p:spPr>
            <a:xfrm>
              <a:off x="2582107" y="4777144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0120" y="18026"/>
                  </a:moveTo>
                  <a:cubicBezTo>
                    <a:pt x="11168" y="19074"/>
                    <a:pt x="12597" y="19645"/>
                    <a:pt x="14026" y="19645"/>
                  </a:cubicBezTo>
                  <a:cubicBezTo>
                    <a:pt x="15454" y="19645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7" name="Google Shape;887;p27"/>
          <p:cNvGrpSpPr/>
          <p:nvPr/>
        </p:nvGrpSpPr>
        <p:grpSpPr>
          <a:xfrm>
            <a:off x="8304543" y="3313772"/>
            <a:ext cx="355842" cy="426217"/>
            <a:chOff x="9431178" y="3838765"/>
            <a:chExt cx="318171" cy="381095"/>
          </a:xfrm>
        </p:grpSpPr>
        <p:sp>
          <p:nvSpPr>
            <p:cNvPr id="888" name="Google Shape;888;p27"/>
            <p:cNvSpPr/>
            <p:nvPr/>
          </p:nvSpPr>
          <p:spPr>
            <a:xfrm>
              <a:off x="9509854" y="4158233"/>
              <a:ext cx="68008" cy="11239"/>
            </a:xfrm>
            <a:custGeom>
              <a:rect b="b" l="l" r="r" t="t"/>
              <a:pathLst>
                <a:path extrusionOk="0" h="11239" w="68008">
                  <a:moveTo>
                    <a:pt x="0" y="5620"/>
                  </a:moveTo>
                  <a:cubicBezTo>
                    <a:pt x="0" y="8668"/>
                    <a:pt x="2477" y="11240"/>
                    <a:pt x="5620" y="11240"/>
                  </a:cubicBezTo>
                  <a:lnTo>
                    <a:pt x="62389" y="11240"/>
                  </a:lnTo>
                  <a:cubicBezTo>
                    <a:pt x="65437" y="11240"/>
                    <a:pt x="68009" y="8763"/>
                    <a:pt x="68009" y="5620"/>
                  </a:cubicBezTo>
                  <a:cubicBezTo>
                    <a:pt x="68009" y="2477"/>
                    <a:pt x="65532" y="0"/>
                    <a:pt x="62389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27"/>
            <p:cNvSpPr/>
            <p:nvPr/>
          </p:nvSpPr>
          <p:spPr>
            <a:xfrm>
              <a:off x="9474135" y="4158233"/>
              <a:ext cx="26670" cy="11239"/>
            </a:xfrm>
            <a:custGeom>
              <a:rect b="b" l="l" r="r" t="t"/>
              <a:pathLst>
                <a:path extrusionOk="0" h="11239" w="26670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21050" y="11240"/>
                  </a:lnTo>
                  <a:cubicBezTo>
                    <a:pt x="24099" y="11240"/>
                    <a:pt x="26670" y="8763"/>
                    <a:pt x="26670" y="5620"/>
                  </a:cubicBezTo>
                  <a:cubicBezTo>
                    <a:pt x="26670" y="2477"/>
                    <a:pt x="24194" y="0"/>
                    <a:pt x="2105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27"/>
            <p:cNvSpPr/>
            <p:nvPr/>
          </p:nvSpPr>
          <p:spPr>
            <a:xfrm>
              <a:off x="9474135" y="4137755"/>
              <a:ext cx="64103" cy="11239"/>
            </a:xfrm>
            <a:custGeom>
              <a:rect b="b" l="l" r="r" t="t"/>
              <a:pathLst>
                <a:path extrusionOk="0" h="11239" w="64103">
                  <a:moveTo>
                    <a:pt x="58484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8484" y="11239"/>
                  </a:lnTo>
                  <a:cubicBezTo>
                    <a:pt x="61532" y="11239"/>
                    <a:pt x="64104" y="8763"/>
                    <a:pt x="64104" y="5620"/>
                  </a:cubicBezTo>
                  <a:cubicBezTo>
                    <a:pt x="64104" y="2476"/>
                    <a:pt x="61627" y="0"/>
                    <a:pt x="58484" y="0"/>
                  </a:cubicBezTo>
                  <a:lnTo>
                    <a:pt x="58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7"/>
            <p:cNvSpPr/>
            <p:nvPr/>
          </p:nvSpPr>
          <p:spPr>
            <a:xfrm>
              <a:off x="9513283" y="3997070"/>
              <a:ext cx="11239" cy="15716"/>
            </a:xfrm>
            <a:custGeom>
              <a:rect b="b" l="l" r="r" t="t"/>
              <a:pathLst>
                <a:path extrusionOk="0" h="15716" w="11239">
                  <a:moveTo>
                    <a:pt x="0" y="5620"/>
                  </a:moveTo>
                  <a:lnTo>
                    <a:pt x="0" y="10096"/>
                  </a:lnTo>
                  <a:cubicBezTo>
                    <a:pt x="0" y="13145"/>
                    <a:pt x="2477" y="15716"/>
                    <a:pt x="5619" y="15716"/>
                  </a:cubicBezTo>
                  <a:cubicBezTo>
                    <a:pt x="8763" y="15716"/>
                    <a:pt x="11239" y="13240"/>
                    <a:pt x="11239" y="10096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19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7"/>
            <p:cNvSpPr/>
            <p:nvPr/>
          </p:nvSpPr>
          <p:spPr>
            <a:xfrm>
              <a:off x="9576148" y="3979163"/>
              <a:ext cx="11239" cy="15716"/>
            </a:xfrm>
            <a:custGeom>
              <a:rect b="b" l="l" r="r" t="t"/>
              <a:pathLst>
                <a:path extrusionOk="0" h="15716" w="11239">
                  <a:moveTo>
                    <a:pt x="0" y="5620"/>
                  </a:moveTo>
                  <a:lnTo>
                    <a:pt x="0" y="10097"/>
                  </a:lnTo>
                  <a:cubicBezTo>
                    <a:pt x="0" y="13145"/>
                    <a:pt x="2477" y="15716"/>
                    <a:pt x="5620" y="15716"/>
                  </a:cubicBezTo>
                  <a:cubicBezTo>
                    <a:pt x="8763" y="15716"/>
                    <a:pt x="11239" y="13240"/>
                    <a:pt x="11239" y="10097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3" name="Google Shape;893;p27"/>
            <p:cNvGrpSpPr/>
            <p:nvPr/>
          </p:nvGrpSpPr>
          <p:grpSpPr>
            <a:xfrm>
              <a:off x="9431178" y="3838765"/>
              <a:ext cx="318171" cy="381095"/>
              <a:chOff x="9431178" y="3838765"/>
              <a:chExt cx="318171" cy="381095"/>
            </a:xfrm>
          </p:grpSpPr>
          <p:sp>
            <p:nvSpPr>
              <p:cNvPr id="894" name="Google Shape;894;p27"/>
              <p:cNvSpPr/>
              <p:nvPr/>
            </p:nvSpPr>
            <p:spPr>
              <a:xfrm>
                <a:off x="9635965" y="3940778"/>
                <a:ext cx="11239" cy="15716"/>
              </a:xfrm>
              <a:custGeom>
                <a:rect b="b" l="l" r="r" t="t"/>
                <a:pathLst>
                  <a:path extrusionOk="0" h="15716" w="11239">
                    <a:moveTo>
                      <a:pt x="5619" y="15716"/>
                    </a:moveTo>
                    <a:cubicBezTo>
                      <a:pt x="8667" y="15716"/>
                      <a:pt x="11239" y="13240"/>
                      <a:pt x="11239" y="10096"/>
                    </a:cubicBezTo>
                    <a:lnTo>
                      <a:pt x="11239" y="5620"/>
                    </a:lnTo>
                    <a:cubicBezTo>
                      <a:pt x="11239" y="2572"/>
                      <a:pt x="8763" y="0"/>
                      <a:pt x="5619" y="0"/>
                    </a:cubicBezTo>
                    <a:cubicBezTo>
                      <a:pt x="2476" y="0"/>
                      <a:pt x="0" y="2477"/>
                      <a:pt x="0" y="5620"/>
                    </a:cubicBezTo>
                    <a:lnTo>
                      <a:pt x="0" y="10096"/>
                    </a:lnTo>
                    <a:cubicBezTo>
                      <a:pt x="0" y="13145"/>
                      <a:pt x="2476" y="15716"/>
                      <a:pt x="5619" y="15716"/>
                    </a:cubicBezTo>
                    <a:lnTo>
                      <a:pt x="5619" y="15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27"/>
              <p:cNvSpPr/>
              <p:nvPr/>
            </p:nvSpPr>
            <p:spPr>
              <a:xfrm>
                <a:off x="9431178" y="3838765"/>
                <a:ext cx="318171" cy="381095"/>
              </a:xfrm>
              <a:custGeom>
                <a:rect b="b" l="l" r="r" t="t"/>
                <a:pathLst>
                  <a:path extrusionOk="0" h="381095" w="318171">
                    <a:moveTo>
                      <a:pt x="313087" y="191548"/>
                    </a:moveTo>
                    <a:lnTo>
                      <a:pt x="277749" y="161925"/>
                    </a:lnTo>
                    <a:cubicBezTo>
                      <a:pt x="273653" y="158496"/>
                      <a:pt x="268414" y="157639"/>
                      <a:pt x="263652" y="159163"/>
                    </a:cubicBezTo>
                    <a:lnTo>
                      <a:pt x="263652" y="75152"/>
                    </a:lnTo>
                    <a:cubicBezTo>
                      <a:pt x="263652" y="73628"/>
                      <a:pt x="263080" y="72295"/>
                      <a:pt x="262032" y="71247"/>
                    </a:cubicBezTo>
                    <a:lnTo>
                      <a:pt x="192405" y="1619"/>
                    </a:lnTo>
                    <a:cubicBezTo>
                      <a:pt x="191357" y="571"/>
                      <a:pt x="189929" y="0"/>
                      <a:pt x="188500" y="0"/>
                    </a:cubicBezTo>
                    <a:lnTo>
                      <a:pt x="14954" y="0"/>
                    </a:lnTo>
                    <a:cubicBezTo>
                      <a:pt x="6858" y="0"/>
                      <a:pt x="190" y="6667"/>
                      <a:pt x="190" y="14764"/>
                    </a:cubicBezTo>
                    <a:lnTo>
                      <a:pt x="190" y="261938"/>
                    </a:lnTo>
                    <a:cubicBezTo>
                      <a:pt x="190" y="264985"/>
                      <a:pt x="2667" y="267557"/>
                      <a:pt x="5810" y="267557"/>
                    </a:cubicBezTo>
                    <a:cubicBezTo>
                      <a:pt x="8954" y="267557"/>
                      <a:pt x="11430" y="265081"/>
                      <a:pt x="11430" y="261938"/>
                    </a:cubicBezTo>
                    <a:lnTo>
                      <a:pt x="11430" y="14764"/>
                    </a:lnTo>
                    <a:cubicBezTo>
                      <a:pt x="11430" y="12763"/>
                      <a:pt x="13049" y="11144"/>
                      <a:pt x="15049" y="11144"/>
                    </a:cubicBezTo>
                    <a:lnTo>
                      <a:pt x="182975" y="11144"/>
                    </a:lnTo>
                    <a:lnTo>
                      <a:pt x="182975" y="66008"/>
                    </a:lnTo>
                    <a:cubicBezTo>
                      <a:pt x="182975" y="74200"/>
                      <a:pt x="189643" y="80772"/>
                      <a:pt x="197739" y="80772"/>
                    </a:cubicBezTo>
                    <a:lnTo>
                      <a:pt x="252603" y="80772"/>
                    </a:lnTo>
                    <a:lnTo>
                      <a:pt x="252603" y="168783"/>
                    </a:lnTo>
                    <a:lnTo>
                      <a:pt x="241839" y="180975"/>
                    </a:lnTo>
                    <a:cubicBezTo>
                      <a:pt x="239839" y="183261"/>
                      <a:pt x="240030" y="186785"/>
                      <a:pt x="242316" y="188881"/>
                    </a:cubicBezTo>
                    <a:cubicBezTo>
                      <a:pt x="244602" y="190881"/>
                      <a:pt x="248126" y="190690"/>
                      <a:pt x="250221" y="188404"/>
                    </a:cubicBezTo>
                    <a:lnTo>
                      <a:pt x="265462" y="171069"/>
                    </a:lnTo>
                    <a:cubicBezTo>
                      <a:pt x="266795" y="169545"/>
                      <a:pt x="269081" y="169354"/>
                      <a:pt x="270605" y="170688"/>
                    </a:cubicBezTo>
                    <a:lnTo>
                      <a:pt x="305943" y="200311"/>
                    </a:lnTo>
                    <a:cubicBezTo>
                      <a:pt x="307467" y="201644"/>
                      <a:pt x="307753" y="203835"/>
                      <a:pt x="306419" y="205454"/>
                    </a:cubicBezTo>
                    <a:lnTo>
                      <a:pt x="223075" y="309753"/>
                    </a:lnTo>
                    <a:cubicBezTo>
                      <a:pt x="222409" y="310515"/>
                      <a:pt x="221551" y="310991"/>
                      <a:pt x="220599" y="311086"/>
                    </a:cubicBezTo>
                    <a:cubicBezTo>
                      <a:pt x="219646" y="311182"/>
                      <a:pt x="218598" y="310896"/>
                      <a:pt x="217837" y="310229"/>
                    </a:cubicBezTo>
                    <a:lnTo>
                      <a:pt x="207359" y="301466"/>
                    </a:lnTo>
                    <a:cubicBezTo>
                      <a:pt x="204978" y="299466"/>
                      <a:pt x="201453" y="299752"/>
                      <a:pt x="199454" y="302133"/>
                    </a:cubicBezTo>
                    <a:cubicBezTo>
                      <a:pt x="197453" y="304514"/>
                      <a:pt x="197739" y="308038"/>
                      <a:pt x="200120" y="310039"/>
                    </a:cubicBezTo>
                    <a:lnTo>
                      <a:pt x="207740" y="316421"/>
                    </a:lnTo>
                    <a:lnTo>
                      <a:pt x="200406" y="320802"/>
                    </a:lnTo>
                    <a:cubicBezTo>
                      <a:pt x="193071" y="319468"/>
                      <a:pt x="182975" y="321278"/>
                      <a:pt x="178879" y="322135"/>
                    </a:cubicBezTo>
                    <a:cubicBezTo>
                      <a:pt x="177736" y="322421"/>
                      <a:pt x="176593" y="322135"/>
                      <a:pt x="175641" y="321373"/>
                    </a:cubicBezTo>
                    <a:lnTo>
                      <a:pt x="173641" y="319659"/>
                    </a:lnTo>
                    <a:cubicBezTo>
                      <a:pt x="172783" y="318897"/>
                      <a:pt x="172307" y="317849"/>
                      <a:pt x="172307" y="316611"/>
                    </a:cubicBezTo>
                    <a:cubicBezTo>
                      <a:pt x="172498" y="312420"/>
                      <a:pt x="172498" y="302228"/>
                      <a:pt x="169926" y="295180"/>
                    </a:cubicBezTo>
                    <a:lnTo>
                      <a:pt x="172974" y="287179"/>
                    </a:lnTo>
                    <a:lnTo>
                      <a:pt x="180975" y="293942"/>
                    </a:lnTo>
                    <a:cubicBezTo>
                      <a:pt x="182023" y="294799"/>
                      <a:pt x="183261" y="295275"/>
                      <a:pt x="184595" y="295275"/>
                    </a:cubicBezTo>
                    <a:cubicBezTo>
                      <a:pt x="186214" y="295275"/>
                      <a:pt x="187737" y="294608"/>
                      <a:pt x="188880" y="293275"/>
                    </a:cubicBezTo>
                    <a:cubicBezTo>
                      <a:pt x="190881" y="290893"/>
                      <a:pt x="190595" y="287369"/>
                      <a:pt x="188214" y="285369"/>
                    </a:cubicBezTo>
                    <a:lnTo>
                      <a:pt x="177355" y="276320"/>
                    </a:lnTo>
                    <a:cubicBezTo>
                      <a:pt x="176593" y="275654"/>
                      <a:pt x="176117" y="274796"/>
                      <a:pt x="176022" y="273748"/>
                    </a:cubicBezTo>
                    <a:cubicBezTo>
                      <a:pt x="176022" y="272796"/>
                      <a:pt x="176307" y="271748"/>
                      <a:pt x="176974" y="271081"/>
                    </a:cubicBezTo>
                    <a:lnTo>
                      <a:pt x="233553" y="206978"/>
                    </a:lnTo>
                    <a:cubicBezTo>
                      <a:pt x="235553" y="204692"/>
                      <a:pt x="235362" y="201168"/>
                      <a:pt x="233076" y="199072"/>
                    </a:cubicBezTo>
                    <a:cubicBezTo>
                      <a:pt x="230791" y="197072"/>
                      <a:pt x="227266" y="197263"/>
                      <a:pt x="225171" y="199549"/>
                    </a:cubicBezTo>
                    <a:lnTo>
                      <a:pt x="215836" y="210121"/>
                    </a:lnTo>
                    <a:lnTo>
                      <a:pt x="215836" y="134588"/>
                    </a:lnTo>
                    <a:cubicBezTo>
                      <a:pt x="215836" y="132207"/>
                      <a:pt x="214407" y="130111"/>
                      <a:pt x="212217" y="129350"/>
                    </a:cubicBezTo>
                    <a:cubicBezTo>
                      <a:pt x="210026" y="128588"/>
                      <a:pt x="207550" y="129159"/>
                      <a:pt x="206026" y="130969"/>
                    </a:cubicBezTo>
                    <a:lnTo>
                      <a:pt x="164878" y="179832"/>
                    </a:lnTo>
                    <a:lnTo>
                      <a:pt x="154114" y="170879"/>
                    </a:lnTo>
                    <a:cubicBezTo>
                      <a:pt x="151829" y="168973"/>
                      <a:pt x="148399" y="169164"/>
                      <a:pt x="146399" y="171450"/>
                    </a:cubicBezTo>
                    <a:lnTo>
                      <a:pt x="120872" y="199834"/>
                    </a:lnTo>
                    <a:lnTo>
                      <a:pt x="89630" y="187452"/>
                    </a:lnTo>
                    <a:cubicBezTo>
                      <a:pt x="88011" y="186785"/>
                      <a:pt x="86201" y="186976"/>
                      <a:pt x="84772" y="187833"/>
                    </a:cubicBezTo>
                    <a:lnTo>
                      <a:pt x="54102" y="205740"/>
                    </a:lnTo>
                    <a:lnTo>
                      <a:pt x="54102" y="148590"/>
                    </a:lnTo>
                    <a:cubicBezTo>
                      <a:pt x="54102" y="145542"/>
                      <a:pt x="51625" y="142970"/>
                      <a:pt x="48482" y="142970"/>
                    </a:cubicBezTo>
                    <a:cubicBezTo>
                      <a:pt x="45339" y="142970"/>
                      <a:pt x="42863" y="145447"/>
                      <a:pt x="42863" y="148590"/>
                    </a:cubicBezTo>
                    <a:lnTo>
                      <a:pt x="42863" y="264223"/>
                    </a:lnTo>
                    <a:cubicBezTo>
                      <a:pt x="42863" y="267271"/>
                      <a:pt x="45339" y="269843"/>
                      <a:pt x="48482" y="269843"/>
                    </a:cubicBezTo>
                    <a:lnTo>
                      <a:pt x="165449" y="269843"/>
                    </a:lnTo>
                    <a:cubicBezTo>
                      <a:pt x="164972" y="271463"/>
                      <a:pt x="164878" y="273177"/>
                      <a:pt x="164972" y="274796"/>
                    </a:cubicBezTo>
                    <a:cubicBezTo>
                      <a:pt x="164972" y="275368"/>
                      <a:pt x="165068" y="275939"/>
                      <a:pt x="165259" y="276511"/>
                    </a:cubicBezTo>
                    <a:lnTo>
                      <a:pt x="159353" y="292132"/>
                    </a:lnTo>
                    <a:cubicBezTo>
                      <a:pt x="158496" y="294322"/>
                      <a:pt x="158591" y="296799"/>
                      <a:pt x="159448" y="298990"/>
                    </a:cubicBezTo>
                    <a:cubicBezTo>
                      <a:pt x="160782" y="302323"/>
                      <a:pt x="161544" y="309181"/>
                      <a:pt x="161258" y="316325"/>
                    </a:cubicBezTo>
                    <a:cubicBezTo>
                      <a:pt x="161163" y="319468"/>
                      <a:pt x="162020" y="322517"/>
                      <a:pt x="163735" y="325088"/>
                    </a:cubicBezTo>
                    <a:lnTo>
                      <a:pt x="159734" y="329851"/>
                    </a:lnTo>
                    <a:cubicBezTo>
                      <a:pt x="157734" y="332232"/>
                      <a:pt x="158019" y="335756"/>
                      <a:pt x="160401" y="337756"/>
                    </a:cubicBezTo>
                    <a:cubicBezTo>
                      <a:pt x="161448" y="338614"/>
                      <a:pt x="162687" y="339090"/>
                      <a:pt x="164020" y="339090"/>
                    </a:cubicBezTo>
                    <a:cubicBezTo>
                      <a:pt x="165639" y="339090"/>
                      <a:pt x="167164" y="338423"/>
                      <a:pt x="168307" y="337090"/>
                    </a:cubicBezTo>
                    <a:lnTo>
                      <a:pt x="172307" y="332327"/>
                    </a:lnTo>
                    <a:cubicBezTo>
                      <a:pt x="174117" y="333089"/>
                      <a:pt x="176117" y="333565"/>
                      <a:pt x="178212" y="333565"/>
                    </a:cubicBezTo>
                    <a:cubicBezTo>
                      <a:pt x="179260" y="333565"/>
                      <a:pt x="180308" y="333470"/>
                      <a:pt x="181356" y="333184"/>
                    </a:cubicBezTo>
                    <a:cubicBezTo>
                      <a:pt x="188404" y="331660"/>
                      <a:pt x="195263" y="331184"/>
                      <a:pt x="198787" y="331946"/>
                    </a:cubicBezTo>
                    <a:cubicBezTo>
                      <a:pt x="201168" y="332422"/>
                      <a:pt x="203549" y="332042"/>
                      <a:pt x="205549" y="330898"/>
                    </a:cubicBezTo>
                    <a:lnTo>
                      <a:pt x="219837" y="322326"/>
                    </a:lnTo>
                    <a:cubicBezTo>
                      <a:pt x="219837" y="322326"/>
                      <a:pt x="220027" y="322326"/>
                      <a:pt x="220123" y="322326"/>
                    </a:cubicBezTo>
                    <a:cubicBezTo>
                      <a:pt x="220599" y="322326"/>
                      <a:pt x="221170" y="322326"/>
                      <a:pt x="221646" y="322326"/>
                    </a:cubicBezTo>
                    <a:cubicBezTo>
                      <a:pt x="225647" y="321945"/>
                      <a:pt x="229266" y="319945"/>
                      <a:pt x="231743" y="316801"/>
                    </a:cubicBezTo>
                    <a:lnTo>
                      <a:pt x="252413" y="290893"/>
                    </a:lnTo>
                    <a:lnTo>
                      <a:pt x="252413" y="366331"/>
                    </a:lnTo>
                    <a:cubicBezTo>
                      <a:pt x="252413" y="368332"/>
                      <a:pt x="250793" y="369951"/>
                      <a:pt x="248793" y="369951"/>
                    </a:cubicBezTo>
                    <a:lnTo>
                      <a:pt x="14859" y="369951"/>
                    </a:lnTo>
                    <a:cubicBezTo>
                      <a:pt x="12859" y="369951"/>
                      <a:pt x="11239" y="368332"/>
                      <a:pt x="11239" y="366331"/>
                    </a:cubicBezTo>
                    <a:lnTo>
                      <a:pt x="11239" y="286798"/>
                    </a:lnTo>
                    <a:cubicBezTo>
                      <a:pt x="11239" y="283750"/>
                      <a:pt x="8763" y="281178"/>
                      <a:pt x="5619" y="281178"/>
                    </a:cubicBezTo>
                    <a:cubicBezTo>
                      <a:pt x="2476" y="281178"/>
                      <a:pt x="0" y="283655"/>
                      <a:pt x="0" y="286798"/>
                    </a:cubicBezTo>
                    <a:lnTo>
                      <a:pt x="0" y="366331"/>
                    </a:lnTo>
                    <a:cubicBezTo>
                      <a:pt x="0" y="374428"/>
                      <a:pt x="6667" y="381095"/>
                      <a:pt x="14764" y="381095"/>
                    </a:cubicBezTo>
                    <a:lnTo>
                      <a:pt x="248698" y="381095"/>
                    </a:lnTo>
                    <a:cubicBezTo>
                      <a:pt x="256794" y="381095"/>
                      <a:pt x="263461" y="374428"/>
                      <a:pt x="263461" y="366331"/>
                    </a:cubicBezTo>
                    <a:lnTo>
                      <a:pt x="263461" y="276892"/>
                    </a:lnTo>
                    <a:lnTo>
                      <a:pt x="314896" y="212408"/>
                    </a:lnTo>
                    <a:cubicBezTo>
                      <a:pt x="319944" y="206026"/>
                      <a:pt x="319088" y="196977"/>
                      <a:pt x="312801" y="191738"/>
                    </a:cubicBezTo>
                    <a:lnTo>
                      <a:pt x="312801" y="191738"/>
                    </a:lnTo>
                    <a:close/>
                    <a:moveTo>
                      <a:pt x="194024" y="65818"/>
                    </a:moveTo>
                    <a:lnTo>
                      <a:pt x="194024" y="18859"/>
                    </a:lnTo>
                    <a:lnTo>
                      <a:pt x="244602" y="69437"/>
                    </a:lnTo>
                    <a:lnTo>
                      <a:pt x="197644" y="69437"/>
                    </a:lnTo>
                    <a:cubicBezTo>
                      <a:pt x="195643" y="69437"/>
                      <a:pt x="194024" y="67818"/>
                      <a:pt x="194024" y="65818"/>
                    </a:cubicBezTo>
                    <a:lnTo>
                      <a:pt x="194024" y="65818"/>
                    </a:lnTo>
                    <a:close/>
                    <a:moveTo>
                      <a:pt x="54197" y="218313"/>
                    </a:moveTo>
                    <a:lnTo>
                      <a:pt x="88106" y="198501"/>
                    </a:lnTo>
                    <a:lnTo>
                      <a:pt x="120396" y="211360"/>
                    </a:lnTo>
                    <a:cubicBezTo>
                      <a:pt x="122587" y="212217"/>
                      <a:pt x="125063" y="211646"/>
                      <a:pt x="126587" y="209931"/>
                    </a:cubicBezTo>
                    <a:lnTo>
                      <a:pt x="151162" y="182689"/>
                    </a:lnTo>
                    <a:lnTo>
                      <a:pt x="162115" y="191834"/>
                    </a:lnTo>
                    <a:cubicBezTo>
                      <a:pt x="164496" y="193834"/>
                      <a:pt x="168021" y="193453"/>
                      <a:pt x="169926" y="191167"/>
                    </a:cubicBezTo>
                    <a:lnTo>
                      <a:pt x="204788" y="149828"/>
                    </a:lnTo>
                    <a:lnTo>
                      <a:pt x="204788" y="222790"/>
                    </a:lnTo>
                    <a:lnTo>
                      <a:pt x="183166" y="247269"/>
                    </a:lnTo>
                    <a:cubicBezTo>
                      <a:pt x="182594" y="247079"/>
                      <a:pt x="182118" y="246983"/>
                      <a:pt x="181451" y="246983"/>
                    </a:cubicBezTo>
                    <a:cubicBezTo>
                      <a:pt x="178403" y="246983"/>
                      <a:pt x="175831" y="249460"/>
                      <a:pt x="175831" y="252603"/>
                    </a:cubicBezTo>
                    <a:lnTo>
                      <a:pt x="175831" y="255460"/>
                    </a:lnTo>
                    <a:lnTo>
                      <a:pt x="173260" y="258413"/>
                    </a:lnTo>
                    <a:lnTo>
                      <a:pt x="152781" y="258413"/>
                    </a:lnTo>
                    <a:lnTo>
                      <a:pt x="152781" y="252603"/>
                    </a:lnTo>
                    <a:cubicBezTo>
                      <a:pt x="152781" y="249555"/>
                      <a:pt x="150304" y="246983"/>
                      <a:pt x="147161" y="246983"/>
                    </a:cubicBezTo>
                    <a:cubicBezTo>
                      <a:pt x="144018" y="246983"/>
                      <a:pt x="141541" y="249460"/>
                      <a:pt x="141541" y="252603"/>
                    </a:cubicBezTo>
                    <a:lnTo>
                      <a:pt x="141541" y="258413"/>
                    </a:lnTo>
                    <a:lnTo>
                      <a:pt x="118396" y="258413"/>
                    </a:lnTo>
                    <a:lnTo>
                      <a:pt x="118396" y="252603"/>
                    </a:lnTo>
                    <a:cubicBezTo>
                      <a:pt x="118396" y="249555"/>
                      <a:pt x="115919" y="246983"/>
                      <a:pt x="112776" y="246983"/>
                    </a:cubicBezTo>
                    <a:cubicBezTo>
                      <a:pt x="109632" y="246983"/>
                      <a:pt x="107156" y="249460"/>
                      <a:pt x="107156" y="252603"/>
                    </a:cubicBezTo>
                    <a:lnTo>
                      <a:pt x="107156" y="258413"/>
                    </a:lnTo>
                    <a:lnTo>
                      <a:pt x="84010" y="258413"/>
                    </a:lnTo>
                    <a:lnTo>
                      <a:pt x="84010" y="252603"/>
                    </a:lnTo>
                    <a:cubicBezTo>
                      <a:pt x="84010" y="249555"/>
                      <a:pt x="81534" y="246983"/>
                      <a:pt x="78391" y="246983"/>
                    </a:cubicBezTo>
                    <a:cubicBezTo>
                      <a:pt x="75247" y="246983"/>
                      <a:pt x="72771" y="249460"/>
                      <a:pt x="72771" y="252603"/>
                    </a:cubicBezTo>
                    <a:lnTo>
                      <a:pt x="72771" y="258413"/>
                    </a:lnTo>
                    <a:lnTo>
                      <a:pt x="53816" y="258413"/>
                    </a:lnTo>
                    <a:lnTo>
                      <a:pt x="53816" y="2184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6" name="Google Shape;896;p27"/>
            <p:cNvSpPr/>
            <p:nvPr/>
          </p:nvSpPr>
          <p:spPr>
            <a:xfrm>
              <a:off x="9498138" y="3890200"/>
              <a:ext cx="34480" cy="59245"/>
            </a:xfrm>
            <a:custGeom>
              <a:rect b="b" l="l" r="r" t="t"/>
              <a:pathLst>
                <a:path extrusionOk="0" h="59245" w="34480">
                  <a:moveTo>
                    <a:pt x="20003" y="24384"/>
                  </a:moveTo>
                  <a:lnTo>
                    <a:pt x="14668" y="24384"/>
                  </a:lnTo>
                  <a:cubicBezTo>
                    <a:pt x="12859" y="24384"/>
                    <a:pt x="11335" y="22860"/>
                    <a:pt x="11335" y="21050"/>
                  </a:cubicBezTo>
                  <a:cubicBezTo>
                    <a:pt x="11335" y="19241"/>
                    <a:pt x="12859" y="17717"/>
                    <a:pt x="14668" y="17717"/>
                  </a:cubicBezTo>
                  <a:lnTo>
                    <a:pt x="20003" y="17717"/>
                  </a:lnTo>
                  <a:cubicBezTo>
                    <a:pt x="21146" y="17717"/>
                    <a:pt x="22098" y="18288"/>
                    <a:pt x="22765" y="19145"/>
                  </a:cubicBezTo>
                  <a:cubicBezTo>
                    <a:pt x="24479" y="21717"/>
                    <a:pt x="28004" y="22384"/>
                    <a:pt x="30480" y="20669"/>
                  </a:cubicBezTo>
                  <a:cubicBezTo>
                    <a:pt x="33052" y="18955"/>
                    <a:pt x="33718" y="15430"/>
                    <a:pt x="32004" y="12954"/>
                  </a:cubicBezTo>
                  <a:cubicBezTo>
                    <a:pt x="29813" y="9811"/>
                    <a:pt x="26575" y="7620"/>
                    <a:pt x="22860" y="6858"/>
                  </a:cubicBezTo>
                  <a:lnTo>
                    <a:pt x="22860" y="5620"/>
                  </a:lnTo>
                  <a:cubicBezTo>
                    <a:pt x="22860" y="2572"/>
                    <a:pt x="20384" y="0"/>
                    <a:pt x="17240" y="0"/>
                  </a:cubicBezTo>
                  <a:cubicBezTo>
                    <a:pt x="14097" y="0"/>
                    <a:pt x="11621" y="2476"/>
                    <a:pt x="11621" y="5620"/>
                  </a:cubicBezTo>
                  <a:lnTo>
                    <a:pt x="11621" y="6858"/>
                  </a:lnTo>
                  <a:cubicBezTo>
                    <a:pt x="5049" y="8192"/>
                    <a:pt x="0" y="14097"/>
                    <a:pt x="0" y="21050"/>
                  </a:cubicBezTo>
                  <a:cubicBezTo>
                    <a:pt x="0" y="29051"/>
                    <a:pt x="6477" y="35528"/>
                    <a:pt x="14478" y="35528"/>
                  </a:cubicBezTo>
                  <a:lnTo>
                    <a:pt x="19812" y="35528"/>
                  </a:lnTo>
                  <a:cubicBezTo>
                    <a:pt x="21622" y="35528"/>
                    <a:pt x="23146" y="37052"/>
                    <a:pt x="23146" y="38862"/>
                  </a:cubicBezTo>
                  <a:cubicBezTo>
                    <a:pt x="23146" y="40672"/>
                    <a:pt x="21622" y="42196"/>
                    <a:pt x="19812" y="42196"/>
                  </a:cubicBezTo>
                  <a:lnTo>
                    <a:pt x="14478" y="42196"/>
                  </a:lnTo>
                  <a:cubicBezTo>
                    <a:pt x="13145" y="42196"/>
                    <a:pt x="11906" y="41434"/>
                    <a:pt x="11430" y="40196"/>
                  </a:cubicBezTo>
                  <a:cubicBezTo>
                    <a:pt x="10192" y="37338"/>
                    <a:pt x="6953" y="36004"/>
                    <a:pt x="4096" y="37243"/>
                  </a:cubicBezTo>
                  <a:cubicBezTo>
                    <a:pt x="1238" y="38481"/>
                    <a:pt x="-95" y="41720"/>
                    <a:pt x="1143" y="44577"/>
                  </a:cubicBezTo>
                  <a:cubicBezTo>
                    <a:pt x="3048" y="49054"/>
                    <a:pt x="6953" y="52197"/>
                    <a:pt x="11621" y="53150"/>
                  </a:cubicBezTo>
                  <a:lnTo>
                    <a:pt x="11621" y="53626"/>
                  </a:lnTo>
                  <a:cubicBezTo>
                    <a:pt x="11621" y="56674"/>
                    <a:pt x="14097" y="59246"/>
                    <a:pt x="17240" y="59246"/>
                  </a:cubicBezTo>
                  <a:cubicBezTo>
                    <a:pt x="20384" y="59246"/>
                    <a:pt x="22860" y="56769"/>
                    <a:pt x="22860" y="53626"/>
                  </a:cubicBezTo>
                  <a:lnTo>
                    <a:pt x="22860" y="53150"/>
                  </a:lnTo>
                  <a:cubicBezTo>
                    <a:pt x="29433" y="51816"/>
                    <a:pt x="34480" y="46006"/>
                    <a:pt x="34480" y="38957"/>
                  </a:cubicBezTo>
                  <a:cubicBezTo>
                    <a:pt x="34480" y="30956"/>
                    <a:pt x="28004" y="24479"/>
                    <a:pt x="20003" y="24479"/>
                  </a:cubicBezTo>
                  <a:lnTo>
                    <a:pt x="20003" y="24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7"/>
            <p:cNvSpPr/>
            <p:nvPr/>
          </p:nvSpPr>
          <p:spPr>
            <a:xfrm>
              <a:off x="9468135" y="3872579"/>
              <a:ext cx="94487" cy="94487"/>
            </a:xfrm>
            <a:custGeom>
              <a:rect b="b" l="l" r="r" t="t"/>
              <a:pathLst>
                <a:path extrusionOk="0" h="94487" w="94487">
                  <a:moveTo>
                    <a:pt x="94488" y="47244"/>
                  </a:moveTo>
                  <a:cubicBezTo>
                    <a:pt x="94488" y="21241"/>
                    <a:pt x="73342" y="0"/>
                    <a:pt x="47244" y="0"/>
                  </a:cubicBezTo>
                  <a:cubicBezTo>
                    <a:pt x="21145" y="0"/>
                    <a:pt x="0" y="21145"/>
                    <a:pt x="0" y="47244"/>
                  </a:cubicBezTo>
                  <a:cubicBezTo>
                    <a:pt x="0" y="73342"/>
                    <a:pt x="21145" y="94488"/>
                    <a:pt x="47244" y="94488"/>
                  </a:cubicBezTo>
                  <a:cubicBezTo>
                    <a:pt x="73342" y="94488"/>
                    <a:pt x="94488" y="73342"/>
                    <a:pt x="94488" y="47244"/>
                  </a:cubicBezTo>
                  <a:lnTo>
                    <a:pt x="94488" y="47244"/>
                  </a:lnTo>
                  <a:close/>
                  <a:moveTo>
                    <a:pt x="47244" y="83344"/>
                  </a:moveTo>
                  <a:cubicBezTo>
                    <a:pt x="27337" y="83344"/>
                    <a:pt x="11144" y="67151"/>
                    <a:pt x="11144" y="47244"/>
                  </a:cubicBezTo>
                  <a:cubicBezTo>
                    <a:pt x="11144" y="27337"/>
                    <a:pt x="27337" y="11144"/>
                    <a:pt x="47244" y="11144"/>
                  </a:cubicBezTo>
                  <a:cubicBezTo>
                    <a:pt x="67151" y="11144"/>
                    <a:pt x="83344" y="27337"/>
                    <a:pt x="83344" y="47244"/>
                  </a:cubicBezTo>
                  <a:cubicBezTo>
                    <a:pt x="83344" y="67151"/>
                    <a:pt x="67151" y="83344"/>
                    <a:pt x="47244" y="83344"/>
                  </a:cubicBezTo>
                  <a:lnTo>
                    <a:pt x="47244" y="833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27"/>
            <p:cNvSpPr/>
            <p:nvPr/>
          </p:nvSpPr>
          <p:spPr>
            <a:xfrm>
              <a:off x="9571290" y="3902392"/>
              <a:ext cx="23336" cy="11239"/>
            </a:xfrm>
            <a:custGeom>
              <a:rect b="b" l="l" r="r" t="t"/>
              <a:pathLst>
                <a:path extrusionOk="0" h="11239" w="23336">
                  <a:moveTo>
                    <a:pt x="5620" y="11240"/>
                  </a:moveTo>
                  <a:lnTo>
                    <a:pt x="17716" y="11240"/>
                  </a:lnTo>
                  <a:cubicBezTo>
                    <a:pt x="20764" y="11240"/>
                    <a:pt x="23336" y="8763"/>
                    <a:pt x="23336" y="5620"/>
                  </a:cubicBezTo>
                  <a:cubicBezTo>
                    <a:pt x="23336" y="2477"/>
                    <a:pt x="20860" y="0"/>
                    <a:pt x="1771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27"/>
            <p:cNvSpPr/>
            <p:nvPr/>
          </p:nvSpPr>
          <p:spPr>
            <a:xfrm>
              <a:off x="9571290" y="3921251"/>
              <a:ext cx="38576" cy="11239"/>
            </a:xfrm>
            <a:custGeom>
              <a:rect b="b" l="l" r="r" t="t"/>
              <a:pathLst>
                <a:path extrusionOk="0" h="11239" w="38576">
                  <a:moveTo>
                    <a:pt x="5620" y="11240"/>
                  </a:moveTo>
                  <a:lnTo>
                    <a:pt x="32957" y="11240"/>
                  </a:lnTo>
                  <a:cubicBezTo>
                    <a:pt x="36005" y="11240"/>
                    <a:pt x="38576" y="8763"/>
                    <a:pt x="38576" y="5620"/>
                  </a:cubicBezTo>
                  <a:cubicBezTo>
                    <a:pt x="38576" y="2477"/>
                    <a:pt x="36100" y="0"/>
                    <a:pt x="32957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0" name="Google Shape;900;p27"/>
          <p:cNvGrpSpPr/>
          <p:nvPr/>
        </p:nvGrpSpPr>
        <p:grpSpPr>
          <a:xfrm>
            <a:off x="7400443" y="3348287"/>
            <a:ext cx="426110" cy="356654"/>
            <a:chOff x="8622791" y="3869626"/>
            <a:chExt cx="381000" cy="318897"/>
          </a:xfrm>
        </p:grpSpPr>
        <p:sp>
          <p:nvSpPr>
            <p:cNvPr id="901" name="Google Shape;901;p27"/>
            <p:cNvSpPr/>
            <p:nvPr/>
          </p:nvSpPr>
          <p:spPr>
            <a:xfrm>
              <a:off x="8622791" y="3869626"/>
              <a:ext cx="381000" cy="318897"/>
            </a:xfrm>
            <a:custGeom>
              <a:rect b="b" l="l" r="r" t="t"/>
              <a:pathLst>
                <a:path extrusionOk="0" h="318897" w="381000">
                  <a:moveTo>
                    <a:pt x="364236" y="0"/>
                  </a:moveTo>
                  <a:lnTo>
                    <a:pt x="89821" y="0"/>
                  </a:lnTo>
                  <a:cubicBezTo>
                    <a:pt x="86773" y="0"/>
                    <a:pt x="84201" y="2477"/>
                    <a:pt x="84201" y="5620"/>
                  </a:cubicBezTo>
                  <a:cubicBezTo>
                    <a:pt x="84201" y="8763"/>
                    <a:pt x="86677" y="11240"/>
                    <a:pt x="89821" y="11240"/>
                  </a:cubicBezTo>
                  <a:lnTo>
                    <a:pt x="364236" y="11240"/>
                  </a:lnTo>
                  <a:cubicBezTo>
                    <a:pt x="367284" y="11240"/>
                    <a:pt x="369855" y="13716"/>
                    <a:pt x="369855" y="16859"/>
                  </a:cubicBezTo>
                  <a:lnTo>
                    <a:pt x="369855" y="52102"/>
                  </a:lnTo>
                  <a:lnTo>
                    <a:pt x="11144" y="52102"/>
                  </a:lnTo>
                  <a:lnTo>
                    <a:pt x="11144" y="16859"/>
                  </a:lnTo>
                  <a:cubicBezTo>
                    <a:pt x="11144" y="13811"/>
                    <a:pt x="13621" y="11240"/>
                    <a:pt x="16764" y="11240"/>
                  </a:cubicBezTo>
                  <a:lnTo>
                    <a:pt x="65151" y="11240"/>
                  </a:lnTo>
                  <a:cubicBezTo>
                    <a:pt x="68199" y="11240"/>
                    <a:pt x="70771" y="8763"/>
                    <a:pt x="70771" y="5620"/>
                  </a:cubicBezTo>
                  <a:cubicBezTo>
                    <a:pt x="70771" y="2477"/>
                    <a:pt x="68294" y="0"/>
                    <a:pt x="65151" y="0"/>
                  </a:cubicBezTo>
                  <a:lnTo>
                    <a:pt x="16764" y="0"/>
                  </a:lnTo>
                  <a:cubicBezTo>
                    <a:pt x="7525" y="0"/>
                    <a:pt x="0" y="7525"/>
                    <a:pt x="0" y="16764"/>
                  </a:cubicBezTo>
                  <a:lnTo>
                    <a:pt x="0" y="302133"/>
                  </a:lnTo>
                  <a:cubicBezTo>
                    <a:pt x="0" y="311372"/>
                    <a:pt x="7525" y="318897"/>
                    <a:pt x="16764" y="318897"/>
                  </a:cubicBezTo>
                  <a:lnTo>
                    <a:pt x="364236" y="318897"/>
                  </a:lnTo>
                  <a:cubicBezTo>
                    <a:pt x="373475" y="318897"/>
                    <a:pt x="381000" y="311372"/>
                    <a:pt x="381000" y="302133"/>
                  </a:cubicBezTo>
                  <a:lnTo>
                    <a:pt x="381000" y="166592"/>
                  </a:lnTo>
                  <a:cubicBezTo>
                    <a:pt x="381000" y="163544"/>
                    <a:pt x="378523" y="160973"/>
                    <a:pt x="375380" y="160973"/>
                  </a:cubicBezTo>
                  <a:cubicBezTo>
                    <a:pt x="372237" y="160973"/>
                    <a:pt x="369760" y="163449"/>
                    <a:pt x="369760" y="166592"/>
                  </a:cubicBezTo>
                  <a:lnTo>
                    <a:pt x="369760" y="302133"/>
                  </a:lnTo>
                  <a:cubicBezTo>
                    <a:pt x="369760" y="305181"/>
                    <a:pt x="367284" y="307753"/>
                    <a:pt x="364141" y="307753"/>
                  </a:cubicBezTo>
                  <a:lnTo>
                    <a:pt x="16669" y="307753"/>
                  </a:lnTo>
                  <a:cubicBezTo>
                    <a:pt x="13621" y="307753"/>
                    <a:pt x="11049" y="305276"/>
                    <a:pt x="11049" y="302133"/>
                  </a:cubicBezTo>
                  <a:lnTo>
                    <a:pt x="11049" y="63151"/>
                  </a:lnTo>
                  <a:lnTo>
                    <a:pt x="369760" y="63151"/>
                  </a:lnTo>
                  <a:lnTo>
                    <a:pt x="369760" y="141827"/>
                  </a:lnTo>
                  <a:cubicBezTo>
                    <a:pt x="369760" y="144875"/>
                    <a:pt x="372237" y="147447"/>
                    <a:pt x="375380" y="147447"/>
                  </a:cubicBezTo>
                  <a:cubicBezTo>
                    <a:pt x="378523" y="147447"/>
                    <a:pt x="381000" y="144971"/>
                    <a:pt x="381000" y="141827"/>
                  </a:cubicBezTo>
                  <a:lnTo>
                    <a:pt x="381000" y="16764"/>
                  </a:lnTo>
                  <a:cubicBezTo>
                    <a:pt x="381000" y="7525"/>
                    <a:pt x="373475" y="0"/>
                    <a:pt x="364236" y="0"/>
                  </a:cubicBezTo>
                  <a:lnTo>
                    <a:pt x="3642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27"/>
            <p:cNvSpPr/>
            <p:nvPr/>
          </p:nvSpPr>
          <p:spPr>
            <a:xfrm>
              <a:off x="8651366" y="3895248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6" y="11240"/>
                    <a:pt x="5619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19" y="0"/>
                  </a:cubicBezTo>
                  <a:cubicBezTo>
                    <a:pt x="2476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27"/>
            <p:cNvSpPr/>
            <p:nvPr/>
          </p:nvSpPr>
          <p:spPr>
            <a:xfrm>
              <a:off x="8671273" y="3895248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27"/>
            <p:cNvSpPr/>
            <p:nvPr/>
          </p:nvSpPr>
          <p:spPr>
            <a:xfrm>
              <a:off x="8691085" y="3895248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40"/>
                    <a:pt x="5619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19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27"/>
            <p:cNvSpPr/>
            <p:nvPr/>
          </p:nvSpPr>
          <p:spPr>
            <a:xfrm>
              <a:off x="8817958" y="3895248"/>
              <a:ext cx="157352" cy="11239"/>
            </a:xfrm>
            <a:custGeom>
              <a:rect b="b" l="l" r="r" t="t"/>
              <a:pathLst>
                <a:path extrusionOk="0" h="11239" w="157352">
                  <a:moveTo>
                    <a:pt x="151733" y="11240"/>
                  </a:moveTo>
                  <a:cubicBezTo>
                    <a:pt x="154781" y="11240"/>
                    <a:pt x="157353" y="8763"/>
                    <a:pt x="157353" y="5620"/>
                  </a:cubicBezTo>
                  <a:cubicBezTo>
                    <a:pt x="157353" y="2477"/>
                    <a:pt x="154877" y="0"/>
                    <a:pt x="151733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151733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27"/>
            <p:cNvSpPr/>
            <p:nvPr/>
          </p:nvSpPr>
          <p:spPr>
            <a:xfrm>
              <a:off x="8783383" y="4011505"/>
              <a:ext cx="182689" cy="140632"/>
            </a:xfrm>
            <a:custGeom>
              <a:rect b="b" l="l" r="r" t="t"/>
              <a:pathLst>
                <a:path extrusionOk="0" h="140632" w="182689">
                  <a:moveTo>
                    <a:pt x="5619" y="13759"/>
                  </a:moveTo>
                  <a:cubicBezTo>
                    <a:pt x="2571" y="13759"/>
                    <a:pt x="0" y="16236"/>
                    <a:pt x="0" y="19379"/>
                  </a:cubicBezTo>
                  <a:lnTo>
                    <a:pt x="0" y="135012"/>
                  </a:lnTo>
                  <a:cubicBezTo>
                    <a:pt x="0" y="138060"/>
                    <a:pt x="2477" y="140632"/>
                    <a:pt x="5619" y="140632"/>
                  </a:cubicBezTo>
                  <a:lnTo>
                    <a:pt x="177069" y="140632"/>
                  </a:lnTo>
                  <a:cubicBezTo>
                    <a:pt x="180118" y="140632"/>
                    <a:pt x="182689" y="138156"/>
                    <a:pt x="182689" y="135012"/>
                  </a:cubicBezTo>
                  <a:cubicBezTo>
                    <a:pt x="182689" y="131869"/>
                    <a:pt x="180213" y="129393"/>
                    <a:pt x="177069" y="129393"/>
                  </a:cubicBezTo>
                  <a:lnTo>
                    <a:pt x="172974" y="129393"/>
                  </a:lnTo>
                  <a:lnTo>
                    <a:pt x="172974" y="91102"/>
                  </a:lnTo>
                  <a:cubicBezTo>
                    <a:pt x="172974" y="88054"/>
                    <a:pt x="170497" y="85482"/>
                    <a:pt x="167354" y="85482"/>
                  </a:cubicBezTo>
                  <a:cubicBezTo>
                    <a:pt x="164211" y="85482"/>
                    <a:pt x="161734" y="87959"/>
                    <a:pt x="161734" y="91102"/>
                  </a:cubicBezTo>
                  <a:lnTo>
                    <a:pt x="161734" y="129393"/>
                  </a:lnTo>
                  <a:lnTo>
                    <a:pt x="144113" y="129393"/>
                  </a:lnTo>
                  <a:lnTo>
                    <a:pt x="144113" y="123582"/>
                  </a:lnTo>
                  <a:cubicBezTo>
                    <a:pt x="144113" y="120534"/>
                    <a:pt x="141637" y="117963"/>
                    <a:pt x="138493" y="117963"/>
                  </a:cubicBezTo>
                  <a:cubicBezTo>
                    <a:pt x="135350" y="117963"/>
                    <a:pt x="132874" y="120439"/>
                    <a:pt x="132874" y="123582"/>
                  </a:cubicBezTo>
                  <a:lnTo>
                    <a:pt x="132874" y="129393"/>
                  </a:lnTo>
                  <a:lnTo>
                    <a:pt x="109728" y="129393"/>
                  </a:lnTo>
                  <a:lnTo>
                    <a:pt x="109728" y="123582"/>
                  </a:lnTo>
                  <a:cubicBezTo>
                    <a:pt x="109728" y="120534"/>
                    <a:pt x="107252" y="117963"/>
                    <a:pt x="104108" y="117963"/>
                  </a:cubicBezTo>
                  <a:cubicBezTo>
                    <a:pt x="100965" y="117963"/>
                    <a:pt x="98488" y="120439"/>
                    <a:pt x="98488" y="123582"/>
                  </a:cubicBezTo>
                  <a:lnTo>
                    <a:pt x="98488" y="129393"/>
                  </a:lnTo>
                  <a:lnTo>
                    <a:pt x="75342" y="129393"/>
                  </a:lnTo>
                  <a:lnTo>
                    <a:pt x="75342" y="123582"/>
                  </a:lnTo>
                  <a:cubicBezTo>
                    <a:pt x="75342" y="120534"/>
                    <a:pt x="72866" y="117963"/>
                    <a:pt x="69723" y="117963"/>
                  </a:cubicBezTo>
                  <a:cubicBezTo>
                    <a:pt x="66580" y="117963"/>
                    <a:pt x="64103" y="120439"/>
                    <a:pt x="64103" y="123582"/>
                  </a:cubicBezTo>
                  <a:lnTo>
                    <a:pt x="64103" y="129393"/>
                  </a:lnTo>
                  <a:lnTo>
                    <a:pt x="40957" y="129393"/>
                  </a:lnTo>
                  <a:lnTo>
                    <a:pt x="40957" y="123582"/>
                  </a:lnTo>
                  <a:cubicBezTo>
                    <a:pt x="40957" y="120534"/>
                    <a:pt x="38481" y="117963"/>
                    <a:pt x="35337" y="117963"/>
                  </a:cubicBezTo>
                  <a:cubicBezTo>
                    <a:pt x="32195" y="117963"/>
                    <a:pt x="29718" y="120439"/>
                    <a:pt x="29718" y="123582"/>
                  </a:cubicBezTo>
                  <a:lnTo>
                    <a:pt x="29718" y="129393"/>
                  </a:lnTo>
                  <a:lnTo>
                    <a:pt x="10763" y="129393"/>
                  </a:lnTo>
                  <a:lnTo>
                    <a:pt x="10763" y="89388"/>
                  </a:lnTo>
                  <a:lnTo>
                    <a:pt x="44672" y="69576"/>
                  </a:lnTo>
                  <a:lnTo>
                    <a:pt x="76962" y="82434"/>
                  </a:lnTo>
                  <a:cubicBezTo>
                    <a:pt x="79153" y="83292"/>
                    <a:pt x="81629" y="82720"/>
                    <a:pt x="83153" y="81006"/>
                  </a:cubicBezTo>
                  <a:lnTo>
                    <a:pt x="107728" y="53764"/>
                  </a:lnTo>
                  <a:lnTo>
                    <a:pt x="118681" y="62908"/>
                  </a:lnTo>
                  <a:cubicBezTo>
                    <a:pt x="121062" y="64908"/>
                    <a:pt x="124587" y="64527"/>
                    <a:pt x="126492" y="62241"/>
                  </a:cubicBezTo>
                  <a:lnTo>
                    <a:pt x="161354" y="20903"/>
                  </a:lnTo>
                  <a:lnTo>
                    <a:pt x="161354" y="66337"/>
                  </a:lnTo>
                  <a:cubicBezTo>
                    <a:pt x="161354" y="69385"/>
                    <a:pt x="163830" y="71957"/>
                    <a:pt x="166973" y="71957"/>
                  </a:cubicBezTo>
                  <a:cubicBezTo>
                    <a:pt x="170116" y="71957"/>
                    <a:pt x="172593" y="69480"/>
                    <a:pt x="172593" y="66337"/>
                  </a:cubicBezTo>
                  <a:lnTo>
                    <a:pt x="172593" y="5568"/>
                  </a:lnTo>
                  <a:cubicBezTo>
                    <a:pt x="172593" y="3186"/>
                    <a:pt x="171164" y="1091"/>
                    <a:pt x="168973" y="329"/>
                  </a:cubicBezTo>
                  <a:cubicBezTo>
                    <a:pt x="166783" y="-433"/>
                    <a:pt x="164306" y="138"/>
                    <a:pt x="162782" y="1948"/>
                  </a:cubicBezTo>
                  <a:lnTo>
                    <a:pt x="121634" y="50811"/>
                  </a:lnTo>
                  <a:lnTo>
                    <a:pt x="110871" y="41858"/>
                  </a:lnTo>
                  <a:cubicBezTo>
                    <a:pt x="108585" y="39953"/>
                    <a:pt x="105156" y="40143"/>
                    <a:pt x="103155" y="42429"/>
                  </a:cubicBezTo>
                  <a:lnTo>
                    <a:pt x="77628" y="70814"/>
                  </a:lnTo>
                  <a:lnTo>
                    <a:pt x="46387" y="58431"/>
                  </a:lnTo>
                  <a:cubicBezTo>
                    <a:pt x="44768" y="57765"/>
                    <a:pt x="42958" y="57955"/>
                    <a:pt x="41529" y="58812"/>
                  </a:cubicBezTo>
                  <a:lnTo>
                    <a:pt x="10859" y="76719"/>
                  </a:lnTo>
                  <a:lnTo>
                    <a:pt x="10859" y="19569"/>
                  </a:lnTo>
                  <a:cubicBezTo>
                    <a:pt x="10859" y="16521"/>
                    <a:pt x="8382" y="13950"/>
                    <a:pt x="5239" y="13950"/>
                  </a:cubicBezTo>
                  <a:lnTo>
                    <a:pt x="5239" y="139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27"/>
            <p:cNvSpPr/>
            <p:nvPr/>
          </p:nvSpPr>
          <p:spPr>
            <a:xfrm>
              <a:off x="8822340" y="4040886"/>
              <a:ext cx="11239" cy="15716"/>
            </a:xfrm>
            <a:custGeom>
              <a:rect b="b" l="l" r="r" t="t"/>
              <a:pathLst>
                <a:path extrusionOk="0" h="15716" w="11239">
                  <a:moveTo>
                    <a:pt x="11239" y="10096"/>
                  </a:move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10096"/>
                  </a:lnTo>
                  <a:cubicBezTo>
                    <a:pt x="0" y="13144"/>
                    <a:pt x="2477" y="15716"/>
                    <a:pt x="5620" y="15716"/>
                  </a:cubicBezTo>
                  <a:cubicBezTo>
                    <a:pt x="8763" y="15716"/>
                    <a:pt x="11239" y="13240"/>
                    <a:pt x="11239" y="10096"/>
                  </a:cubicBezTo>
                  <a:lnTo>
                    <a:pt x="11239" y="100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27"/>
            <p:cNvSpPr/>
            <p:nvPr/>
          </p:nvSpPr>
          <p:spPr>
            <a:xfrm>
              <a:off x="8885205" y="4022979"/>
              <a:ext cx="11239" cy="15716"/>
            </a:xfrm>
            <a:custGeom>
              <a:rect b="b" l="l" r="r" t="t"/>
              <a:pathLst>
                <a:path extrusionOk="0" h="15716" w="11239">
                  <a:moveTo>
                    <a:pt x="5619" y="15716"/>
                  </a:moveTo>
                  <a:cubicBezTo>
                    <a:pt x="8667" y="15716"/>
                    <a:pt x="11239" y="13240"/>
                    <a:pt x="11239" y="10096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19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10096"/>
                  </a:lnTo>
                  <a:cubicBezTo>
                    <a:pt x="0" y="13145"/>
                    <a:pt x="2477" y="15716"/>
                    <a:pt x="5619" y="15716"/>
                  </a:cubicBezTo>
                  <a:lnTo>
                    <a:pt x="5619" y="157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7"/>
            <p:cNvSpPr/>
            <p:nvPr/>
          </p:nvSpPr>
          <p:spPr>
            <a:xfrm>
              <a:off x="8945117" y="3984593"/>
              <a:ext cx="11239" cy="15716"/>
            </a:xfrm>
            <a:custGeom>
              <a:rect b="b" l="l" r="r" t="t"/>
              <a:pathLst>
                <a:path extrusionOk="0" h="15716" w="11239">
                  <a:moveTo>
                    <a:pt x="5620" y="15716"/>
                  </a:moveTo>
                  <a:cubicBezTo>
                    <a:pt x="8668" y="15716"/>
                    <a:pt x="11239" y="13240"/>
                    <a:pt x="11239" y="10096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10096"/>
                  </a:lnTo>
                  <a:cubicBezTo>
                    <a:pt x="0" y="13145"/>
                    <a:pt x="2477" y="15716"/>
                    <a:pt x="5620" y="15716"/>
                  </a:cubicBezTo>
                  <a:lnTo>
                    <a:pt x="5620" y="157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27"/>
            <p:cNvSpPr/>
            <p:nvPr/>
          </p:nvSpPr>
          <p:spPr>
            <a:xfrm>
              <a:off x="8663273" y="4140803"/>
              <a:ext cx="99631" cy="11239"/>
            </a:xfrm>
            <a:custGeom>
              <a:rect b="b" l="l" r="r" t="t"/>
              <a:pathLst>
                <a:path extrusionOk="0" h="11239" w="99631">
                  <a:moveTo>
                    <a:pt x="5619" y="11240"/>
                  </a:moveTo>
                  <a:lnTo>
                    <a:pt x="94012" y="11240"/>
                  </a:lnTo>
                  <a:cubicBezTo>
                    <a:pt x="97059" y="11240"/>
                    <a:pt x="99631" y="8763"/>
                    <a:pt x="99631" y="5620"/>
                  </a:cubicBezTo>
                  <a:cubicBezTo>
                    <a:pt x="99631" y="2477"/>
                    <a:pt x="97155" y="0"/>
                    <a:pt x="94012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19" y="11240"/>
                  </a:cubicBezTo>
                  <a:lnTo>
                    <a:pt x="5619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27"/>
            <p:cNvSpPr/>
            <p:nvPr/>
          </p:nvSpPr>
          <p:spPr>
            <a:xfrm>
              <a:off x="8663273" y="4118038"/>
              <a:ext cx="24097" cy="11239"/>
            </a:xfrm>
            <a:custGeom>
              <a:rect b="b" l="l" r="r" t="t"/>
              <a:pathLst>
                <a:path extrusionOk="0" h="11239" w="24097">
                  <a:moveTo>
                    <a:pt x="5619" y="0"/>
                  </a:move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19" y="11240"/>
                  </a:cubicBezTo>
                  <a:lnTo>
                    <a:pt x="18478" y="11240"/>
                  </a:lnTo>
                  <a:cubicBezTo>
                    <a:pt x="21526" y="11240"/>
                    <a:pt x="24098" y="8763"/>
                    <a:pt x="24098" y="5620"/>
                  </a:cubicBezTo>
                  <a:cubicBezTo>
                    <a:pt x="24098" y="2477"/>
                    <a:pt x="21621" y="0"/>
                    <a:pt x="18478" y="0"/>
                  </a:cubicBezTo>
                  <a:lnTo>
                    <a:pt x="5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7"/>
            <p:cNvSpPr/>
            <p:nvPr/>
          </p:nvSpPr>
          <p:spPr>
            <a:xfrm>
              <a:off x="8700229" y="4118038"/>
              <a:ext cx="62674" cy="11239"/>
            </a:xfrm>
            <a:custGeom>
              <a:rect b="b" l="l" r="r" t="t"/>
              <a:pathLst>
                <a:path extrusionOk="0" h="11239" w="62674">
                  <a:moveTo>
                    <a:pt x="57055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7055" y="11240"/>
                  </a:lnTo>
                  <a:cubicBezTo>
                    <a:pt x="60103" y="11240"/>
                    <a:pt x="62675" y="8763"/>
                    <a:pt x="62675" y="5620"/>
                  </a:cubicBezTo>
                  <a:cubicBezTo>
                    <a:pt x="62675" y="2477"/>
                    <a:pt x="60198" y="0"/>
                    <a:pt x="57055" y="0"/>
                  </a:cubicBezTo>
                  <a:lnTo>
                    <a:pt x="570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7"/>
            <p:cNvSpPr/>
            <p:nvPr/>
          </p:nvSpPr>
          <p:spPr>
            <a:xfrm>
              <a:off x="8738710" y="4095178"/>
              <a:ext cx="24193" cy="11239"/>
            </a:xfrm>
            <a:custGeom>
              <a:rect b="b" l="l" r="r" t="t"/>
              <a:pathLst>
                <a:path extrusionOk="0" h="11239" w="24193">
                  <a:moveTo>
                    <a:pt x="18574" y="0"/>
                  </a:move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18574" y="11239"/>
                  </a:lnTo>
                  <a:cubicBezTo>
                    <a:pt x="21621" y="11239"/>
                    <a:pt x="24193" y="8763"/>
                    <a:pt x="24193" y="5620"/>
                  </a:cubicBezTo>
                  <a:cubicBezTo>
                    <a:pt x="24193" y="2476"/>
                    <a:pt x="21717" y="0"/>
                    <a:pt x="18574" y="0"/>
                  </a:cubicBezTo>
                  <a:lnTo>
                    <a:pt x="185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27"/>
            <p:cNvSpPr/>
            <p:nvPr/>
          </p:nvSpPr>
          <p:spPr>
            <a:xfrm>
              <a:off x="8663367" y="4095178"/>
              <a:ext cx="62865" cy="11239"/>
            </a:xfrm>
            <a:custGeom>
              <a:rect b="b" l="l" r="r" t="t"/>
              <a:pathLst>
                <a:path extrusionOk="0" h="11239" w="62865">
                  <a:moveTo>
                    <a:pt x="0" y="5620"/>
                  </a:moveTo>
                  <a:cubicBezTo>
                    <a:pt x="0" y="8668"/>
                    <a:pt x="2477" y="11239"/>
                    <a:pt x="5620" y="11239"/>
                  </a:cubicBezTo>
                  <a:lnTo>
                    <a:pt x="57245" y="11239"/>
                  </a:lnTo>
                  <a:cubicBezTo>
                    <a:pt x="60293" y="11239"/>
                    <a:pt x="62865" y="8763"/>
                    <a:pt x="62865" y="5620"/>
                  </a:cubicBezTo>
                  <a:cubicBezTo>
                    <a:pt x="62865" y="2476"/>
                    <a:pt x="60389" y="0"/>
                    <a:pt x="57245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27"/>
            <p:cNvSpPr/>
            <p:nvPr/>
          </p:nvSpPr>
          <p:spPr>
            <a:xfrm>
              <a:off x="8705278" y="3981545"/>
              <a:ext cx="39909" cy="11239"/>
            </a:xfrm>
            <a:custGeom>
              <a:rect b="b" l="l" r="r" t="t"/>
              <a:pathLst>
                <a:path extrusionOk="0" h="11239" w="39909">
                  <a:moveTo>
                    <a:pt x="5620" y="11240"/>
                  </a:moveTo>
                  <a:lnTo>
                    <a:pt x="34290" y="11240"/>
                  </a:lnTo>
                  <a:cubicBezTo>
                    <a:pt x="37338" y="11240"/>
                    <a:pt x="39910" y="8763"/>
                    <a:pt x="39910" y="5620"/>
                  </a:cubicBezTo>
                  <a:cubicBezTo>
                    <a:pt x="39910" y="2477"/>
                    <a:pt x="37433" y="0"/>
                    <a:pt x="34290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7"/>
            <p:cNvSpPr/>
            <p:nvPr/>
          </p:nvSpPr>
          <p:spPr>
            <a:xfrm>
              <a:off x="8705278" y="3958685"/>
              <a:ext cx="72675" cy="11239"/>
            </a:xfrm>
            <a:custGeom>
              <a:rect b="b" l="l" r="r" t="t"/>
              <a:pathLst>
                <a:path extrusionOk="0" h="11239" w="72675">
                  <a:moveTo>
                    <a:pt x="72676" y="5620"/>
                  </a:moveTo>
                  <a:cubicBezTo>
                    <a:pt x="72676" y="2572"/>
                    <a:pt x="70199" y="0"/>
                    <a:pt x="67056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67056" y="11239"/>
                  </a:lnTo>
                  <a:cubicBezTo>
                    <a:pt x="70104" y="11239"/>
                    <a:pt x="72676" y="8763"/>
                    <a:pt x="72676" y="5620"/>
                  </a:cubicBezTo>
                  <a:lnTo>
                    <a:pt x="72676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7"/>
            <p:cNvSpPr/>
            <p:nvPr/>
          </p:nvSpPr>
          <p:spPr>
            <a:xfrm>
              <a:off x="8705278" y="3997928"/>
              <a:ext cx="39909" cy="11239"/>
            </a:xfrm>
            <a:custGeom>
              <a:rect b="b" l="l" r="r" t="t"/>
              <a:pathLst>
                <a:path extrusionOk="0" h="11239" w="39909">
                  <a:moveTo>
                    <a:pt x="5620" y="11240"/>
                  </a:moveTo>
                  <a:lnTo>
                    <a:pt x="34290" y="11240"/>
                  </a:lnTo>
                  <a:cubicBezTo>
                    <a:pt x="37338" y="11240"/>
                    <a:pt x="39910" y="8763"/>
                    <a:pt x="39910" y="5620"/>
                  </a:cubicBezTo>
                  <a:cubicBezTo>
                    <a:pt x="39910" y="2477"/>
                    <a:pt x="37433" y="0"/>
                    <a:pt x="34290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7"/>
            <p:cNvSpPr/>
            <p:nvPr/>
          </p:nvSpPr>
          <p:spPr>
            <a:xfrm>
              <a:off x="8663344" y="4055244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0120" y="18026"/>
                  </a:moveTo>
                  <a:cubicBezTo>
                    <a:pt x="11168" y="19074"/>
                    <a:pt x="12597" y="19645"/>
                    <a:pt x="14026" y="19645"/>
                  </a:cubicBezTo>
                  <a:cubicBezTo>
                    <a:pt x="15454" y="19645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8" y="-548"/>
                    <a:pt x="20693" y="-548"/>
                    <a:pt x="18502" y="1643"/>
                  </a:cubicBez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27"/>
            <p:cNvSpPr/>
            <p:nvPr/>
          </p:nvSpPr>
          <p:spPr>
            <a:xfrm>
              <a:off x="8658224" y="3954113"/>
              <a:ext cx="34480" cy="59150"/>
            </a:xfrm>
            <a:custGeom>
              <a:rect b="b" l="l" r="r" t="t"/>
              <a:pathLst>
                <a:path extrusionOk="0" h="59150" w="34480">
                  <a:moveTo>
                    <a:pt x="19812" y="42100"/>
                  </a:moveTo>
                  <a:lnTo>
                    <a:pt x="14478" y="42100"/>
                  </a:lnTo>
                  <a:cubicBezTo>
                    <a:pt x="13145" y="42100"/>
                    <a:pt x="11906" y="41338"/>
                    <a:pt x="11430" y="40100"/>
                  </a:cubicBezTo>
                  <a:cubicBezTo>
                    <a:pt x="10192" y="37243"/>
                    <a:pt x="6953" y="35909"/>
                    <a:pt x="4096" y="37147"/>
                  </a:cubicBezTo>
                  <a:cubicBezTo>
                    <a:pt x="1238" y="38386"/>
                    <a:pt x="-95" y="41624"/>
                    <a:pt x="1143" y="44482"/>
                  </a:cubicBezTo>
                  <a:cubicBezTo>
                    <a:pt x="3048" y="48958"/>
                    <a:pt x="6953" y="52102"/>
                    <a:pt x="11620" y="53054"/>
                  </a:cubicBezTo>
                  <a:lnTo>
                    <a:pt x="11620" y="53530"/>
                  </a:lnTo>
                  <a:cubicBezTo>
                    <a:pt x="11620" y="56579"/>
                    <a:pt x="14097" y="59150"/>
                    <a:pt x="17240" y="59150"/>
                  </a:cubicBezTo>
                  <a:cubicBezTo>
                    <a:pt x="20384" y="59150"/>
                    <a:pt x="22860" y="56674"/>
                    <a:pt x="22860" y="53530"/>
                  </a:cubicBezTo>
                  <a:lnTo>
                    <a:pt x="22860" y="53054"/>
                  </a:lnTo>
                  <a:cubicBezTo>
                    <a:pt x="29433" y="51721"/>
                    <a:pt x="34480" y="45815"/>
                    <a:pt x="34480" y="38862"/>
                  </a:cubicBezTo>
                  <a:cubicBezTo>
                    <a:pt x="34480" y="30861"/>
                    <a:pt x="28004" y="24384"/>
                    <a:pt x="20002" y="24384"/>
                  </a:cubicBezTo>
                  <a:lnTo>
                    <a:pt x="14668" y="24384"/>
                  </a:lnTo>
                  <a:cubicBezTo>
                    <a:pt x="12859" y="24384"/>
                    <a:pt x="11335" y="22860"/>
                    <a:pt x="11335" y="21050"/>
                  </a:cubicBezTo>
                  <a:cubicBezTo>
                    <a:pt x="11335" y="19240"/>
                    <a:pt x="12859" y="17717"/>
                    <a:pt x="14668" y="17717"/>
                  </a:cubicBezTo>
                  <a:lnTo>
                    <a:pt x="20002" y="17717"/>
                  </a:lnTo>
                  <a:cubicBezTo>
                    <a:pt x="21145" y="17717"/>
                    <a:pt x="22098" y="18288"/>
                    <a:pt x="22765" y="19145"/>
                  </a:cubicBezTo>
                  <a:cubicBezTo>
                    <a:pt x="24479" y="21717"/>
                    <a:pt x="28004" y="22384"/>
                    <a:pt x="30480" y="20669"/>
                  </a:cubicBezTo>
                  <a:cubicBezTo>
                    <a:pt x="33051" y="18955"/>
                    <a:pt x="33718" y="15430"/>
                    <a:pt x="32004" y="12954"/>
                  </a:cubicBezTo>
                  <a:cubicBezTo>
                    <a:pt x="29813" y="9811"/>
                    <a:pt x="26575" y="7620"/>
                    <a:pt x="22860" y="6858"/>
                  </a:cubicBezTo>
                  <a:lnTo>
                    <a:pt x="22860" y="5620"/>
                  </a:lnTo>
                  <a:cubicBezTo>
                    <a:pt x="22860" y="2572"/>
                    <a:pt x="20384" y="0"/>
                    <a:pt x="17240" y="0"/>
                  </a:cubicBezTo>
                  <a:cubicBezTo>
                    <a:pt x="14097" y="0"/>
                    <a:pt x="11620" y="2476"/>
                    <a:pt x="11620" y="5620"/>
                  </a:cubicBezTo>
                  <a:lnTo>
                    <a:pt x="11620" y="6858"/>
                  </a:lnTo>
                  <a:cubicBezTo>
                    <a:pt x="5049" y="8192"/>
                    <a:pt x="0" y="14097"/>
                    <a:pt x="0" y="21050"/>
                  </a:cubicBezTo>
                  <a:cubicBezTo>
                    <a:pt x="0" y="29051"/>
                    <a:pt x="6477" y="35528"/>
                    <a:pt x="14478" y="35528"/>
                  </a:cubicBezTo>
                  <a:lnTo>
                    <a:pt x="19812" y="35528"/>
                  </a:lnTo>
                  <a:cubicBezTo>
                    <a:pt x="21622" y="35528"/>
                    <a:pt x="23146" y="37052"/>
                    <a:pt x="23146" y="38862"/>
                  </a:cubicBezTo>
                  <a:cubicBezTo>
                    <a:pt x="23146" y="40672"/>
                    <a:pt x="21622" y="42196"/>
                    <a:pt x="19812" y="42196"/>
                  </a:cubicBezTo>
                  <a:lnTo>
                    <a:pt x="19812" y="421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" name="Google Shape;920;p27"/>
          <p:cNvGrpSpPr/>
          <p:nvPr/>
        </p:nvGrpSpPr>
        <p:grpSpPr>
          <a:xfrm>
            <a:off x="6591153" y="3313453"/>
            <a:ext cx="306586" cy="426110"/>
            <a:chOff x="7899177" y="3838479"/>
            <a:chExt cx="274129" cy="381000"/>
          </a:xfrm>
        </p:grpSpPr>
        <p:sp>
          <p:nvSpPr>
            <p:cNvPr id="921" name="Google Shape;921;p27"/>
            <p:cNvSpPr/>
            <p:nvPr/>
          </p:nvSpPr>
          <p:spPr>
            <a:xfrm>
              <a:off x="7899177" y="3838479"/>
              <a:ext cx="274129" cy="381000"/>
            </a:xfrm>
            <a:custGeom>
              <a:rect b="b" l="l" r="r" t="t"/>
              <a:pathLst>
                <a:path extrusionOk="0" h="381000" w="274129">
                  <a:moveTo>
                    <a:pt x="268510" y="121729"/>
                  </a:moveTo>
                  <a:cubicBezTo>
                    <a:pt x="271558" y="121729"/>
                    <a:pt x="274130" y="119253"/>
                    <a:pt x="274130" y="116110"/>
                  </a:cubicBezTo>
                  <a:lnTo>
                    <a:pt x="274130" y="33052"/>
                  </a:lnTo>
                  <a:cubicBezTo>
                    <a:pt x="274130" y="20955"/>
                    <a:pt x="264223" y="11049"/>
                    <a:pt x="252127" y="11049"/>
                  </a:cubicBezTo>
                  <a:lnTo>
                    <a:pt x="206311" y="11049"/>
                  </a:lnTo>
                  <a:cubicBezTo>
                    <a:pt x="204978" y="4763"/>
                    <a:pt x="199454" y="95"/>
                    <a:pt x="192786" y="95"/>
                  </a:cubicBezTo>
                  <a:lnTo>
                    <a:pt x="136207" y="95"/>
                  </a:lnTo>
                  <a:cubicBezTo>
                    <a:pt x="133159" y="95"/>
                    <a:pt x="130588" y="2572"/>
                    <a:pt x="130588" y="5715"/>
                  </a:cubicBezTo>
                  <a:cubicBezTo>
                    <a:pt x="130588" y="8858"/>
                    <a:pt x="133065" y="11335"/>
                    <a:pt x="136207" y="11335"/>
                  </a:cubicBezTo>
                  <a:lnTo>
                    <a:pt x="192786" y="11335"/>
                  </a:lnTo>
                  <a:cubicBezTo>
                    <a:pt x="194310" y="11335"/>
                    <a:pt x="195453" y="12573"/>
                    <a:pt x="195453" y="14002"/>
                  </a:cubicBezTo>
                  <a:lnTo>
                    <a:pt x="195453" y="46958"/>
                  </a:lnTo>
                  <a:cubicBezTo>
                    <a:pt x="195453" y="51530"/>
                    <a:pt x="191738" y="55150"/>
                    <a:pt x="187261" y="55150"/>
                  </a:cubicBezTo>
                  <a:cubicBezTo>
                    <a:pt x="184214" y="55150"/>
                    <a:pt x="181451" y="53435"/>
                    <a:pt x="180023" y="50768"/>
                  </a:cubicBezTo>
                  <a:cubicBezTo>
                    <a:pt x="177736" y="46577"/>
                    <a:pt x="173355" y="43910"/>
                    <a:pt x="168497" y="43910"/>
                  </a:cubicBezTo>
                  <a:lnTo>
                    <a:pt x="105727" y="43910"/>
                  </a:lnTo>
                  <a:cubicBezTo>
                    <a:pt x="100870" y="43910"/>
                    <a:pt x="96393" y="46577"/>
                    <a:pt x="94202" y="50768"/>
                  </a:cubicBezTo>
                  <a:cubicBezTo>
                    <a:pt x="92678" y="53626"/>
                    <a:pt x="89725" y="55245"/>
                    <a:pt x="86487" y="55150"/>
                  </a:cubicBezTo>
                  <a:cubicBezTo>
                    <a:pt x="82201" y="54959"/>
                    <a:pt x="78677" y="51054"/>
                    <a:pt x="78677" y="46577"/>
                  </a:cubicBezTo>
                  <a:lnTo>
                    <a:pt x="78677" y="13906"/>
                  </a:lnTo>
                  <a:cubicBezTo>
                    <a:pt x="78677" y="12382"/>
                    <a:pt x="79915" y="11239"/>
                    <a:pt x="81343" y="11239"/>
                  </a:cubicBezTo>
                  <a:lnTo>
                    <a:pt x="111347" y="11239"/>
                  </a:lnTo>
                  <a:cubicBezTo>
                    <a:pt x="114395" y="11239"/>
                    <a:pt x="116967" y="8763"/>
                    <a:pt x="116967" y="5620"/>
                  </a:cubicBezTo>
                  <a:cubicBezTo>
                    <a:pt x="116967" y="2476"/>
                    <a:pt x="114491" y="0"/>
                    <a:pt x="111347" y="0"/>
                  </a:cubicBezTo>
                  <a:lnTo>
                    <a:pt x="81343" y="0"/>
                  </a:lnTo>
                  <a:cubicBezTo>
                    <a:pt x="74676" y="0"/>
                    <a:pt x="69152" y="4667"/>
                    <a:pt x="67818" y="10954"/>
                  </a:cubicBezTo>
                  <a:lnTo>
                    <a:pt x="22003" y="10954"/>
                  </a:lnTo>
                  <a:cubicBezTo>
                    <a:pt x="9906" y="10954"/>
                    <a:pt x="0" y="20860"/>
                    <a:pt x="0" y="32956"/>
                  </a:cubicBezTo>
                  <a:lnTo>
                    <a:pt x="0" y="358997"/>
                  </a:lnTo>
                  <a:cubicBezTo>
                    <a:pt x="0" y="371094"/>
                    <a:pt x="9906" y="381000"/>
                    <a:pt x="22003" y="381000"/>
                  </a:cubicBezTo>
                  <a:lnTo>
                    <a:pt x="252127" y="381000"/>
                  </a:lnTo>
                  <a:cubicBezTo>
                    <a:pt x="264223" y="381000"/>
                    <a:pt x="274130" y="371094"/>
                    <a:pt x="274130" y="358997"/>
                  </a:cubicBezTo>
                  <a:lnTo>
                    <a:pt x="274130" y="140875"/>
                  </a:lnTo>
                  <a:cubicBezTo>
                    <a:pt x="274130" y="137827"/>
                    <a:pt x="271653" y="135255"/>
                    <a:pt x="268510" y="135255"/>
                  </a:cubicBezTo>
                  <a:cubicBezTo>
                    <a:pt x="265366" y="135255"/>
                    <a:pt x="262890" y="137731"/>
                    <a:pt x="262890" y="140875"/>
                  </a:cubicBezTo>
                  <a:lnTo>
                    <a:pt x="262890" y="358997"/>
                  </a:lnTo>
                  <a:cubicBezTo>
                    <a:pt x="262890" y="364998"/>
                    <a:pt x="258033" y="369856"/>
                    <a:pt x="252032" y="369856"/>
                  </a:cubicBezTo>
                  <a:lnTo>
                    <a:pt x="21907" y="369856"/>
                  </a:lnTo>
                  <a:cubicBezTo>
                    <a:pt x="15907" y="369856"/>
                    <a:pt x="11049" y="364998"/>
                    <a:pt x="11049" y="358997"/>
                  </a:cubicBezTo>
                  <a:lnTo>
                    <a:pt x="11049" y="32956"/>
                  </a:lnTo>
                  <a:cubicBezTo>
                    <a:pt x="11049" y="26956"/>
                    <a:pt x="15907" y="22098"/>
                    <a:pt x="21907" y="22098"/>
                  </a:cubicBezTo>
                  <a:lnTo>
                    <a:pt x="67437" y="22098"/>
                  </a:lnTo>
                  <a:lnTo>
                    <a:pt x="67437" y="39433"/>
                  </a:lnTo>
                  <a:lnTo>
                    <a:pt x="41529" y="39433"/>
                  </a:lnTo>
                  <a:cubicBezTo>
                    <a:pt x="34290" y="39433"/>
                    <a:pt x="28480" y="45339"/>
                    <a:pt x="28480" y="52483"/>
                  </a:cubicBezTo>
                  <a:lnTo>
                    <a:pt x="28480" y="339376"/>
                  </a:lnTo>
                  <a:cubicBezTo>
                    <a:pt x="28480" y="346615"/>
                    <a:pt x="34385" y="352425"/>
                    <a:pt x="41529" y="352425"/>
                  </a:cubicBezTo>
                  <a:lnTo>
                    <a:pt x="232505" y="352425"/>
                  </a:lnTo>
                  <a:cubicBezTo>
                    <a:pt x="239744" y="352425"/>
                    <a:pt x="245555" y="346519"/>
                    <a:pt x="245555" y="339376"/>
                  </a:cubicBezTo>
                  <a:lnTo>
                    <a:pt x="245555" y="52483"/>
                  </a:lnTo>
                  <a:cubicBezTo>
                    <a:pt x="245555" y="45244"/>
                    <a:pt x="239649" y="39433"/>
                    <a:pt x="232505" y="39433"/>
                  </a:cubicBezTo>
                  <a:lnTo>
                    <a:pt x="206597" y="39433"/>
                  </a:lnTo>
                  <a:lnTo>
                    <a:pt x="206597" y="22098"/>
                  </a:lnTo>
                  <a:lnTo>
                    <a:pt x="252127" y="22098"/>
                  </a:lnTo>
                  <a:cubicBezTo>
                    <a:pt x="258127" y="22098"/>
                    <a:pt x="262985" y="26956"/>
                    <a:pt x="262985" y="32956"/>
                  </a:cubicBezTo>
                  <a:lnTo>
                    <a:pt x="262985" y="116014"/>
                  </a:lnTo>
                  <a:cubicBezTo>
                    <a:pt x="262985" y="119063"/>
                    <a:pt x="265462" y="121634"/>
                    <a:pt x="268605" y="121634"/>
                  </a:cubicBezTo>
                  <a:lnTo>
                    <a:pt x="268605" y="121634"/>
                  </a:lnTo>
                  <a:close/>
                  <a:moveTo>
                    <a:pt x="234410" y="52673"/>
                  </a:moveTo>
                  <a:lnTo>
                    <a:pt x="234410" y="339566"/>
                  </a:lnTo>
                  <a:cubicBezTo>
                    <a:pt x="234410" y="340614"/>
                    <a:pt x="233553" y="341471"/>
                    <a:pt x="232505" y="341471"/>
                  </a:cubicBezTo>
                  <a:lnTo>
                    <a:pt x="41529" y="341471"/>
                  </a:lnTo>
                  <a:cubicBezTo>
                    <a:pt x="40481" y="341471"/>
                    <a:pt x="39624" y="340614"/>
                    <a:pt x="39624" y="339566"/>
                  </a:cubicBezTo>
                  <a:lnTo>
                    <a:pt x="39624" y="52673"/>
                  </a:lnTo>
                  <a:cubicBezTo>
                    <a:pt x="39624" y="51625"/>
                    <a:pt x="40481" y="50768"/>
                    <a:pt x="41529" y="50768"/>
                  </a:cubicBezTo>
                  <a:lnTo>
                    <a:pt x="67913" y="50768"/>
                  </a:lnTo>
                  <a:cubicBezTo>
                    <a:pt x="69723" y="59341"/>
                    <a:pt x="76962" y="65818"/>
                    <a:pt x="85820" y="66294"/>
                  </a:cubicBezTo>
                  <a:cubicBezTo>
                    <a:pt x="93345" y="66675"/>
                    <a:pt x="100393" y="62675"/>
                    <a:pt x="103917" y="56007"/>
                  </a:cubicBezTo>
                  <a:cubicBezTo>
                    <a:pt x="104204" y="55435"/>
                    <a:pt x="104870" y="55054"/>
                    <a:pt x="105633" y="55054"/>
                  </a:cubicBezTo>
                  <a:lnTo>
                    <a:pt x="168402" y="55054"/>
                  </a:lnTo>
                  <a:cubicBezTo>
                    <a:pt x="169164" y="55054"/>
                    <a:pt x="169831" y="55435"/>
                    <a:pt x="170116" y="56007"/>
                  </a:cubicBezTo>
                  <a:cubicBezTo>
                    <a:pt x="173450" y="62389"/>
                    <a:pt x="180023" y="66294"/>
                    <a:pt x="187261" y="66294"/>
                  </a:cubicBezTo>
                  <a:cubicBezTo>
                    <a:pt x="196691" y="66294"/>
                    <a:pt x="204502" y="59626"/>
                    <a:pt x="206216" y="50673"/>
                  </a:cubicBezTo>
                  <a:lnTo>
                    <a:pt x="232505" y="50673"/>
                  </a:lnTo>
                  <a:cubicBezTo>
                    <a:pt x="233553" y="50673"/>
                    <a:pt x="234410" y="51530"/>
                    <a:pt x="234410" y="52578"/>
                  </a:cubicBezTo>
                  <a:lnTo>
                    <a:pt x="234410" y="525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7"/>
            <p:cNvSpPr/>
            <p:nvPr/>
          </p:nvSpPr>
          <p:spPr>
            <a:xfrm>
              <a:off x="7987474" y="3863054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39"/>
                    <a:pt x="5619" y="11239"/>
                  </a:cubicBezTo>
                  <a:cubicBezTo>
                    <a:pt x="8763" y="11239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6"/>
                    <a:pt x="8763" y="0"/>
                    <a:pt x="5619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27"/>
            <p:cNvSpPr/>
            <p:nvPr/>
          </p:nvSpPr>
          <p:spPr>
            <a:xfrm>
              <a:off x="8073579" y="3863149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11239" y="5620"/>
                  </a:moveTo>
                  <a:lnTo>
                    <a:pt x="11239" y="5620"/>
                  </a:lnTo>
                  <a:cubicBezTo>
                    <a:pt x="11239" y="2476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39"/>
                    <a:pt x="5620" y="11239"/>
                  </a:cubicBezTo>
                  <a:cubicBezTo>
                    <a:pt x="8763" y="11239"/>
                    <a:pt x="11239" y="8763"/>
                    <a:pt x="11239" y="5620"/>
                  </a:cubicBezTo>
                  <a:lnTo>
                    <a:pt x="11239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27"/>
            <p:cNvSpPr/>
            <p:nvPr/>
          </p:nvSpPr>
          <p:spPr>
            <a:xfrm>
              <a:off x="7955565" y="4021550"/>
              <a:ext cx="161163" cy="39528"/>
            </a:xfrm>
            <a:custGeom>
              <a:rect b="b" l="l" r="r" t="t"/>
              <a:pathLst>
                <a:path extrusionOk="0" h="39528" w="161163">
                  <a:moveTo>
                    <a:pt x="148114" y="0"/>
                  </a:moveTo>
                  <a:lnTo>
                    <a:pt x="70485" y="0"/>
                  </a:lnTo>
                  <a:cubicBezTo>
                    <a:pt x="67437" y="0"/>
                    <a:pt x="64865" y="2476"/>
                    <a:pt x="64865" y="5620"/>
                  </a:cubicBezTo>
                  <a:cubicBezTo>
                    <a:pt x="64865" y="8763"/>
                    <a:pt x="67342" y="11239"/>
                    <a:pt x="70485" y="11239"/>
                  </a:cubicBezTo>
                  <a:lnTo>
                    <a:pt x="148114" y="11239"/>
                  </a:lnTo>
                  <a:cubicBezTo>
                    <a:pt x="149162" y="11239"/>
                    <a:pt x="150019" y="12097"/>
                    <a:pt x="150019" y="13144"/>
                  </a:cubicBezTo>
                  <a:lnTo>
                    <a:pt x="150019" y="26575"/>
                  </a:lnTo>
                  <a:cubicBezTo>
                    <a:pt x="150019" y="27622"/>
                    <a:pt x="149162" y="28480"/>
                    <a:pt x="148114" y="28480"/>
                  </a:cubicBezTo>
                  <a:lnTo>
                    <a:pt x="13049" y="28480"/>
                  </a:lnTo>
                  <a:cubicBezTo>
                    <a:pt x="12002" y="28480"/>
                    <a:pt x="11145" y="27622"/>
                    <a:pt x="11145" y="26575"/>
                  </a:cubicBezTo>
                  <a:lnTo>
                    <a:pt x="11145" y="13144"/>
                  </a:lnTo>
                  <a:cubicBezTo>
                    <a:pt x="11145" y="12097"/>
                    <a:pt x="12002" y="11239"/>
                    <a:pt x="13049" y="11239"/>
                  </a:cubicBezTo>
                  <a:lnTo>
                    <a:pt x="45720" y="11239"/>
                  </a:lnTo>
                  <a:cubicBezTo>
                    <a:pt x="48768" y="11239"/>
                    <a:pt x="51340" y="8763"/>
                    <a:pt x="51340" y="5620"/>
                  </a:cubicBezTo>
                  <a:cubicBezTo>
                    <a:pt x="51340" y="2476"/>
                    <a:pt x="48863" y="0"/>
                    <a:pt x="45720" y="0"/>
                  </a:cubicBezTo>
                  <a:lnTo>
                    <a:pt x="13049" y="0"/>
                  </a:lnTo>
                  <a:cubicBezTo>
                    <a:pt x="5905" y="0"/>
                    <a:pt x="0" y="5810"/>
                    <a:pt x="0" y="13049"/>
                  </a:cubicBezTo>
                  <a:lnTo>
                    <a:pt x="0" y="26479"/>
                  </a:lnTo>
                  <a:cubicBezTo>
                    <a:pt x="0" y="33623"/>
                    <a:pt x="5811" y="39529"/>
                    <a:pt x="13049" y="39529"/>
                  </a:cubicBezTo>
                  <a:lnTo>
                    <a:pt x="148114" y="39529"/>
                  </a:lnTo>
                  <a:cubicBezTo>
                    <a:pt x="155258" y="39529"/>
                    <a:pt x="161163" y="33718"/>
                    <a:pt x="161163" y="26479"/>
                  </a:cubicBezTo>
                  <a:lnTo>
                    <a:pt x="161163" y="13049"/>
                  </a:lnTo>
                  <a:cubicBezTo>
                    <a:pt x="161163" y="5905"/>
                    <a:pt x="155353" y="0"/>
                    <a:pt x="148114" y="0"/>
                  </a:cubicBezTo>
                  <a:lnTo>
                    <a:pt x="1481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7"/>
            <p:cNvSpPr/>
            <p:nvPr/>
          </p:nvSpPr>
          <p:spPr>
            <a:xfrm>
              <a:off x="8057673" y="4076033"/>
              <a:ext cx="39528" cy="11239"/>
            </a:xfrm>
            <a:custGeom>
              <a:rect b="b" l="l" r="r" t="t"/>
              <a:pathLst>
                <a:path extrusionOk="0" h="11239" w="39528">
                  <a:moveTo>
                    <a:pt x="33909" y="11240"/>
                  </a:moveTo>
                  <a:cubicBezTo>
                    <a:pt x="36957" y="11240"/>
                    <a:pt x="39528" y="8763"/>
                    <a:pt x="39528" y="5620"/>
                  </a:cubicBezTo>
                  <a:cubicBezTo>
                    <a:pt x="39528" y="2477"/>
                    <a:pt x="37052" y="0"/>
                    <a:pt x="33909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33909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7"/>
            <p:cNvSpPr/>
            <p:nvPr/>
          </p:nvSpPr>
          <p:spPr>
            <a:xfrm>
              <a:off x="8046624" y="4096321"/>
              <a:ext cx="61722" cy="11239"/>
            </a:xfrm>
            <a:custGeom>
              <a:rect b="b" l="l" r="r" t="t"/>
              <a:pathLst>
                <a:path extrusionOk="0" h="11239" w="61722">
                  <a:moveTo>
                    <a:pt x="56102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102" y="11240"/>
                  </a:lnTo>
                  <a:cubicBezTo>
                    <a:pt x="59150" y="11240"/>
                    <a:pt x="61722" y="8763"/>
                    <a:pt x="61722" y="5620"/>
                  </a:cubicBezTo>
                  <a:cubicBezTo>
                    <a:pt x="61722" y="2477"/>
                    <a:pt x="59246" y="0"/>
                    <a:pt x="56102" y="0"/>
                  </a:cubicBezTo>
                  <a:lnTo>
                    <a:pt x="561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7"/>
            <p:cNvSpPr/>
            <p:nvPr/>
          </p:nvSpPr>
          <p:spPr>
            <a:xfrm>
              <a:off x="8046624" y="4116609"/>
              <a:ext cx="61722" cy="11239"/>
            </a:xfrm>
            <a:custGeom>
              <a:rect b="b" l="l" r="r" t="t"/>
              <a:pathLst>
                <a:path extrusionOk="0" h="11239" w="61722">
                  <a:moveTo>
                    <a:pt x="56102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102" y="11239"/>
                  </a:lnTo>
                  <a:cubicBezTo>
                    <a:pt x="59150" y="11239"/>
                    <a:pt x="61722" y="8763"/>
                    <a:pt x="61722" y="5620"/>
                  </a:cubicBezTo>
                  <a:cubicBezTo>
                    <a:pt x="61722" y="2476"/>
                    <a:pt x="59246" y="0"/>
                    <a:pt x="56102" y="0"/>
                  </a:cubicBezTo>
                  <a:lnTo>
                    <a:pt x="561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27"/>
            <p:cNvSpPr/>
            <p:nvPr/>
          </p:nvSpPr>
          <p:spPr>
            <a:xfrm>
              <a:off x="7975186" y="4076033"/>
              <a:ext cx="39528" cy="11239"/>
            </a:xfrm>
            <a:custGeom>
              <a:rect b="b" l="l" r="r" t="t"/>
              <a:pathLst>
                <a:path extrusionOk="0" h="11239" w="39528">
                  <a:moveTo>
                    <a:pt x="33909" y="11240"/>
                  </a:moveTo>
                  <a:cubicBezTo>
                    <a:pt x="36957" y="11240"/>
                    <a:pt x="39529" y="8763"/>
                    <a:pt x="39529" y="5620"/>
                  </a:cubicBezTo>
                  <a:cubicBezTo>
                    <a:pt x="39529" y="2477"/>
                    <a:pt x="37052" y="0"/>
                    <a:pt x="33909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33909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27"/>
            <p:cNvSpPr/>
            <p:nvPr/>
          </p:nvSpPr>
          <p:spPr>
            <a:xfrm>
              <a:off x="7964042" y="4096321"/>
              <a:ext cx="61721" cy="11239"/>
            </a:xfrm>
            <a:custGeom>
              <a:rect b="b" l="l" r="r" t="t"/>
              <a:pathLst>
                <a:path extrusionOk="0" h="11239" w="61721">
                  <a:moveTo>
                    <a:pt x="0" y="5620"/>
                  </a:moveTo>
                  <a:cubicBezTo>
                    <a:pt x="0" y="8668"/>
                    <a:pt x="2477" y="11240"/>
                    <a:pt x="5620" y="11240"/>
                  </a:cubicBezTo>
                  <a:lnTo>
                    <a:pt x="56102" y="11240"/>
                  </a:lnTo>
                  <a:cubicBezTo>
                    <a:pt x="59150" y="11240"/>
                    <a:pt x="61722" y="8763"/>
                    <a:pt x="61722" y="5620"/>
                  </a:cubicBezTo>
                  <a:cubicBezTo>
                    <a:pt x="61722" y="2477"/>
                    <a:pt x="59246" y="0"/>
                    <a:pt x="56102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27"/>
            <p:cNvSpPr/>
            <p:nvPr/>
          </p:nvSpPr>
          <p:spPr>
            <a:xfrm>
              <a:off x="7964042" y="4116514"/>
              <a:ext cx="61721" cy="11239"/>
            </a:xfrm>
            <a:custGeom>
              <a:rect b="b" l="l" r="r" t="t"/>
              <a:pathLst>
                <a:path extrusionOk="0" h="11239" w="61721">
                  <a:moveTo>
                    <a:pt x="61722" y="5620"/>
                  </a:moveTo>
                  <a:cubicBezTo>
                    <a:pt x="61722" y="2572"/>
                    <a:pt x="59246" y="0"/>
                    <a:pt x="56102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102" y="11240"/>
                  </a:lnTo>
                  <a:cubicBezTo>
                    <a:pt x="59150" y="11240"/>
                    <a:pt x="61722" y="8763"/>
                    <a:pt x="61722" y="5620"/>
                  </a:cubicBezTo>
                  <a:lnTo>
                    <a:pt x="61722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27"/>
            <p:cNvSpPr/>
            <p:nvPr/>
          </p:nvSpPr>
          <p:spPr>
            <a:xfrm>
              <a:off x="7992426" y="4148804"/>
              <a:ext cx="87440" cy="11239"/>
            </a:xfrm>
            <a:custGeom>
              <a:rect b="b" l="l" r="r" t="t"/>
              <a:pathLst>
                <a:path extrusionOk="0" h="11239" w="87440">
                  <a:moveTo>
                    <a:pt x="81820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81820" y="11239"/>
                  </a:lnTo>
                  <a:cubicBezTo>
                    <a:pt x="84868" y="11239"/>
                    <a:pt x="87440" y="8763"/>
                    <a:pt x="87440" y="5620"/>
                  </a:cubicBezTo>
                  <a:cubicBezTo>
                    <a:pt x="87440" y="2476"/>
                    <a:pt x="84963" y="0"/>
                    <a:pt x="81820" y="0"/>
                  </a:cubicBezTo>
                  <a:lnTo>
                    <a:pt x="818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27"/>
            <p:cNvSpPr/>
            <p:nvPr/>
          </p:nvSpPr>
          <p:spPr>
            <a:xfrm>
              <a:off x="8003285" y="3931920"/>
              <a:ext cx="36100" cy="62579"/>
            </a:xfrm>
            <a:custGeom>
              <a:rect b="b" l="l" r="r" t="t"/>
              <a:pathLst>
                <a:path extrusionOk="0" h="62579" w="36100">
                  <a:moveTo>
                    <a:pt x="15050" y="37147"/>
                  </a:moveTo>
                  <a:lnTo>
                    <a:pt x="20860" y="37147"/>
                  </a:lnTo>
                  <a:cubicBezTo>
                    <a:pt x="23050" y="37147"/>
                    <a:pt x="24860" y="38957"/>
                    <a:pt x="24860" y="41148"/>
                  </a:cubicBezTo>
                  <a:cubicBezTo>
                    <a:pt x="24860" y="43339"/>
                    <a:pt x="23050" y="45148"/>
                    <a:pt x="20860" y="45148"/>
                  </a:cubicBezTo>
                  <a:lnTo>
                    <a:pt x="15050" y="45148"/>
                  </a:lnTo>
                  <a:cubicBezTo>
                    <a:pt x="13431" y="45148"/>
                    <a:pt x="12002" y="44196"/>
                    <a:pt x="11430" y="42767"/>
                  </a:cubicBezTo>
                  <a:cubicBezTo>
                    <a:pt x="10192" y="39910"/>
                    <a:pt x="6953" y="38576"/>
                    <a:pt x="4096" y="39814"/>
                  </a:cubicBezTo>
                  <a:cubicBezTo>
                    <a:pt x="1238" y="41053"/>
                    <a:pt x="-95" y="44291"/>
                    <a:pt x="1143" y="47149"/>
                  </a:cubicBezTo>
                  <a:cubicBezTo>
                    <a:pt x="3143" y="51911"/>
                    <a:pt x="7430" y="55245"/>
                    <a:pt x="12382" y="56102"/>
                  </a:cubicBezTo>
                  <a:lnTo>
                    <a:pt x="12382" y="56959"/>
                  </a:lnTo>
                  <a:cubicBezTo>
                    <a:pt x="12382" y="60008"/>
                    <a:pt x="14859" y="62579"/>
                    <a:pt x="18002" y="62579"/>
                  </a:cubicBezTo>
                  <a:cubicBezTo>
                    <a:pt x="21146" y="62579"/>
                    <a:pt x="23622" y="60103"/>
                    <a:pt x="23622" y="56959"/>
                  </a:cubicBezTo>
                  <a:lnTo>
                    <a:pt x="23622" y="56102"/>
                  </a:lnTo>
                  <a:cubicBezTo>
                    <a:pt x="30671" y="54864"/>
                    <a:pt x="36100" y="48673"/>
                    <a:pt x="36100" y="41243"/>
                  </a:cubicBezTo>
                  <a:cubicBezTo>
                    <a:pt x="36100" y="32861"/>
                    <a:pt x="29337" y="26098"/>
                    <a:pt x="20955" y="26098"/>
                  </a:cubicBezTo>
                  <a:lnTo>
                    <a:pt x="15145" y="26098"/>
                  </a:lnTo>
                  <a:cubicBezTo>
                    <a:pt x="12954" y="26098"/>
                    <a:pt x="11144" y="24289"/>
                    <a:pt x="11144" y="22098"/>
                  </a:cubicBezTo>
                  <a:cubicBezTo>
                    <a:pt x="11144" y="19907"/>
                    <a:pt x="12954" y="18097"/>
                    <a:pt x="15145" y="18097"/>
                  </a:cubicBezTo>
                  <a:lnTo>
                    <a:pt x="20955" y="18097"/>
                  </a:lnTo>
                  <a:cubicBezTo>
                    <a:pt x="22289" y="18097"/>
                    <a:pt x="23527" y="18764"/>
                    <a:pt x="24289" y="19812"/>
                  </a:cubicBezTo>
                  <a:cubicBezTo>
                    <a:pt x="26003" y="22384"/>
                    <a:pt x="29528" y="23050"/>
                    <a:pt x="32004" y="21336"/>
                  </a:cubicBezTo>
                  <a:cubicBezTo>
                    <a:pt x="34576" y="19621"/>
                    <a:pt x="35243" y="16097"/>
                    <a:pt x="33528" y="13621"/>
                  </a:cubicBezTo>
                  <a:cubicBezTo>
                    <a:pt x="31242" y="10192"/>
                    <a:pt x="27623" y="7906"/>
                    <a:pt x="23717" y="7239"/>
                  </a:cubicBezTo>
                  <a:lnTo>
                    <a:pt x="23717" y="5620"/>
                  </a:lnTo>
                  <a:cubicBezTo>
                    <a:pt x="23717" y="2572"/>
                    <a:pt x="21241" y="0"/>
                    <a:pt x="18098" y="0"/>
                  </a:cubicBezTo>
                  <a:cubicBezTo>
                    <a:pt x="14954" y="0"/>
                    <a:pt x="12478" y="2476"/>
                    <a:pt x="12478" y="5620"/>
                  </a:cubicBezTo>
                  <a:lnTo>
                    <a:pt x="12478" y="7239"/>
                  </a:lnTo>
                  <a:cubicBezTo>
                    <a:pt x="5429" y="8477"/>
                    <a:pt x="0" y="14668"/>
                    <a:pt x="0" y="22098"/>
                  </a:cubicBezTo>
                  <a:cubicBezTo>
                    <a:pt x="0" y="30480"/>
                    <a:pt x="6763" y="37243"/>
                    <a:pt x="15145" y="37243"/>
                  </a:cubicBezTo>
                  <a:lnTo>
                    <a:pt x="15145" y="372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27"/>
            <p:cNvSpPr/>
            <p:nvPr/>
          </p:nvSpPr>
          <p:spPr>
            <a:xfrm>
              <a:off x="7970900" y="3912774"/>
              <a:ext cx="100583" cy="100584"/>
            </a:xfrm>
            <a:custGeom>
              <a:rect b="b" l="l" r="r" t="t"/>
              <a:pathLst>
                <a:path extrusionOk="0" h="100584" w="100583">
                  <a:moveTo>
                    <a:pt x="50292" y="100584"/>
                  </a:moveTo>
                  <a:cubicBezTo>
                    <a:pt x="78010" y="100584"/>
                    <a:pt x="100584" y="78010"/>
                    <a:pt x="100584" y="50292"/>
                  </a:cubicBezTo>
                  <a:cubicBezTo>
                    <a:pt x="100584" y="22574"/>
                    <a:pt x="78010" y="0"/>
                    <a:pt x="50292" y="0"/>
                  </a:cubicBezTo>
                  <a:cubicBezTo>
                    <a:pt x="22574" y="0"/>
                    <a:pt x="0" y="22574"/>
                    <a:pt x="0" y="50292"/>
                  </a:cubicBezTo>
                  <a:cubicBezTo>
                    <a:pt x="0" y="78010"/>
                    <a:pt x="22574" y="100584"/>
                    <a:pt x="50292" y="100584"/>
                  </a:cubicBezTo>
                  <a:lnTo>
                    <a:pt x="50292" y="100584"/>
                  </a:lnTo>
                  <a:close/>
                  <a:moveTo>
                    <a:pt x="50292" y="11240"/>
                  </a:moveTo>
                  <a:cubicBezTo>
                    <a:pt x="71914" y="11240"/>
                    <a:pt x="89439" y="28766"/>
                    <a:pt x="89439" y="50387"/>
                  </a:cubicBezTo>
                  <a:cubicBezTo>
                    <a:pt x="89439" y="72009"/>
                    <a:pt x="71914" y="89535"/>
                    <a:pt x="50292" y="89535"/>
                  </a:cubicBezTo>
                  <a:cubicBezTo>
                    <a:pt x="28670" y="89535"/>
                    <a:pt x="11144" y="72009"/>
                    <a:pt x="11144" y="50387"/>
                  </a:cubicBezTo>
                  <a:cubicBezTo>
                    <a:pt x="11144" y="28766"/>
                    <a:pt x="28670" y="11240"/>
                    <a:pt x="50292" y="11240"/>
                  </a:cubicBezTo>
                  <a:lnTo>
                    <a:pt x="50292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27"/>
            <p:cNvSpPr/>
            <p:nvPr/>
          </p:nvSpPr>
          <p:spPr>
            <a:xfrm>
              <a:off x="8082438" y="3957542"/>
              <a:ext cx="19050" cy="11144"/>
            </a:xfrm>
            <a:custGeom>
              <a:rect b="b" l="l" r="r" t="t"/>
              <a:pathLst>
                <a:path extrusionOk="0" h="11144" w="19050">
                  <a:moveTo>
                    <a:pt x="5620" y="0"/>
                  </a:moveTo>
                  <a:lnTo>
                    <a:pt x="5620" y="0"/>
                  </a:lnTo>
                  <a:cubicBezTo>
                    <a:pt x="2572" y="0"/>
                    <a:pt x="95" y="2476"/>
                    <a:pt x="0" y="5525"/>
                  </a:cubicBezTo>
                  <a:cubicBezTo>
                    <a:pt x="0" y="8572"/>
                    <a:pt x="2477" y="11144"/>
                    <a:pt x="5525" y="11144"/>
                  </a:cubicBezTo>
                  <a:lnTo>
                    <a:pt x="13431" y="11144"/>
                  </a:lnTo>
                  <a:cubicBezTo>
                    <a:pt x="13431" y="11144"/>
                    <a:pt x="13431" y="11144"/>
                    <a:pt x="13431" y="11144"/>
                  </a:cubicBezTo>
                  <a:cubicBezTo>
                    <a:pt x="16479" y="11144"/>
                    <a:pt x="18955" y="8668"/>
                    <a:pt x="19050" y="5620"/>
                  </a:cubicBezTo>
                  <a:cubicBezTo>
                    <a:pt x="19050" y="2572"/>
                    <a:pt x="16573" y="0"/>
                    <a:pt x="13525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27"/>
            <p:cNvSpPr/>
            <p:nvPr/>
          </p:nvSpPr>
          <p:spPr>
            <a:xfrm>
              <a:off x="8079047" y="3933863"/>
              <a:ext cx="18021" cy="15297"/>
            </a:xfrm>
            <a:custGeom>
              <a:rect b="b" l="l" r="r" t="t"/>
              <a:pathLst>
                <a:path extrusionOk="0" h="15297" w="18021">
                  <a:moveTo>
                    <a:pt x="5582" y="15202"/>
                  </a:moveTo>
                  <a:cubicBezTo>
                    <a:pt x="6534" y="15202"/>
                    <a:pt x="7582" y="14916"/>
                    <a:pt x="8439" y="14440"/>
                  </a:cubicBezTo>
                  <a:lnTo>
                    <a:pt x="15297" y="10344"/>
                  </a:lnTo>
                  <a:cubicBezTo>
                    <a:pt x="17964" y="8725"/>
                    <a:pt x="18821" y="5296"/>
                    <a:pt x="17202" y="2724"/>
                  </a:cubicBezTo>
                  <a:cubicBezTo>
                    <a:pt x="15583" y="57"/>
                    <a:pt x="12153" y="-800"/>
                    <a:pt x="9582" y="819"/>
                  </a:cubicBezTo>
                  <a:lnTo>
                    <a:pt x="2724" y="4915"/>
                  </a:lnTo>
                  <a:cubicBezTo>
                    <a:pt x="57" y="6534"/>
                    <a:pt x="-800" y="9963"/>
                    <a:pt x="819" y="12535"/>
                  </a:cubicBezTo>
                  <a:cubicBezTo>
                    <a:pt x="1867" y="14249"/>
                    <a:pt x="3677" y="15297"/>
                    <a:pt x="5582" y="15297"/>
                  </a:cubicBezTo>
                  <a:lnTo>
                    <a:pt x="5582" y="1529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27"/>
            <p:cNvSpPr/>
            <p:nvPr/>
          </p:nvSpPr>
          <p:spPr>
            <a:xfrm>
              <a:off x="8078952" y="3977201"/>
              <a:ext cx="17925" cy="15201"/>
            </a:xfrm>
            <a:custGeom>
              <a:rect b="b" l="l" r="r" t="t"/>
              <a:pathLst>
                <a:path extrusionOk="0" h="15201" w="17925">
                  <a:moveTo>
                    <a:pt x="2724" y="10344"/>
                  </a:moveTo>
                  <a:lnTo>
                    <a:pt x="9487" y="14440"/>
                  </a:lnTo>
                  <a:cubicBezTo>
                    <a:pt x="10440" y="15011"/>
                    <a:pt x="11392" y="15202"/>
                    <a:pt x="12344" y="15202"/>
                  </a:cubicBezTo>
                  <a:cubicBezTo>
                    <a:pt x="14249" y="15202"/>
                    <a:pt x="16059" y="14249"/>
                    <a:pt x="17107" y="12535"/>
                  </a:cubicBezTo>
                  <a:cubicBezTo>
                    <a:pt x="18726" y="9868"/>
                    <a:pt x="17869" y="6439"/>
                    <a:pt x="15202" y="4915"/>
                  </a:cubicBezTo>
                  <a:lnTo>
                    <a:pt x="8439" y="819"/>
                  </a:lnTo>
                  <a:cubicBezTo>
                    <a:pt x="5772" y="-800"/>
                    <a:pt x="2343" y="57"/>
                    <a:pt x="819" y="2724"/>
                  </a:cubicBezTo>
                  <a:cubicBezTo>
                    <a:pt x="-800" y="5391"/>
                    <a:pt x="57" y="8820"/>
                    <a:pt x="2724" y="10344"/>
                  </a:cubicBezTo>
                  <a:lnTo>
                    <a:pt x="2724" y="103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7"/>
            <p:cNvSpPr/>
            <p:nvPr/>
          </p:nvSpPr>
          <p:spPr>
            <a:xfrm>
              <a:off x="7954136" y="3908679"/>
              <a:ext cx="18573" cy="11239"/>
            </a:xfrm>
            <a:custGeom>
              <a:rect b="b" l="l" r="r" t="t"/>
              <a:pathLst>
                <a:path extrusionOk="0" h="11239" w="18573">
                  <a:moveTo>
                    <a:pt x="5619" y="11239"/>
                  </a:moveTo>
                  <a:lnTo>
                    <a:pt x="12954" y="11239"/>
                  </a:lnTo>
                  <a:cubicBezTo>
                    <a:pt x="16002" y="11239"/>
                    <a:pt x="18574" y="8763"/>
                    <a:pt x="18574" y="5620"/>
                  </a:cubicBezTo>
                  <a:cubicBezTo>
                    <a:pt x="18574" y="2476"/>
                    <a:pt x="16097" y="0"/>
                    <a:pt x="12954" y="0"/>
                  </a:cubicBez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8" name="Google Shape;938;p27"/>
          <p:cNvGrpSpPr/>
          <p:nvPr/>
        </p:nvGrpSpPr>
        <p:grpSpPr>
          <a:xfrm>
            <a:off x="5701009" y="3313506"/>
            <a:ext cx="348358" cy="426057"/>
            <a:chOff x="7103268" y="3838527"/>
            <a:chExt cx="311479" cy="380952"/>
          </a:xfrm>
        </p:grpSpPr>
        <p:sp>
          <p:nvSpPr>
            <p:cNvPr id="939" name="Google Shape;939;p27"/>
            <p:cNvSpPr/>
            <p:nvPr/>
          </p:nvSpPr>
          <p:spPr>
            <a:xfrm>
              <a:off x="7288216" y="3928559"/>
              <a:ext cx="18056" cy="14028"/>
            </a:xfrm>
            <a:custGeom>
              <a:rect b="b" l="l" r="r" t="t"/>
              <a:pathLst>
                <a:path extrusionOk="0" h="14028" w="18056">
                  <a:moveTo>
                    <a:pt x="10410" y="408"/>
                  </a:moveTo>
                  <a:lnTo>
                    <a:pt x="3457" y="3266"/>
                  </a:lnTo>
                  <a:cubicBezTo>
                    <a:pt x="599" y="4409"/>
                    <a:pt x="-735" y="7742"/>
                    <a:pt x="408" y="10600"/>
                  </a:cubicBezTo>
                  <a:cubicBezTo>
                    <a:pt x="1265" y="12791"/>
                    <a:pt x="3361" y="14029"/>
                    <a:pt x="5552" y="14029"/>
                  </a:cubicBezTo>
                  <a:cubicBezTo>
                    <a:pt x="6219" y="14029"/>
                    <a:pt x="6981" y="13934"/>
                    <a:pt x="7647" y="13648"/>
                  </a:cubicBezTo>
                  <a:lnTo>
                    <a:pt x="14601" y="10790"/>
                  </a:lnTo>
                  <a:cubicBezTo>
                    <a:pt x="17458" y="9648"/>
                    <a:pt x="18792" y="6314"/>
                    <a:pt x="17649" y="3456"/>
                  </a:cubicBezTo>
                  <a:cubicBezTo>
                    <a:pt x="16506" y="599"/>
                    <a:pt x="13172" y="-735"/>
                    <a:pt x="10314" y="408"/>
                  </a:cubicBezTo>
                  <a:lnTo>
                    <a:pt x="10314" y="4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7"/>
            <p:cNvSpPr/>
            <p:nvPr/>
          </p:nvSpPr>
          <p:spPr>
            <a:xfrm>
              <a:off x="7277816" y="3909014"/>
              <a:ext cx="15711" cy="17285"/>
            </a:xfrm>
            <a:custGeom>
              <a:rect b="b" l="l" r="r" t="t"/>
              <a:pathLst>
                <a:path extrusionOk="0" h="17285" w="15711">
                  <a:moveTo>
                    <a:pt x="13475" y="1093"/>
                  </a:moveTo>
                  <a:cubicBezTo>
                    <a:pt x="10999" y="-717"/>
                    <a:pt x="7475" y="-241"/>
                    <a:pt x="5665" y="2236"/>
                  </a:cubicBezTo>
                  <a:lnTo>
                    <a:pt x="1093" y="8427"/>
                  </a:lnTo>
                  <a:cubicBezTo>
                    <a:pt x="-717" y="10904"/>
                    <a:pt x="-241" y="14428"/>
                    <a:pt x="2236" y="16238"/>
                  </a:cubicBezTo>
                  <a:cubicBezTo>
                    <a:pt x="3189" y="17000"/>
                    <a:pt x="4427" y="17286"/>
                    <a:pt x="5570" y="17286"/>
                  </a:cubicBezTo>
                  <a:cubicBezTo>
                    <a:pt x="7284" y="17286"/>
                    <a:pt x="8999" y="16523"/>
                    <a:pt x="10047" y="14999"/>
                  </a:cubicBezTo>
                  <a:lnTo>
                    <a:pt x="14618" y="8808"/>
                  </a:lnTo>
                  <a:cubicBezTo>
                    <a:pt x="16428" y="6332"/>
                    <a:pt x="15952" y="2807"/>
                    <a:pt x="13475" y="998"/>
                  </a:cubicBezTo>
                  <a:lnTo>
                    <a:pt x="13475" y="9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1" name="Google Shape;941;p27"/>
            <p:cNvGrpSpPr/>
            <p:nvPr/>
          </p:nvGrpSpPr>
          <p:grpSpPr>
            <a:xfrm>
              <a:off x="7103268" y="3838527"/>
              <a:ext cx="311479" cy="380952"/>
              <a:chOff x="7103268" y="3838527"/>
              <a:chExt cx="311479" cy="380952"/>
            </a:xfrm>
          </p:grpSpPr>
          <p:sp>
            <p:nvSpPr>
              <p:cNvPr id="942" name="Google Shape;942;p27"/>
              <p:cNvSpPr/>
              <p:nvPr/>
            </p:nvSpPr>
            <p:spPr>
              <a:xfrm>
                <a:off x="7292367" y="3950140"/>
                <a:ext cx="18804" cy="12354"/>
              </a:xfrm>
              <a:custGeom>
                <a:rect b="b" l="l" r="r" t="t"/>
                <a:pathLst>
                  <a:path extrusionOk="0" h="12354" w="18804">
                    <a:moveTo>
                      <a:pt x="67" y="4830"/>
                    </a:moveTo>
                    <a:cubicBezTo>
                      <a:pt x="-409" y="7878"/>
                      <a:pt x="1687" y="10735"/>
                      <a:pt x="4735" y="11212"/>
                    </a:cubicBezTo>
                    <a:lnTo>
                      <a:pt x="12355" y="12355"/>
                    </a:lnTo>
                    <a:cubicBezTo>
                      <a:pt x="12355" y="12355"/>
                      <a:pt x="12927" y="12355"/>
                      <a:pt x="13212" y="12355"/>
                    </a:cubicBezTo>
                    <a:cubicBezTo>
                      <a:pt x="15879" y="12355"/>
                      <a:pt x="18356" y="10355"/>
                      <a:pt x="18737" y="7592"/>
                    </a:cubicBezTo>
                    <a:cubicBezTo>
                      <a:pt x="19213" y="4544"/>
                      <a:pt x="17118" y="1687"/>
                      <a:pt x="14070" y="1210"/>
                    </a:cubicBezTo>
                    <a:lnTo>
                      <a:pt x="6450" y="67"/>
                    </a:lnTo>
                    <a:cubicBezTo>
                      <a:pt x="3402" y="-409"/>
                      <a:pt x="544" y="1687"/>
                      <a:pt x="67" y="4735"/>
                    </a:cubicBezTo>
                    <a:lnTo>
                      <a:pt x="67" y="47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27"/>
              <p:cNvSpPr/>
              <p:nvPr/>
            </p:nvSpPr>
            <p:spPr>
              <a:xfrm>
                <a:off x="7103268" y="3838527"/>
                <a:ext cx="311479" cy="380952"/>
              </a:xfrm>
              <a:custGeom>
                <a:rect b="b" l="l" r="r" t="t"/>
                <a:pathLst>
                  <a:path extrusionOk="0" h="380952" w="311479">
                    <a:moveTo>
                      <a:pt x="310515" y="242173"/>
                    </a:moveTo>
                    <a:lnTo>
                      <a:pt x="288417" y="189500"/>
                    </a:lnTo>
                    <a:cubicBezTo>
                      <a:pt x="289274" y="187785"/>
                      <a:pt x="289846" y="185880"/>
                      <a:pt x="289846" y="183785"/>
                    </a:cubicBezTo>
                    <a:lnTo>
                      <a:pt x="289846" y="150543"/>
                    </a:lnTo>
                    <a:cubicBezTo>
                      <a:pt x="289846" y="143685"/>
                      <a:pt x="284226" y="138065"/>
                      <a:pt x="277368" y="138065"/>
                    </a:cubicBezTo>
                    <a:lnTo>
                      <a:pt x="266891" y="138065"/>
                    </a:lnTo>
                    <a:lnTo>
                      <a:pt x="222695" y="32623"/>
                    </a:lnTo>
                    <a:cubicBezTo>
                      <a:pt x="222123" y="31290"/>
                      <a:pt x="221075" y="30147"/>
                      <a:pt x="219646" y="29575"/>
                    </a:cubicBezTo>
                    <a:lnTo>
                      <a:pt x="148495" y="429"/>
                    </a:lnTo>
                    <a:cubicBezTo>
                      <a:pt x="147161" y="-143"/>
                      <a:pt x="145542" y="-143"/>
                      <a:pt x="144209" y="429"/>
                    </a:cubicBezTo>
                    <a:lnTo>
                      <a:pt x="122777" y="9477"/>
                    </a:lnTo>
                    <a:cubicBezTo>
                      <a:pt x="119920" y="10716"/>
                      <a:pt x="118586" y="13954"/>
                      <a:pt x="119824" y="16812"/>
                    </a:cubicBezTo>
                    <a:cubicBezTo>
                      <a:pt x="121063" y="19669"/>
                      <a:pt x="124301" y="21003"/>
                      <a:pt x="127159" y="19764"/>
                    </a:cubicBezTo>
                    <a:lnTo>
                      <a:pt x="143446" y="12906"/>
                    </a:lnTo>
                    <a:lnTo>
                      <a:pt x="159544" y="51292"/>
                    </a:lnTo>
                    <a:cubicBezTo>
                      <a:pt x="160877" y="54435"/>
                      <a:pt x="163354" y="56912"/>
                      <a:pt x="166497" y="58150"/>
                    </a:cubicBezTo>
                    <a:cubicBezTo>
                      <a:pt x="168021" y="58817"/>
                      <a:pt x="169736" y="59103"/>
                      <a:pt x="171355" y="59103"/>
                    </a:cubicBezTo>
                    <a:cubicBezTo>
                      <a:pt x="172974" y="59103"/>
                      <a:pt x="174688" y="58817"/>
                      <a:pt x="176308" y="58150"/>
                    </a:cubicBezTo>
                    <a:lnTo>
                      <a:pt x="214693" y="42053"/>
                    </a:lnTo>
                    <a:lnTo>
                      <a:pt x="254889" y="137970"/>
                    </a:lnTo>
                    <a:lnTo>
                      <a:pt x="233839" y="137970"/>
                    </a:lnTo>
                    <a:cubicBezTo>
                      <a:pt x="230791" y="137970"/>
                      <a:pt x="228219" y="140446"/>
                      <a:pt x="228219" y="143589"/>
                    </a:cubicBezTo>
                    <a:cubicBezTo>
                      <a:pt x="228219" y="146733"/>
                      <a:pt x="230695" y="149209"/>
                      <a:pt x="233839" y="149209"/>
                    </a:cubicBezTo>
                    <a:lnTo>
                      <a:pt x="277463" y="149209"/>
                    </a:lnTo>
                    <a:cubicBezTo>
                      <a:pt x="278225" y="149209"/>
                      <a:pt x="278797" y="149781"/>
                      <a:pt x="278797" y="150543"/>
                    </a:cubicBezTo>
                    <a:lnTo>
                      <a:pt x="278797" y="183785"/>
                    </a:lnTo>
                    <a:cubicBezTo>
                      <a:pt x="278797" y="184547"/>
                      <a:pt x="278225" y="185118"/>
                      <a:pt x="277463" y="185118"/>
                    </a:cubicBezTo>
                    <a:lnTo>
                      <a:pt x="12573" y="185118"/>
                    </a:lnTo>
                    <a:cubicBezTo>
                      <a:pt x="11811" y="185118"/>
                      <a:pt x="11239" y="184547"/>
                      <a:pt x="11239" y="183785"/>
                    </a:cubicBezTo>
                    <a:lnTo>
                      <a:pt x="11239" y="150543"/>
                    </a:lnTo>
                    <a:cubicBezTo>
                      <a:pt x="11239" y="149781"/>
                      <a:pt x="11811" y="149209"/>
                      <a:pt x="12573" y="149209"/>
                    </a:cubicBezTo>
                    <a:lnTo>
                      <a:pt x="208979" y="149209"/>
                    </a:lnTo>
                    <a:cubicBezTo>
                      <a:pt x="212027" y="149209"/>
                      <a:pt x="214599" y="146733"/>
                      <a:pt x="214599" y="143589"/>
                    </a:cubicBezTo>
                    <a:cubicBezTo>
                      <a:pt x="214599" y="140446"/>
                      <a:pt x="212122" y="137970"/>
                      <a:pt x="208979" y="137970"/>
                    </a:cubicBezTo>
                    <a:lnTo>
                      <a:pt x="177546" y="137970"/>
                    </a:lnTo>
                    <a:cubicBezTo>
                      <a:pt x="180975" y="127111"/>
                      <a:pt x="180594" y="115300"/>
                      <a:pt x="176022" y="104537"/>
                    </a:cubicBezTo>
                    <a:cubicBezTo>
                      <a:pt x="165640" y="79772"/>
                      <a:pt x="137160" y="68056"/>
                      <a:pt x="112395" y="78438"/>
                    </a:cubicBezTo>
                    <a:cubicBezTo>
                      <a:pt x="88963" y="88249"/>
                      <a:pt x="77248" y="114252"/>
                      <a:pt x="84772" y="137970"/>
                    </a:cubicBezTo>
                    <a:lnTo>
                      <a:pt x="53245" y="137970"/>
                    </a:lnTo>
                    <a:lnTo>
                      <a:pt x="22765" y="65199"/>
                    </a:lnTo>
                    <a:cubicBezTo>
                      <a:pt x="22574" y="64722"/>
                      <a:pt x="22670" y="64246"/>
                      <a:pt x="22765" y="63960"/>
                    </a:cubicBezTo>
                    <a:cubicBezTo>
                      <a:pt x="22765" y="63770"/>
                      <a:pt x="23051" y="63294"/>
                      <a:pt x="23622" y="63103"/>
                    </a:cubicBezTo>
                    <a:lnTo>
                      <a:pt x="104204" y="29289"/>
                    </a:lnTo>
                    <a:cubicBezTo>
                      <a:pt x="107061" y="28051"/>
                      <a:pt x="108395" y="24813"/>
                      <a:pt x="107156" y="21955"/>
                    </a:cubicBezTo>
                    <a:cubicBezTo>
                      <a:pt x="105918" y="19098"/>
                      <a:pt x="102679" y="17764"/>
                      <a:pt x="99822" y="19002"/>
                    </a:cubicBezTo>
                    <a:lnTo>
                      <a:pt x="19240" y="52816"/>
                    </a:lnTo>
                    <a:cubicBezTo>
                      <a:pt x="16097" y="54150"/>
                      <a:pt x="13621" y="56626"/>
                      <a:pt x="12382" y="59769"/>
                    </a:cubicBezTo>
                    <a:cubicBezTo>
                      <a:pt x="11049" y="62913"/>
                      <a:pt x="11144" y="66437"/>
                      <a:pt x="12382" y="69485"/>
                    </a:cubicBezTo>
                    <a:lnTo>
                      <a:pt x="41053" y="137970"/>
                    </a:lnTo>
                    <a:lnTo>
                      <a:pt x="12478" y="137970"/>
                    </a:lnTo>
                    <a:cubicBezTo>
                      <a:pt x="5620" y="137970"/>
                      <a:pt x="0" y="143589"/>
                      <a:pt x="0" y="150447"/>
                    </a:cubicBezTo>
                    <a:lnTo>
                      <a:pt x="0" y="183690"/>
                    </a:lnTo>
                    <a:cubicBezTo>
                      <a:pt x="0" y="190548"/>
                      <a:pt x="5620" y="196167"/>
                      <a:pt x="12478" y="196167"/>
                    </a:cubicBezTo>
                    <a:lnTo>
                      <a:pt x="16859" y="196167"/>
                    </a:lnTo>
                    <a:lnTo>
                      <a:pt x="16859" y="274272"/>
                    </a:lnTo>
                    <a:cubicBezTo>
                      <a:pt x="16859" y="277320"/>
                      <a:pt x="19336" y="279892"/>
                      <a:pt x="22479" y="279892"/>
                    </a:cubicBezTo>
                    <a:cubicBezTo>
                      <a:pt x="25622" y="279892"/>
                      <a:pt x="28099" y="277416"/>
                      <a:pt x="28099" y="274272"/>
                    </a:cubicBezTo>
                    <a:lnTo>
                      <a:pt x="28099" y="196167"/>
                    </a:lnTo>
                    <a:lnTo>
                      <a:pt x="261842" y="196167"/>
                    </a:lnTo>
                    <a:lnTo>
                      <a:pt x="261842" y="368475"/>
                    </a:lnTo>
                    <a:cubicBezTo>
                      <a:pt x="261842" y="369237"/>
                      <a:pt x="261271" y="369808"/>
                      <a:pt x="260509" y="369808"/>
                    </a:cubicBezTo>
                    <a:lnTo>
                      <a:pt x="29432" y="369808"/>
                    </a:lnTo>
                    <a:cubicBezTo>
                      <a:pt x="28670" y="369808"/>
                      <a:pt x="28099" y="369237"/>
                      <a:pt x="28099" y="368475"/>
                    </a:cubicBezTo>
                    <a:lnTo>
                      <a:pt x="28099" y="299037"/>
                    </a:lnTo>
                    <a:cubicBezTo>
                      <a:pt x="28099" y="295990"/>
                      <a:pt x="25622" y="293418"/>
                      <a:pt x="22479" y="293418"/>
                    </a:cubicBezTo>
                    <a:cubicBezTo>
                      <a:pt x="19336" y="293418"/>
                      <a:pt x="16859" y="295894"/>
                      <a:pt x="16859" y="299037"/>
                    </a:cubicBezTo>
                    <a:lnTo>
                      <a:pt x="16859" y="368475"/>
                    </a:lnTo>
                    <a:cubicBezTo>
                      <a:pt x="16859" y="375333"/>
                      <a:pt x="22479" y="380952"/>
                      <a:pt x="29337" y="380952"/>
                    </a:cubicBezTo>
                    <a:lnTo>
                      <a:pt x="260414" y="380952"/>
                    </a:lnTo>
                    <a:cubicBezTo>
                      <a:pt x="267271" y="380952"/>
                      <a:pt x="272891" y="375333"/>
                      <a:pt x="272891" y="368475"/>
                    </a:cubicBezTo>
                    <a:lnTo>
                      <a:pt x="272891" y="271605"/>
                    </a:lnTo>
                    <a:lnTo>
                      <a:pt x="303657" y="258747"/>
                    </a:lnTo>
                    <a:cubicBezTo>
                      <a:pt x="306800" y="257413"/>
                      <a:pt x="309276" y="254937"/>
                      <a:pt x="310515" y="251793"/>
                    </a:cubicBezTo>
                    <a:cubicBezTo>
                      <a:pt x="311848" y="248650"/>
                      <a:pt x="311753" y="245126"/>
                      <a:pt x="310515" y="241983"/>
                    </a:cubicBezTo>
                    <a:lnTo>
                      <a:pt x="310515" y="241983"/>
                    </a:lnTo>
                    <a:close/>
                    <a:moveTo>
                      <a:pt x="171831" y="47863"/>
                    </a:moveTo>
                    <a:cubicBezTo>
                      <a:pt x="171260" y="48054"/>
                      <a:pt x="170879" y="47958"/>
                      <a:pt x="170593" y="47863"/>
                    </a:cubicBezTo>
                    <a:cubicBezTo>
                      <a:pt x="170307" y="47768"/>
                      <a:pt x="169926" y="47482"/>
                      <a:pt x="169736" y="47006"/>
                    </a:cubicBezTo>
                    <a:lnTo>
                      <a:pt x="156686" y="15859"/>
                    </a:lnTo>
                    <a:lnTo>
                      <a:pt x="202882" y="34814"/>
                    </a:lnTo>
                    <a:lnTo>
                      <a:pt x="171736" y="47863"/>
                    </a:lnTo>
                    <a:close/>
                    <a:moveTo>
                      <a:pt x="96488" y="137779"/>
                    </a:moveTo>
                    <a:cubicBezTo>
                      <a:pt x="88487" y="118729"/>
                      <a:pt x="97536" y="96726"/>
                      <a:pt x="116586" y="88725"/>
                    </a:cubicBezTo>
                    <a:cubicBezTo>
                      <a:pt x="135636" y="80724"/>
                      <a:pt x="157639" y="89773"/>
                      <a:pt x="165640" y="108823"/>
                    </a:cubicBezTo>
                    <a:cubicBezTo>
                      <a:pt x="169545" y="118253"/>
                      <a:pt x="169450" y="128730"/>
                      <a:pt x="165545" y="137970"/>
                    </a:cubicBezTo>
                    <a:lnTo>
                      <a:pt x="150400" y="137970"/>
                    </a:lnTo>
                    <a:cubicBezTo>
                      <a:pt x="152400" y="134160"/>
                      <a:pt x="152781" y="129588"/>
                      <a:pt x="150971" y="125301"/>
                    </a:cubicBezTo>
                    <a:cubicBezTo>
                      <a:pt x="147828" y="117777"/>
                      <a:pt x="139160" y="114252"/>
                      <a:pt x="131636" y="117396"/>
                    </a:cubicBezTo>
                    <a:lnTo>
                      <a:pt x="126492" y="119491"/>
                    </a:lnTo>
                    <a:cubicBezTo>
                      <a:pt x="125635" y="119872"/>
                      <a:pt x="124587" y="119872"/>
                      <a:pt x="123730" y="119491"/>
                    </a:cubicBezTo>
                    <a:cubicBezTo>
                      <a:pt x="122872" y="119110"/>
                      <a:pt x="122111" y="118443"/>
                      <a:pt x="121729" y="117586"/>
                    </a:cubicBezTo>
                    <a:cubicBezTo>
                      <a:pt x="121348" y="116729"/>
                      <a:pt x="121348" y="115681"/>
                      <a:pt x="121729" y="114824"/>
                    </a:cubicBezTo>
                    <a:cubicBezTo>
                      <a:pt x="122111" y="113967"/>
                      <a:pt x="122777" y="113205"/>
                      <a:pt x="123635" y="112824"/>
                    </a:cubicBezTo>
                    <a:lnTo>
                      <a:pt x="128778" y="110633"/>
                    </a:lnTo>
                    <a:cubicBezTo>
                      <a:pt x="129921" y="110157"/>
                      <a:pt x="131159" y="110252"/>
                      <a:pt x="132207" y="110919"/>
                    </a:cubicBezTo>
                    <a:cubicBezTo>
                      <a:pt x="134779" y="112633"/>
                      <a:pt x="138208" y="111871"/>
                      <a:pt x="139922" y="109299"/>
                    </a:cubicBezTo>
                    <a:cubicBezTo>
                      <a:pt x="141637" y="106728"/>
                      <a:pt x="140875" y="103299"/>
                      <a:pt x="138303" y="101584"/>
                    </a:cubicBezTo>
                    <a:cubicBezTo>
                      <a:pt x="134969" y="99393"/>
                      <a:pt x="130969" y="98727"/>
                      <a:pt x="127159" y="99489"/>
                    </a:cubicBezTo>
                    <a:lnTo>
                      <a:pt x="126587" y="98250"/>
                    </a:lnTo>
                    <a:cubicBezTo>
                      <a:pt x="125444" y="95393"/>
                      <a:pt x="122111" y="94059"/>
                      <a:pt x="119253" y="95298"/>
                    </a:cubicBezTo>
                    <a:cubicBezTo>
                      <a:pt x="116396" y="96441"/>
                      <a:pt x="115062" y="99774"/>
                      <a:pt x="116300" y="102632"/>
                    </a:cubicBezTo>
                    <a:lnTo>
                      <a:pt x="116872" y="103870"/>
                    </a:lnTo>
                    <a:cubicBezTo>
                      <a:pt x="114395" y="105489"/>
                      <a:pt x="112490" y="107775"/>
                      <a:pt x="111347" y="110538"/>
                    </a:cubicBezTo>
                    <a:cubicBezTo>
                      <a:pt x="109823" y="114157"/>
                      <a:pt x="109823" y="118158"/>
                      <a:pt x="111347" y="121872"/>
                    </a:cubicBezTo>
                    <a:cubicBezTo>
                      <a:pt x="112871" y="125492"/>
                      <a:pt x="115729" y="128349"/>
                      <a:pt x="119348" y="129873"/>
                    </a:cubicBezTo>
                    <a:cubicBezTo>
                      <a:pt x="122968" y="131397"/>
                      <a:pt x="126968" y="131397"/>
                      <a:pt x="130683" y="129873"/>
                    </a:cubicBezTo>
                    <a:lnTo>
                      <a:pt x="135827" y="127683"/>
                    </a:lnTo>
                    <a:cubicBezTo>
                      <a:pt x="137636" y="126921"/>
                      <a:pt x="139827" y="127778"/>
                      <a:pt x="140589" y="129588"/>
                    </a:cubicBezTo>
                    <a:cubicBezTo>
                      <a:pt x="141351" y="131397"/>
                      <a:pt x="140494" y="133588"/>
                      <a:pt x="138684" y="134350"/>
                    </a:cubicBezTo>
                    <a:lnTo>
                      <a:pt x="133540" y="136541"/>
                    </a:lnTo>
                    <a:cubicBezTo>
                      <a:pt x="132207" y="137112"/>
                      <a:pt x="130683" y="136827"/>
                      <a:pt x="129635" y="135779"/>
                    </a:cubicBezTo>
                    <a:cubicBezTo>
                      <a:pt x="127445" y="133588"/>
                      <a:pt x="123920" y="133683"/>
                      <a:pt x="121729" y="135779"/>
                    </a:cubicBezTo>
                    <a:cubicBezTo>
                      <a:pt x="121158" y="136446"/>
                      <a:pt x="120682" y="137112"/>
                      <a:pt x="120396" y="137874"/>
                    </a:cubicBezTo>
                    <a:lnTo>
                      <a:pt x="96488" y="137874"/>
                    </a:lnTo>
                    <a:cubicBezTo>
                      <a:pt x="96488" y="137874"/>
                      <a:pt x="96488" y="137684"/>
                      <a:pt x="96393" y="137684"/>
                    </a:cubicBezTo>
                    <a:lnTo>
                      <a:pt x="96393" y="137684"/>
                    </a:lnTo>
                    <a:close/>
                    <a:moveTo>
                      <a:pt x="300228" y="247698"/>
                    </a:moveTo>
                    <a:cubicBezTo>
                      <a:pt x="300228" y="247698"/>
                      <a:pt x="299942" y="248364"/>
                      <a:pt x="299371" y="248555"/>
                    </a:cubicBezTo>
                    <a:lnTo>
                      <a:pt x="272986" y="259604"/>
                    </a:lnTo>
                    <a:lnTo>
                      <a:pt x="272986" y="196167"/>
                    </a:lnTo>
                    <a:lnTo>
                      <a:pt x="277368" y="196167"/>
                    </a:lnTo>
                    <a:cubicBezTo>
                      <a:pt x="277939" y="196167"/>
                      <a:pt x="278511" y="196167"/>
                      <a:pt x="279082" y="196072"/>
                    </a:cubicBezTo>
                    <a:lnTo>
                      <a:pt x="300228" y="246459"/>
                    </a:lnTo>
                    <a:cubicBezTo>
                      <a:pt x="300418" y="246936"/>
                      <a:pt x="300324" y="247412"/>
                      <a:pt x="300228" y="247698"/>
                    </a:cubicBezTo>
                    <a:lnTo>
                      <a:pt x="300228" y="2476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4" name="Google Shape;944;p27"/>
            <p:cNvSpPr/>
            <p:nvPr/>
          </p:nvSpPr>
          <p:spPr>
            <a:xfrm>
              <a:off x="7146620" y="3892880"/>
              <a:ext cx="48169" cy="26751"/>
            </a:xfrm>
            <a:custGeom>
              <a:rect b="b" l="l" r="r" t="t"/>
              <a:pathLst>
                <a:path extrusionOk="0" h="26751" w="48169">
                  <a:moveTo>
                    <a:pt x="47707" y="3416"/>
                  </a:moveTo>
                  <a:cubicBezTo>
                    <a:pt x="46564" y="558"/>
                    <a:pt x="43230" y="-775"/>
                    <a:pt x="40373" y="463"/>
                  </a:cubicBezTo>
                  <a:lnTo>
                    <a:pt x="3416" y="15989"/>
                  </a:lnTo>
                  <a:cubicBezTo>
                    <a:pt x="558" y="17227"/>
                    <a:pt x="-775" y="20466"/>
                    <a:pt x="463" y="23323"/>
                  </a:cubicBezTo>
                  <a:cubicBezTo>
                    <a:pt x="1320" y="25418"/>
                    <a:pt x="3416" y="26752"/>
                    <a:pt x="5607" y="26752"/>
                  </a:cubicBezTo>
                  <a:cubicBezTo>
                    <a:pt x="6368" y="26752"/>
                    <a:pt x="7035" y="26562"/>
                    <a:pt x="7797" y="26276"/>
                  </a:cubicBezTo>
                  <a:lnTo>
                    <a:pt x="44754" y="10750"/>
                  </a:lnTo>
                  <a:cubicBezTo>
                    <a:pt x="47612" y="9512"/>
                    <a:pt x="48945" y="6273"/>
                    <a:pt x="47707" y="3416"/>
                  </a:cubicBezTo>
                  <a:lnTo>
                    <a:pt x="47707" y="34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7"/>
            <p:cNvSpPr/>
            <p:nvPr/>
          </p:nvSpPr>
          <p:spPr>
            <a:xfrm>
              <a:off x="7153859" y="3917836"/>
              <a:ext cx="26262" cy="17512"/>
            </a:xfrm>
            <a:custGeom>
              <a:rect b="b" l="l" r="r" t="t"/>
              <a:pathLst>
                <a:path extrusionOk="0" h="17512" w="26262">
                  <a:moveTo>
                    <a:pt x="18465" y="463"/>
                  </a:moveTo>
                  <a:lnTo>
                    <a:pt x="3416" y="6749"/>
                  </a:lnTo>
                  <a:cubicBezTo>
                    <a:pt x="558" y="7892"/>
                    <a:pt x="-775" y="11226"/>
                    <a:pt x="463" y="14084"/>
                  </a:cubicBezTo>
                  <a:cubicBezTo>
                    <a:pt x="1320" y="16179"/>
                    <a:pt x="3416" y="17513"/>
                    <a:pt x="5606" y="17513"/>
                  </a:cubicBezTo>
                  <a:cubicBezTo>
                    <a:pt x="6369" y="17513"/>
                    <a:pt x="7035" y="17417"/>
                    <a:pt x="7797" y="17036"/>
                  </a:cubicBezTo>
                  <a:lnTo>
                    <a:pt x="22847" y="10750"/>
                  </a:lnTo>
                  <a:cubicBezTo>
                    <a:pt x="25704" y="9512"/>
                    <a:pt x="27038" y="6273"/>
                    <a:pt x="25799" y="3416"/>
                  </a:cubicBezTo>
                  <a:cubicBezTo>
                    <a:pt x="24561" y="558"/>
                    <a:pt x="21323" y="-775"/>
                    <a:pt x="18465" y="463"/>
                  </a:cubicBezTo>
                  <a:lnTo>
                    <a:pt x="18465" y="46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27"/>
            <p:cNvSpPr/>
            <p:nvPr/>
          </p:nvSpPr>
          <p:spPr>
            <a:xfrm>
              <a:off x="7202995" y="4054792"/>
              <a:ext cx="90487" cy="44862"/>
            </a:xfrm>
            <a:custGeom>
              <a:rect b="b" l="l" r="r" t="t"/>
              <a:pathLst>
                <a:path extrusionOk="0" h="44862" w="90487">
                  <a:moveTo>
                    <a:pt x="74581" y="0"/>
                  </a:moveTo>
                  <a:lnTo>
                    <a:pt x="15907" y="0"/>
                  </a:lnTo>
                  <a:cubicBezTo>
                    <a:pt x="7144" y="0"/>
                    <a:pt x="0" y="7144"/>
                    <a:pt x="0" y="15907"/>
                  </a:cubicBezTo>
                  <a:lnTo>
                    <a:pt x="0" y="28956"/>
                  </a:lnTo>
                  <a:cubicBezTo>
                    <a:pt x="0" y="37719"/>
                    <a:pt x="7144" y="44863"/>
                    <a:pt x="15907" y="44863"/>
                  </a:cubicBezTo>
                  <a:lnTo>
                    <a:pt x="74581" y="44863"/>
                  </a:lnTo>
                  <a:cubicBezTo>
                    <a:pt x="83344" y="44863"/>
                    <a:pt x="90487" y="37719"/>
                    <a:pt x="90487" y="28956"/>
                  </a:cubicBezTo>
                  <a:lnTo>
                    <a:pt x="90487" y="15907"/>
                  </a:lnTo>
                  <a:cubicBezTo>
                    <a:pt x="90487" y="7144"/>
                    <a:pt x="83344" y="0"/>
                    <a:pt x="74581" y="0"/>
                  </a:cubicBezTo>
                  <a:lnTo>
                    <a:pt x="74581" y="0"/>
                  </a:lnTo>
                  <a:close/>
                  <a:moveTo>
                    <a:pt x="79248" y="28956"/>
                  </a:moveTo>
                  <a:cubicBezTo>
                    <a:pt x="79248" y="31623"/>
                    <a:pt x="77153" y="33719"/>
                    <a:pt x="74486" y="33719"/>
                  </a:cubicBezTo>
                  <a:lnTo>
                    <a:pt x="15812" y="33719"/>
                  </a:lnTo>
                  <a:cubicBezTo>
                    <a:pt x="13145" y="33719"/>
                    <a:pt x="11049" y="31623"/>
                    <a:pt x="11049" y="28956"/>
                  </a:cubicBezTo>
                  <a:lnTo>
                    <a:pt x="11049" y="15907"/>
                  </a:lnTo>
                  <a:cubicBezTo>
                    <a:pt x="11049" y="13335"/>
                    <a:pt x="13145" y="11144"/>
                    <a:pt x="15812" y="11144"/>
                  </a:cubicBezTo>
                  <a:lnTo>
                    <a:pt x="74486" y="11144"/>
                  </a:lnTo>
                  <a:cubicBezTo>
                    <a:pt x="77153" y="11144"/>
                    <a:pt x="79248" y="13240"/>
                    <a:pt x="79248" y="15907"/>
                  </a:cubicBezTo>
                  <a:lnTo>
                    <a:pt x="79248" y="289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27"/>
            <p:cNvSpPr/>
            <p:nvPr/>
          </p:nvSpPr>
          <p:spPr>
            <a:xfrm>
              <a:off x="7147369" y="4149851"/>
              <a:ext cx="80391" cy="42100"/>
            </a:xfrm>
            <a:custGeom>
              <a:rect b="b" l="l" r="r" t="t"/>
              <a:pathLst>
                <a:path extrusionOk="0" h="42100" w="80391">
                  <a:moveTo>
                    <a:pt x="0" y="13621"/>
                  </a:moveTo>
                  <a:lnTo>
                    <a:pt x="0" y="28480"/>
                  </a:lnTo>
                  <a:cubicBezTo>
                    <a:pt x="0" y="36005"/>
                    <a:pt x="6096" y="42101"/>
                    <a:pt x="13621" y="42101"/>
                  </a:cubicBezTo>
                  <a:lnTo>
                    <a:pt x="66770" y="42101"/>
                  </a:lnTo>
                  <a:cubicBezTo>
                    <a:pt x="74295" y="42101"/>
                    <a:pt x="80391" y="36005"/>
                    <a:pt x="80391" y="28480"/>
                  </a:cubicBezTo>
                  <a:lnTo>
                    <a:pt x="80391" y="13621"/>
                  </a:lnTo>
                  <a:cubicBezTo>
                    <a:pt x="80391" y="6096"/>
                    <a:pt x="74295" y="0"/>
                    <a:pt x="66770" y="0"/>
                  </a:cubicBezTo>
                  <a:lnTo>
                    <a:pt x="13621" y="0"/>
                  </a:lnTo>
                  <a:cubicBezTo>
                    <a:pt x="6096" y="0"/>
                    <a:pt x="0" y="6096"/>
                    <a:pt x="0" y="13621"/>
                  </a:cubicBezTo>
                  <a:lnTo>
                    <a:pt x="0" y="13621"/>
                  </a:lnTo>
                  <a:close/>
                  <a:moveTo>
                    <a:pt x="69247" y="13621"/>
                  </a:moveTo>
                  <a:lnTo>
                    <a:pt x="69247" y="28480"/>
                  </a:lnTo>
                  <a:cubicBezTo>
                    <a:pt x="69247" y="29813"/>
                    <a:pt x="68104" y="30956"/>
                    <a:pt x="66770" y="30956"/>
                  </a:cubicBezTo>
                  <a:lnTo>
                    <a:pt x="13621" y="30956"/>
                  </a:lnTo>
                  <a:cubicBezTo>
                    <a:pt x="12287" y="30956"/>
                    <a:pt x="11144" y="29813"/>
                    <a:pt x="11144" y="28480"/>
                  </a:cubicBezTo>
                  <a:lnTo>
                    <a:pt x="11144" y="13621"/>
                  </a:lnTo>
                  <a:cubicBezTo>
                    <a:pt x="11144" y="12287"/>
                    <a:pt x="12287" y="11144"/>
                    <a:pt x="13621" y="11144"/>
                  </a:cubicBezTo>
                  <a:lnTo>
                    <a:pt x="66770" y="11144"/>
                  </a:lnTo>
                  <a:cubicBezTo>
                    <a:pt x="68104" y="11144"/>
                    <a:pt x="69247" y="12287"/>
                    <a:pt x="69247" y="13621"/>
                  </a:cubicBezTo>
                  <a:lnTo>
                    <a:pt x="69247" y="1362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27"/>
            <p:cNvSpPr/>
            <p:nvPr/>
          </p:nvSpPr>
          <p:spPr>
            <a:xfrm>
              <a:off x="7311199" y="4156805"/>
              <a:ext cx="37813" cy="11239"/>
            </a:xfrm>
            <a:custGeom>
              <a:rect b="b" l="l" r="r" t="t"/>
              <a:pathLst>
                <a:path extrusionOk="0" h="11239" w="37813">
                  <a:moveTo>
                    <a:pt x="32195" y="11239"/>
                  </a:moveTo>
                  <a:cubicBezTo>
                    <a:pt x="35243" y="11239"/>
                    <a:pt x="37814" y="8763"/>
                    <a:pt x="37814" y="5620"/>
                  </a:cubicBezTo>
                  <a:cubicBezTo>
                    <a:pt x="37814" y="2476"/>
                    <a:pt x="35337" y="0"/>
                    <a:pt x="32195" y="0"/>
                  </a:cubicBez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32195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27"/>
            <p:cNvSpPr/>
            <p:nvPr/>
          </p:nvSpPr>
          <p:spPr>
            <a:xfrm>
              <a:off x="7280909" y="4175379"/>
              <a:ext cx="68103" cy="11239"/>
            </a:xfrm>
            <a:custGeom>
              <a:rect b="b" l="l" r="r" t="t"/>
              <a:pathLst>
                <a:path extrusionOk="0" h="11239" w="68103">
                  <a:moveTo>
                    <a:pt x="0" y="5620"/>
                  </a:moveTo>
                  <a:cubicBezTo>
                    <a:pt x="0" y="8668"/>
                    <a:pt x="2477" y="11239"/>
                    <a:pt x="5620" y="11239"/>
                  </a:cubicBezTo>
                  <a:lnTo>
                    <a:pt x="62484" y="11239"/>
                  </a:lnTo>
                  <a:cubicBezTo>
                    <a:pt x="65532" y="11239"/>
                    <a:pt x="68104" y="8763"/>
                    <a:pt x="68104" y="5620"/>
                  </a:cubicBezTo>
                  <a:cubicBezTo>
                    <a:pt x="68104" y="2476"/>
                    <a:pt x="65627" y="0"/>
                    <a:pt x="62484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0" name="Google Shape;950;p27"/>
          <p:cNvGrpSpPr/>
          <p:nvPr/>
        </p:nvGrpSpPr>
        <p:grpSpPr>
          <a:xfrm>
            <a:off x="4858695" y="3313560"/>
            <a:ext cx="294655" cy="426110"/>
            <a:chOff x="6350126" y="3838575"/>
            <a:chExt cx="263461" cy="381000"/>
          </a:xfrm>
        </p:grpSpPr>
        <p:sp>
          <p:nvSpPr>
            <p:cNvPr id="951" name="Google Shape;951;p27"/>
            <p:cNvSpPr/>
            <p:nvPr/>
          </p:nvSpPr>
          <p:spPr>
            <a:xfrm>
              <a:off x="6350126" y="3838575"/>
              <a:ext cx="263461" cy="381000"/>
            </a:xfrm>
            <a:custGeom>
              <a:rect b="b" l="l" r="r" t="t"/>
              <a:pathLst>
                <a:path extrusionOk="0" h="381000" w="263461">
                  <a:moveTo>
                    <a:pt x="263462" y="75057"/>
                  </a:moveTo>
                  <a:cubicBezTo>
                    <a:pt x="263462" y="75057"/>
                    <a:pt x="263462" y="74867"/>
                    <a:pt x="263462" y="74867"/>
                  </a:cubicBezTo>
                  <a:cubicBezTo>
                    <a:pt x="263462" y="74867"/>
                    <a:pt x="263462" y="74676"/>
                    <a:pt x="263462" y="74581"/>
                  </a:cubicBezTo>
                  <a:cubicBezTo>
                    <a:pt x="263271" y="73342"/>
                    <a:pt x="262795" y="72200"/>
                    <a:pt x="261842" y="71247"/>
                  </a:cubicBezTo>
                  <a:lnTo>
                    <a:pt x="236220" y="45625"/>
                  </a:lnTo>
                  <a:cubicBezTo>
                    <a:pt x="234029" y="43434"/>
                    <a:pt x="230505" y="43434"/>
                    <a:pt x="228314" y="45625"/>
                  </a:cubicBezTo>
                  <a:cubicBezTo>
                    <a:pt x="226124" y="47816"/>
                    <a:pt x="226124" y="51340"/>
                    <a:pt x="228314" y="53530"/>
                  </a:cubicBezTo>
                  <a:lnTo>
                    <a:pt x="244412" y="69628"/>
                  </a:lnTo>
                  <a:lnTo>
                    <a:pt x="197453" y="69628"/>
                  </a:lnTo>
                  <a:cubicBezTo>
                    <a:pt x="195453" y="69628"/>
                    <a:pt x="193834" y="68008"/>
                    <a:pt x="193834" y="66008"/>
                  </a:cubicBezTo>
                  <a:lnTo>
                    <a:pt x="193834" y="19050"/>
                  </a:lnTo>
                  <a:lnTo>
                    <a:pt x="210788" y="36004"/>
                  </a:lnTo>
                  <a:cubicBezTo>
                    <a:pt x="212979" y="38195"/>
                    <a:pt x="216503" y="38195"/>
                    <a:pt x="218694" y="36004"/>
                  </a:cubicBezTo>
                  <a:cubicBezTo>
                    <a:pt x="220885" y="33814"/>
                    <a:pt x="220885" y="30289"/>
                    <a:pt x="218694" y="28099"/>
                  </a:cubicBezTo>
                  <a:lnTo>
                    <a:pt x="192214" y="1619"/>
                  </a:lnTo>
                  <a:cubicBezTo>
                    <a:pt x="191357" y="762"/>
                    <a:pt x="190214" y="191"/>
                    <a:pt x="188976" y="0"/>
                  </a:cubicBezTo>
                  <a:cubicBezTo>
                    <a:pt x="188881" y="0"/>
                    <a:pt x="188786" y="0"/>
                    <a:pt x="188690" y="0"/>
                  </a:cubicBezTo>
                  <a:cubicBezTo>
                    <a:pt x="188690" y="0"/>
                    <a:pt x="188500" y="0"/>
                    <a:pt x="188500" y="0"/>
                  </a:cubicBezTo>
                  <a:cubicBezTo>
                    <a:pt x="188500" y="0"/>
                    <a:pt x="188404" y="0"/>
                    <a:pt x="188309" y="0"/>
                  </a:cubicBezTo>
                  <a:lnTo>
                    <a:pt x="14764" y="0"/>
                  </a:lnTo>
                  <a:cubicBezTo>
                    <a:pt x="6572" y="0"/>
                    <a:pt x="0" y="6667"/>
                    <a:pt x="0" y="14764"/>
                  </a:cubicBezTo>
                  <a:lnTo>
                    <a:pt x="0" y="263557"/>
                  </a:lnTo>
                  <a:cubicBezTo>
                    <a:pt x="0" y="266605"/>
                    <a:pt x="2477" y="269176"/>
                    <a:pt x="5620" y="269176"/>
                  </a:cubicBezTo>
                  <a:cubicBezTo>
                    <a:pt x="8763" y="269176"/>
                    <a:pt x="11239" y="266700"/>
                    <a:pt x="11239" y="263557"/>
                  </a:cubicBezTo>
                  <a:lnTo>
                    <a:pt x="11239" y="14764"/>
                  </a:lnTo>
                  <a:cubicBezTo>
                    <a:pt x="11239" y="12763"/>
                    <a:pt x="12859" y="11144"/>
                    <a:pt x="14859" y="11144"/>
                  </a:cubicBezTo>
                  <a:lnTo>
                    <a:pt x="182785" y="11144"/>
                  </a:lnTo>
                  <a:lnTo>
                    <a:pt x="182785" y="66008"/>
                  </a:lnTo>
                  <a:cubicBezTo>
                    <a:pt x="182785" y="74200"/>
                    <a:pt x="189452" y="80772"/>
                    <a:pt x="197549" y="80772"/>
                  </a:cubicBezTo>
                  <a:lnTo>
                    <a:pt x="252413" y="80772"/>
                  </a:lnTo>
                  <a:lnTo>
                    <a:pt x="252413" y="366236"/>
                  </a:lnTo>
                  <a:cubicBezTo>
                    <a:pt x="252413" y="368237"/>
                    <a:pt x="250793" y="369856"/>
                    <a:pt x="248793" y="369856"/>
                  </a:cubicBezTo>
                  <a:lnTo>
                    <a:pt x="14859" y="369856"/>
                  </a:lnTo>
                  <a:cubicBezTo>
                    <a:pt x="12859" y="369856"/>
                    <a:pt x="11239" y="368237"/>
                    <a:pt x="11239" y="366236"/>
                  </a:cubicBezTo>
                  <a:lnTo>
                    <a:pt x="11239" y="288322"/>
                  </a:lnTo>
                  <a:cubicBezTo>
                    <a:pt x="11239" y="285274"/>
                    <a:pt x="8763" y="282702"/>
                    <a:pt x="5620" y="282702"/>
                  </a:cubicBezTo>
                  <a:cubicBezTo>
                    <a:pt x="2477" y="282702"/>
                    <a:pt x="0" y="285179"/>
                    <a:pt x="0" y="288322"/>
                  </a:cubicBezTo>
                  <a:lnTo>
                    <a:pt x="0" y="366236"/>
                  </a:lnTo>
                  <a:cubicBezTo>
                    <a:pt x="0" y="374333"/>
                    <a:pt x="6668" y="381000"/>
                    <a:pt x="14764" y="381000"/>
                  </a:cubicBezTo>
                  <a:lnTo>
                    <a:pt x="248698" y="381000"/>
                  </a:lnTo>
                  <a:cubicBezTo>
                    <a:pt x="256889" y="381000"/>
                    <a:pt x="263462" y="374333"/>
                    <a:pt x="263462" y="366236"/>
                  </a:cubicBezTo>
                  <a:lnTo>
                    <a:pt x="263462" y="75247"/>
                  </a:lnTo>
                  <a:cubicBezTo>
                    <a:pt x="263462" y="75247"/>
                    <a:pt x="263462" y="75152"/>
                    <a:pt x="263462" y="75057"/>
                  </a:cubicBezTo>
                  <a:lnTo>
                    <a:pt x="263462" y="750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27"/>
            <p:cNvSpPr/>
            <p:nvPr/>
          </p:nvSpPr>
          <p:spPr>
            <a:xfrm>
              <a:off x="6380511" y="3987069"/>
              <a:ext cx="202787" cy="39528"/>
            </a:xfrm>
            <a:custGeom>
              <a:rect b="b" l="l" r="r" t="t"/>
              <a:pathLst>
                <a:path extrusionOk="0" h="39528" w="202787">
                  <a:moveTo>
                    <a:pt x="0" y="13049"/>
                  </a:moveTo>
                  <a:lnTo>
                    <a:pt x="0" y="26479"/>
                  </a:lnTo>
                  <a:cubicBezTo>
                    <a:pt x="0" y="33623"/>
                    <a:pt x="5810" y="39529"/>
                    <a:pt x="13049" y="39529"/>
                  </a:cubicBezTo>
                  <a:lnTo>
                    <a:pt x="118301" y="39529"/>
                  </a:lnTo>
                  <a:cubicBezTo>
                    <a:pt x="121348" y="39529"/>
                    <a:pt x="123920" y="37052"/>
                    <a:pt x="123920" y="33909"/>
                  </a:cubicBezTo>
                  <a:cubicBezTo>
                    <a:pt x="123920" y="30766"/>
                    <a:pt x="121444" y="28289"/>
                    <a:pt x="118301" y="28289"/>
                  </a:cubicBezTo>
                  <a:lnTo>
                    <a:pt x="13049" y="28289"/>
                  </a:lnTo>
                  <a:cubicBezTo>
                    <a:pt x="12002" y="28289"/>
                    <a:pt x="11144" y="27432"/>
                    <a:pt x="11144" y="26384"/>
                  </a:cubicBezTo>
                  <a:lnTo>
                    <a:pt x="11144" y="12954"/>
                  </a:lnTo>
                  <a:cubicBezTo>
                    <a:pt x="11144" y="11906"/>
                    <a:pt x="12002" y="11049"/>
                    <a:pt x="13049" y="11049"/>
                  </a:cubicBezTo>
                  <a:lnTo>
                    <a:pt x="189738" y="11049"/>
                  </a:lnTo>
                  <a:cubicBezTo>
                    <a:pt x="190786" y="11049"/>
                    <a:pt x="191643" y="11906"/>
                    <a:pt x="191643" y="12954"/>
                  </a:cubicBezTo>
                  <a:lnTo>
                    <a:pt x="191643" y="26384"/>
                  </a:lnTo>
                  <a:cubicBezTo>
                    <a:pt x="191643" y="27432"/>
                    <a:pt x="190786" y="28289"/>
                    <a:pt x="189738" y="28289"/>
                  </a:cubicBezTo>
                  <a:lnTo>
                    <a:pt x="143066" y="28289"/>
                  </a:lnTo>
                  <a:cubicBezTo>
                    <a:pt x="140018" y="28289"/>
                    <a:pt x="137446" y="30766"/>
                    <a:pt x="137446" y="33909"/>
                  </a:cubicBezTo>
                  <a:cubicBezTo>
                    <a:pt x="137446" y="37052"/>
                    <a:pt x="139922" y="39529"/>
                    <a:pt x="143066" y="39529"/>
                  </a:cubicBezTo>
                  <a:lnTo>
                    <a:pt x="189738" y="39529"/>
                  </a:lnTo>
                  <a:cubicBezTo>
                    <a:pt x="196882" y="39529"/>
                    <a:pt x="202787" y="33719"/>
                    <a:pt x="202787" y="26479"/>
                  </a:cubicBezTo>
                  <a:lnTo>
                    <a:pt x="202787" y="13049"/>
                  </a:lnTo>
                  <a:cubicBezTo>
                    <a:pt x="202787" y="5906"/>
                    <a:pt x="196977" y="0"/>
                    <a:pt x="189738" y="0"/>
                  </a:cubicBezTo>
                  <a:lnTo>
                    <a:pt x="13049" y="0"/>
                  </a:lnTo>
                  <a:cubicBezTo>
                    <a:pt x="5905" y="0"/>
                    <a:pt x="0" y="5810"/>
                    <a:pt x="0" y="13049"/>
                  </a:cubicBezTo>
                  <a:lnTo>
                    <a:pt x="0" y="130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27"/>
            <p:cNvSpPr/>
            <p:nvPr/>
          </p:nvSpPr>
          <p:spPr>
            <a:xfrm>
              <a:off x="6503955" y="3958875"/>
              <a:ext cx="58864" cy="11239"/>
            </a:xfrm>
            <a:custGeom>
              <a:rect b="b" l="l" r="r" t="t"/>
              <a:pathLst>
                <a:path extrusionOk="0" h="11239" w="58864">
                  <a:moveTo>
                    <a:pt x="0" y="5620"/>
                  </a:moveTo>
                  <a:cubicBezTo>
                    <a:pt x="0" y="8668"/>
                    <a:pt x="2477" y="11239"/>
                    <a:pt x="5620" y="11239"/>
                  </a:cubicBezTo>
                  <a:lnTo>
                    <a:pt x="53245" y="11239"/>
                  </a:lnTo>
                  <a:cubicBezTo>
                    <a:pt x="56293" y="11239"/>
                    <a:pt x="58865" y="8763"/>
                    <a:pt x="58865" y="5620"/>
                  </a:cubicBezTo>
                  <a:cubicBezTo>
                    <a:pt x="58865" y="2476"/>
                    <a:pt x="56388" y="0"/>
                    <a:pt x="53245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27"/>
            <p:cNvSpPr/>
            <p:nvPr/>
          </p:nvSpPr>
          <p:spPr>
            <a:xfrm>
              <a:off x="6527672" y="3939635"/>
              <a:ext cx="35051" cy="11239"/>
            </a:xfrm>
            <a:custGeom>
              <a:rect b="b" l="l" r="r" t="t"/>
              <a:pathLst>
                <a:path extrusionOk="0" h="11239" w="35051">
                  <a:moveTo>
                    <a:pt x="29432" y="11239"/>
                  </a:moveTo>
                  <a:cubicBezTo>
                    <a:pt x="32480" y="11239"/>
                    <a:pt x="35052" y="8763"/>
                    <a:pt x="35052" y="5620"/>
                  </a:cubicBezTo>
                  <a:cubicBezTo>
                    <a:pt x="35052" y="2476"/>
                    <a:pt x="32575" y="0"/>
                    <a:pt x="29432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29432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27"/>
            <p:cNvSpPr/>
            <p:nvPr/>
          </p:nvSpPr>
          <p:spPr>
            <a:xfrm>
              <a:off x="6432803" y="4043838"/>
              <a:ext cx="145637" cy="11239"/>
            </a:xfrm>
            <a:custGeom>
              <a:rect b="b" l="l" r="r" t="t"/>
              <a:pathLst>
                <a:path extrusionOk="0" h="11239" w="145637">
                  <a:moveTo>
                    <a:pt x="140018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40018" y="11239"/>
                  </a:lnTo>
                  <a:cubicBezTo>
                    <a:pt x="143066" y="11239"/>
                    <a:pt x="145637" y="8763"/>
                    <a:pt x="145637" y="5620"/>
                  </a:cubicBezTo>
                  <a:cubicBezTo>
                    <a:pt x="145637" y="2476"/>
                    <a:pt x="143161" y="0"/>
                    <a:pt x="140018" y="0"/>
                  </a:cubicBezTo>
                  <a:lnTo>
                    <a:pt x="1400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27"/>
            <p:cNvSpPr/>
            <p:nvPr/>
          </p:nvSpPr>
          <p:spPr>
            <a:xfrm>
              <a:off x="6385273" y="4043838"/>
              <a:ext cx="24955" cy="11239"/>
            </a:xfrm>
            <a:custGeom>
              <a:rect b="b" l="l" r="r" t="t"/>
              <a:pathLst>
                <a:path extrusionOk="0" h="11239" w="24955">
                  <a:moveTo>
                    <a:pt x="5620" y="11239"/>
                  </a:moveTo>
                  <a:lnTo>
                    <a:pt x="19336" y="11239"/>
                  </a:lnTo>
                  <a:cubicBezTo>
                    <a:pt x="22384" y="11239"/>
                    <a:pt x="24955" y="8763"/>
                    <a:pt x="24955" y="5620"/>
                  </a:cubicBezTo>
                  <a:cubicBezTo>
                    <a:pt x="24955" y="2476"/>
                    <a:pt x="22479" y="0"/>
                    <a:pt x="19336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27"/>
            <p:cNvSpPr/>
            <p:nvPr/>
          </p:nvSpPr>
          <p:spPr>
            <a:xfrm>
              <a:off x="6447281" y="4065650"/>
              <a:ext cx="131159" cy="11239"/>
            </a:xfrm>
            <a:custGeom>
              <a:rect b="b" l="l" r="r" t="t"/>
              <a:pathLst>
                <a:path extrusionOk="0" h="11239" w="131159">
                  <a:moveTo>
                    <a:pt x="1255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25539" y="11240"/>
                  </a:lnTo>
                  <a:cubicBezTo>
                    <a:pt x="128588" y="11240"/>
                    <a:pt x="131159" y="8763"/>
                    <a:pt x="131159" y="5620"/>
                  </a:cubicBezTo>
                  <a:cubicBezTo>
                    <a:pt x="131159" y="2477"/>
                    <a:pt x="128683" y="0"/>
                    <a:pt x="125539" y="0"/>
                  </a:cubicBezTo>
                  <a:lnTo>
                    <a:pt x="1255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27"/>
            <p:cNvSpPr/>
            <p:nvPr/>
          </p:nvSpPr>
          <p:spPr>
            <a:xfrm>
              <a:off x="6417849" y="4065555"/>
              <a:ext cx="18002" cy="11239"/>
            </a:xfrm>
            <a:custGeom>
              <a:rect b="b" l="l" r="r" t="t"/>
              <a:pathLst>
                <a:path extrusionOk="0" h="11239" w="18002">
                  <a:moveTo>
                    <a:pt x="12382" y="11239"/>
                  </a:moveTo>
                  <a:cubicBezTo>
                    <a:pt x="15430" y="11239"/>
                    <a:pt x="18002" y="8763"/>
                    <a:pt x="18002" y="5620"/>
                  </a:cubicBezTo>
                  <a:cubicBezTo>
                    <a:pt x="18002" y="2476"/>
                    <a:pt x="15526" y="0"/>
                    <a:pt x="12382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12382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27"/>
            <p:cNvSpPr/>
            <p:nvPr/>
          </p:nvSpPr>
          <p:spPr>
            <a:xfrm>
              <a:off x="6385273" y="4065555"/>
              <a:ext cx="21716" cy="11239"/>
            </a:xfrm>
            <a:custGeom>
              <a:rect b="b" l="l" r="r" t="t"/>
              <a:pathLst>
                <a:path extrusionOk="0" h="11239" w="21716">
                  <a:moveTo>
                    <a:pt x="5620" y="11239"/>
                  </a:moveTo>
                  <a:lnTo>
                    <a:pt x="16097" y="11239"/>
                  </a:lnTo>
                  <a:cubicBezTo>
                    <a:pt x="19145" y="11239"/>
                    <a:pt x="21717" y="8763"/>
                    <a:pt x="21717" y="5620"/>
                  </a:cubicBezTo>
                  <a:cubicBezTo>
                    <a:pt x="21717" y="2476"/>
                    <a:pt x="19241" y="0"/>
                    <a:pt x="16097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27"/>
            <p:cNvSpPr/>
            <p:nvPr/>
          </p:nvSpPr>
          <p:spPr>
            <a:xfrm>
              <a:off x="6541769" y="4087653"/>
              <a:ext cx="36671" cy="11239"/>
            </a:xfrm>
            <a:custGeom>
              <a:rect b="b" l="l" r="r" t="t"/>
              <a:pathLst>
                <a:path extrusionOk="0" h="11239" w="36671">
                  <a:moveTo>
                    <a:pt x="31052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31052" y="11240"/>
                  </a:lnTo>
                  <a:cubicBezTo>
                    <a:pt x="34100" y="11240"/>
                    <a:pt x="36671" y="8763"/>
                    <a:pt x="36671" y="5620"/>
                  </a:cubicBezTo>
                  <a:cubicBezTo>
                    <a:pt x="36671" y="2477"/>
                    <a:pt x="34195" y="0"/>
                    <a:pt x="31052" y="0"/>
                  </a:cubicBezTo>
                  <a:lnTo>
                    <a:pt x="31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27"/>
            <p:cNvSpPr/>
            <p:nvPr/>
          </p:nvSpPr>
          <p:spPr>
            <a:xfrm>
              <a:off x="6503955" y="4087558"/>
              <a:ext cx="23622" cy="11239"/>
            </a:xfrm>
            <a:custGeom>
              <a:rect b="b" l="l" r="r" t="t"/>
              <a:pathLst>
                <a:path extrusionOk="0" h="11239" w="23622">
                  <a:moveTo>
                    <a:pt x="18002" y="11240"/>
                  </a:moveTo>
                  <a:cubicBezTo>
                    <a:pt x="21050" y="11240"/>
                    <a:pt x="23622" y="8763"/>
                    <a:pt x="23622" y="5620"/>
                  </a:cubicBezTo>
                  <a:cubicBezTo>
                    <a:pt x="23622" y="2476"/>
                    <a:pt x="21146" y="0"/>
                    <a:pt x="18002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8002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27"/>
            <p:cNvSpPr/>
            <p:nvPr/>
          </p:nvSpPr>
          <p:spPr>
            <a:xfrm>
              <a:off x="6385273" y="4087558"/>
              <a:ext cx="105632" cy="11239"/>
            </a:xfrm>
            <a:custGeom>
              <a:rect b="b" l="l" r="r" t="t"/>
              <a:pathLst>
                <a:path extrusionOk="0" h="11239" w="105632">
                  <a:moveTo>
                    <a:pt x="5620" y="11240"/>
                  </a:moveTo>
                  <a:lnTo>
                    <a:pt x="100013" y="11240"/>
                  </a:lnTo>
                  <a:cubicBezTo>
                    <a:pt x="103061" y="11240"/>
                    <a:pt x="105632" y="8763"/>
                    <a:pt x="105632" y="5620"/>
                  </a:cubicBezTo>
                  <a:cubicBezTo>
                    <a:pt x="105632" y="2476"/>
                    <a:pt x="103156" y="0"/>
                    <a:pt x="100013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27"/>
            <p:cNvSpPr/>
            <p:nvPr/>
          </p:nvSpPr>
          <p:spPr>
            <a:xfrm>
              <a:off x="6473094" y="4109656"/>
              <a:ext cx="105346" cy="11239"/>
            </a:xfrm>
            <a:custGeom>
              <a:rect b="b" l="l" r="r" t="t"/>
              <a:pathLst>
                <a:path extrusionOk="0" h="11239" w="105346">
                  <a:moveTo>
                    <a:pt x="99727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99727" y="11239"/>
                  </a:lnTo>
                  <a:cubicBezTo>
                    <a:pt x="102775" y="11239"/>
                    <a:pt x="105346" y="8763"/>
                    <a:pt x="105346" y="5620"/>
                  </a:cubicBezTo>
                  <a:cubicBezTo>
                    <a:pt x="105346" y="2476"/>
                    <a:pt x="102870" y="0"/>
                    <a:pt x="99727" y="0"/>
                  </a:cubicBezTo>
                  <a:lnTo>
                    <a:pt x="99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27"/>
            <p:cNvSpPr/>
            <p:nvPr/>
          </p:nvSpPr>
          <p:spPr>
            <a:xfrm>
              <a:off x="6428231" y="4164425"/>
              <a:ext cx="49815" cy="11239"/>
            </a:xfrm>
            <a:custGeom>
              <a:rect b="b" l="l" r="r" t="t"/>
              <a:pathLst>
                <a:path extrusionOk="0" h="11239" w="49815">
                  <a:moveTo>
                    <a:pt x="5620" y="11239"/>
                  </a:moveTo>
                  <a:lnTo>
                    <a:pt x="44196" y="11239"/>
                  </a:lnTo>
                  <a:cubicBezTo>
                    <a:pt x="47244" y="11239"/>
                    <a:pt x="49816" y="8763"/>
                    <a:pt x="49816" y="5620"/>
                  </a:cubicBezTo>
                  <a:cubicBezTo>
                    <a:pt x="49816" y="2476"/>
                    <a:pt x="47339" y="0"/>
                    <a:pt x="44196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27"/>
            <p:cNvSpPr/>
            <p:nvPr/>
          </p:nvSpPr>
          <p:spPr>
            <a:xfrm>
              <a:off x="6386893" y="4127277"/>
              <a:ext cx="48386" cy="48387"/>
            </a:xfrm>
            <a:custGeom>
              <a:rect b="b" l="l" r="r" t="t"/>
              <a:pathLst>
                <a:path extrusionOk="0" h="48387" w="48386">
                  <a:moveTo>
                    <a:pt x="24098" y="11144"/>
                  </a:moveTo>
                  <a:cubicBezTo>
                    <a:pt x="31242" y="11144"/>
                    <a:pt x="37147" y="16954"/>
                    <a:pt x="37147" y="24194"/>
                  </a:cubicBezTo>
                  <a:cubicBezTo>
                    <a:pt x="37147" y="27242"/>
                    <a:pt x="39624" y="29813"/>
                    <a:pt x="42767" y="29813"/>
                  </a:cubicBezTo>
                  <a:cubicBezTo>
                    <a:pt x="45910" y="29813"/>
                    <a:pt x="48387" y="27337"/>
                    <a:pt x="48387" y="24194"/>
                  </a:cubicBezTo>
                  <a:cubicBezTo>
                    <a:pt x="48387" y="10858"/>
                    <a:pt x="37529" y="0"/>
                    <a:pt x="24193" y="0"/>
                  </a:cubicBezTo>
                  <a:cubicBezTo>
                    <a:pt x="10858" y="0"/>
                    <a:pt x="0" y="10858"/>
                    <a:pt x="0" y="24194"/>
                  </a:cubicBezTo>
                  <a:cubicBezTo>
                    <a:pt x="0" y="37529"/>
                    <a:pt x="10858" y="48387"/>
                    <a:pt x="24193" y="48387"/>
                  </a:cubicBezTo>
                  <a:cubicBezTo>
                    <a:pt x="27241" y="48387"/>
                    <a:pt x="29813" y="45911"/>
                    <a:pt x="29813" y="42767"/>
                  </a:cubicBezTo>
                  <a:cubicBezTo>
                    <a:pt x="29813" y="39624"/>
                    <a:pt x="27337" y="37148"/>
                    <a:pt x="24193" y="37148"/>
                  </a:cubicBezTo>
                  <a:cubicBezTo>
                    <a:pt x="17050" y="37148"/>
                    <a:pt x="11144" y="31337"/>
                    <a:pt x="11144" y="24098"/>
                  </a:cubicBezTo>
                  <a:cubicBezTo>
                    <a:pt x="11144" y="16859"/>
                    <a:pt x="16954" y="11049"/>
                    <a:pt x="24193" y="11049"/>
                  </a:cubicBezTo>
                  <a:lnTo>
                    <a:pt x="24193" y="110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27"/>
            <p:cNvSpPr/>
            <p:nvPr/>
          </p:nvSpPr>
          <p:spPr>
            <a:xfrm>
              <a:off x="6514528" y="4164520"/>
              <a:ext cx="62483" cy="11239"/>
            </a:xfrm>
            <a:custGeom>
              <a:rect b="b" l="l" r="r" t="t"/>
              <a:pathLst>
                <a:path extrusionOk="0" h="11239" w="62483">
                  <a:moveTo>
                    <a:pt x="56864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864" y="11239"/>
                  </a:lnTo>
                  <a:cubicBezTo>
                    <a:pt x="59912" y="11239"/>
                    <a:pt x="62484" y="8763"/>
                    <a:pt x="62484" y="5620"/>
                  </a:cubicBezTo>
                  <a:cubicBezTo>
                    <a:pt x="62484" y="2476"/>
                    <a:pt x="60007" y="0"/>
                    <a:pt x="56864" y="0"/>
                  </a:cubicBezTo>
                  <a:lnTo>
                    <a:pt x="56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27"/>
            <p:cNvSpPr/>
            <p:nvPr/>
          </p:nvSpPr>
          <p:spPr>
            <a:xfrm>
              <a:off x="6389940" y="3869340"/>
              <a:ext cx="97345" cy="100774"/>
            </a:xfrm>
            <a:custGeom>
              <a:rect b="b" l="l" r="r" t="t"/>
              <a:pathLst>
                <a:path extrusionOk="0" h="100774" w="97345">
                  <a:moveTo>
                    <a:pt x="13049" y="100775"/>
                  </a:moveTo>
                  <a:lnTo>
                    <a:pt x="84296" y="100775"/>
                  </a:lnTo>
                  <a:cubicBezTo>
                    <a:pt x="91440" y="100775"/>
                    <a:pt x="97346" y="94964"/>
                    <a:pt x="97346" y="87725"/>
                  </a:cubicBezTo>
                  <a:lnTo>
                    <a:pt x="97346" y="13049"/>
                  </a:lnTo>
                  <a:cubicBezTo>
                    <a:pt x="97346" y="5906"/>
                    <a:pt x="91535" y="0"/>
                    <a:pt x="84296" y="0"/>
                  </a:cubicBezTo>
                  <a:lnTo>
                    <a:pt x="13049" y="0"/>
                  </a:lnTo>
                  <a:cubicBezTo>
                    <a:pt x="5906" y="0"/>
                    <a:pt x="0" y="5810"/>
                    <a:pt x="0" y="13049"/>
                  </a:cubicBezTo>
                  <a:lnTo>
                    <a:pt x="0" y="87725"/>
                  </a:lnTo>
                  <a:cubicBezTo>
                    <a:pt x="0" y="94869"/>
                    <a:pt x="5810" y="100775"/>
                    <a:pt x="13049" y="100775"/>
                  </a:cubicBezTo>
                  <a:lnTo>
                    <a:pt x="13049" y="100775"/>
                  </a:lnTo>
                  <a:close/>
                  <a:moveTo>
                    <a:pt x="67056" y="89630"/>
                  </a:moveTo>
                  <a:lnTo>
                    <a:pt x="30290" y="89630"/>
                  </a:lnTo>
                  <a:lnTo>
                    <a:pt x="30290" y="76486"/>
                  </a:lnTo>
                  <a:cubicBezTo>
                    <a:pt x="30290" y="70295"/>
                    <a:pt x="34862" y="65246"/>
                    <a:pt x="40767" y="64484"/>
                  </a:cubicBezTo>
                  <a:cubicBezTo>
                    <a:pt x="43244" y="65437"/>
                    <a:pt x="45816" y="65913"/>
                    <a:pt x="48673" y="65913"/>
                  </a:cubicBezTo>
                  <a:cubicBezTo>
                    <a:pt x="51530" y="65913"/>
                    <a:pt x="54102" y="65437"/>
                    <a:pt x="56579" y="64484"/>
                  </a:cubicBezTo>
                  <a:cubicBezTo>
                    <a:pt x="62579" y="65246"/>
                    <a:pt x="67056" y="70295"/>
                    <a:pt x="67056" y="76486"/>
                  </a:cubicBezTo>
                  <a:lnTo>
                    <a:pt x="67056" y="89630"/>
                  </a:lnTo>
                  <a:close/>
                  <a:moveTo>
                    <a:pt x="48673" y="54769"/>
                  </a:moveTo>
                  <a:cubicBezTo>
                    <a:pt x="42767" y="54769"/>
                    <a:pt x="38005" y="50006"/>
                    <a:pt x="38005" y="44101"/>
                  </a:cubicBezTo>
                  <a:cubicBezTo>
                    <a:pt x="38005" y="38195"/>
                    <a:pt x="42767" y="33433"/>
                    <a:pt x="48673" y="33433"/>
                  </a:cubicBezTo>
                  <a:cubicBezTo>
                    <a:pt x="54578" y="33433"/>
                    <a:pt x="59341" y="38195"/>
                    <a:pt x="59341" y="44101"/>
                  </a:cubicBezTo>
                  <a:cubicBezTo>
                    <a:pt x="59341" y="50006"/>
                    <a:pt x="54578" y="54769"/>
                    <a:pt x="48673" y="54769"/>
                  </a:cubicBezTo>
                  <a:lnTo>
                    <a:pt x="48673" y="54769"/>
                  </a:lnTo>
                  <a:close/>
                  <a:moveTo>
                    <a:pt x="11144" y="13049"/>
                  </a:moveTo>
                  <a:cubicBezTo>
                    <a:pt x="11144" y="12002"/>
                    <a:pt x="12002" y="11144"/>
                    <a:pt x="13049" y="11144"/>
                  </a:cubicBezTo>
                  <a:lnTo>
                    <a:pt x="84296" y="11144"/>
                  </a:lnTo>
                  <a:cubicBezTo>
                    <a:pt x="85344" y="11144"/>
                    <a:pt x="86201" y="12002"/>
                    <a:pt x="86201" y="13049"/>
                  </a:cubicBezTo>
                  <a:lnTo>
                    <a:pt x="86201" y="87725"/>
                  </a:lnTo>
                  <a:cubicBezTo>
                    <a:pt x="86201" y="88773"/>
                    <a:pt x="85344" y="89630"/>
                    <a:pt x="84296" y="89630"/>
                  </a:cubicBezTo>
                  <a:lnTo>
                    <a:pt x="78200" y="89630"/>
                  </a:lnTo>
                  <a:lnTo>
                    <a:pt x="78200" y="76486"/>
                  </a:lnTo>
                  <a:cubicBezTo>
                    <a:pt x="78200" y="67913"/>
                    <a:pt x="73628" y="60389"/>
                    <a:pt x="66675" y="56388"/>
                  </a:cubicBezTo>
                  <a:cubicBezTo>
                    <a:pt x="69056" y="52864"/>
                    <a:pt x="70485" y="48673"/>
                    <a:pt x="70485" y="44101"/>
                  </a:cubicBezTo>
                  <a:cubicBezTo>
                    <a:pt x="70485" y="32099"/>
                    <a:pt x="60674" y="22289"/>
                    <a:pt x="48673" y="22289"/>
                  </a:cubicBezTo>
                  <a:cubicBezTo>
                    <a:pt x="36671" y="22289"/>
                    <a:pt x="26861" y="32099"/>
                    <a:pt x="26861" y="44101"/>
                  </a:cubicBezTo>
                  <a:cubicBezTo>
                    <a:pt x="26861" y="48673"/>
                    <a:pt x="28289" y="52864"/>
                    <a:pt x="30671" y="56388"/>
                  </a:cubicBezTo>
                  <a:cubicBezTo>
                    <a:pt x="23813" y="60389"/>
                    <a:pt x="19145" y="67913"/>
                    <a:pt x="19145" y="76486"/>
                  </a:cubicBezTo>
                  <a:lnTo>
                    <a:pt x="19145" y="89630"/>
                  </a:lnTo>
                  <a:lnTo>
                    <a:pt x="13049" y="89630"/>
                  </a:lnTo>
                  <a:cubicBezTo>
                    <a:pt x="12002" y="89630"/>
                    <a:pt x="11144" y="88773"/>
                    <a:pt x="11144" y="87725"/>
                  </a:cubicBezTo>
                  <a:lnTo>
                    <a:pt x="11144" y="130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8" name="Google Shape;968;p27"/>
          <p:cNvGrpSpPr/>
          <p:nvPr/>
        </p:nvGrpSpPr>
        <p:grpSpPr>
          <a:xfrm>
            <a:off x="3978563" y="3313560"/>
            <a:ext cx="316919" cy="425791"/>
            <a:chOff x="5563170" y="3838575"/>
            <a:chExt cx="283368" cy="380714"/>
          </a:xfrm>
        </p:grpSpPr>
        <p:sp>
          <p:nvSpPr>
            <p:cNvPr id="969" name="Google Shape;969;p27"/>
            <p:cNvSpPr/>
            <p:nvPr/>
          </p:nvSpPr>
          <p:spPr>
            <a:xfrm>
              <a:off x="5563170" y="3838575"/>
              <a:ext cx="283368" cy="380714"/>
            </a:xfrm>
            <a:custGeom>
              <a:rect b="b" l="l" r="r" t="t"/>
              <a:pathLst>
                <a:path extrusionOk="0" h="380714" w="283368">
                  <a:moveTo>
                    <a:pt x="277749" y="285845"/>
                  </a:moveTo>
                  <a:cubicBezTo>
                    <a:pt x="280797" y="285845"/>
                    <a:pt x="283369" y="283369"/>
                    <a:pt x="283369" y="280225"/>
                  </a:cubicBezTo>
                  <a:lnTo>
                    <a:pt x="283369" y="20669"/>
                  </a:lnTo>
                  <a:cubicBezTo>
                    <a:pt x="283369" y="12573"/>
                    <a:pt x="276701" y="5905"/>
                    <a:pt x="268605" y="5905"/>
                  </a:cubicBezTo>
                  <a:lnTo>
                    <a:pt x="72104" y="5905"/>
                  </a:lnTo>
                  <a:cubicBezTo>
                    <a:pt x="70771" y="2476"/>
                    <a:pt x="67342" y="0"/>
                    <a:pt x="63437" y="0"/>
                  </a:cubicBezTo>
                  <a:lnTo>
                    <a:pt x="34671" y="0"/>
                  </a:lnTo>
                  <a:cubicBezTo>
                    <a:pt x="26479" y="0"/>
                    <a:pt x="19907" y="6667"/>
                    <a:pt x="19907" y="14764"/>
                  </a:cubicBezTo>
                  <a:lnTo>
                    <a:pt x="19907" y="21717"/>
                  </a:lnTo>
                  <a:lnTo>
                    <a:pt x="18764" y="21717"/>
                  </a:lnTo>
                  <a:cubicBezTo>
                    <a:pt x="8382" y="21717"/>
                    <a:pt x="0" y="30194"/>
                    <a:pt x="0" y="40481"/>
                  </a:cubicBezTo>
                  <a:cubicBezTo>
                    <a:pt x="0" y="50768"/>
                    <a:pt x="8477" y="59246"/>
                    <a:pt x="18764" y="59246"/>
                  </a:cubicBezTo>
                  <a:lnTo>
                    <a:pt x="19907" y="59246"/>
                  </a:lnTo>
                  <a:lnTo>
                    <a:pt x="19907" y="65913"/>
                  </a:lnTo>
                  <a:lnTo>
                    <a:pt x="18764" y="65913"/>
                  </a:lnTo>
                  <a:cubicBezTo>
                    <a:pt x="8382" y="65913"/>
                    <a:pt x="0" y="74390"/>
                    <a:pt x="0" y="84677"/>
                  </a:cubicBezTo>
                  <a:cubicBezTo>
                    <a:pt x="0" y="94964"/>
                    <a:pt x="8477" y="103442"/>
                    <a:pt x="18764" y="103442"/>
                  </a:cubicBezTo>
                  <a:lnTo>
                    <a:pt x="19907" y="103442"/>
                  </a:lnTo>
                  <a:lnTo>
                    <a:pt x="19907" y="110109"/>
                  </a:lnTo>
                  <a:lnTo>
                    <a:pt x="18764" y="110109"/>
                  </a:lnTo>
                  <a:cubicBezTo>
                    <a:pt x="8382" y="110109"/>
                    <a:pt x="0" y="118586"/>
                    <a:pt x="0" y="128873"/>
                  </a:cubicBezTo>
                  <a:cubicBezTo>
                    <a:pt x="0" y="139160"/>
                    <a:pt x="8477" y="147638"/>
                    <a:pt x="18764" y="147638"/>
                  </a:cubicBezTo>
                  <a:lnTo>
                    <a:pt x="19907" y="147638"/>
                  </a:lnTo>
                  <a:lnTo>
                    <a:pt x="19907" y="154305"/>
                  </a:lnTo>
                  <a:lnTo>
                    <a:pt x="18764" y="154305"/>
                  </a:lnTo>
                  <a:cubicBezTo>
                    <a:pt x="8382" y="154305"/>
                    <a:pt x="0" y="162782"/>
                    <a:pt x="0" y="173069"/>
                  </a:cubicBezTo>
                  <a:cubicBezTo>
                    <a:pt x="0" y="183356"/>
                    <a:pt x="8477" y="191834"/>
                    <a:pt x="18764" y="191834"/>
                  </a:cubicBezTo>
                  <a:lnTo>
                    <a:pt x="19907" y="191834"/>
                  </a:lnTo>
                  <a:lnTo>
                    <a:pt x="19907" y="198501"/>
                  </a:lnTo>
                  <a:lnTo>
                    <a:pt x="18764" y="198501"/>
                  </a:lnTo>
                  <a:cubicBezTo>
                    <a:pt x="8382" y="198501"/>
                    <a:pt x="0" y="206978"/>
                    <a:pt x="0" y="217265"/>
                  </a:cubicBezTo>
                  <a:cubicBezTo>
                    <a:pt x="0" y="227552"/>
                    <a:pt x="8477" y="236029"/>
                    <a:pt x="18764" y="236029"/>
                  </a:cubicBezTo>
                  <a:lnTo>
                    <a:pt x="19907" y="236029"/>
                  </a:lnTo>
                  <a:lnTo>
                    <a:pt x="19907" y="242697"/>
                  </a:lnTo>
                  <a:lnTo>
                    <a:pt x="18764" y="242697"/>
                  </a:lnTo>
                  <a:cubicBezTo>
                    <a:pt x="8382" y="242697"/>
                    <a:pt x="0" y="251174"/>
                    <a:pt x="0" y="261461"/>
                  </a:cubicBezTo>
                  <a:cubicBezTo>
                    <a:pt x="0" y="271748"/>
                    <a:pt x="8477" y="280225"/>
                    <a:pt x="18764" y="280225"/>
                  </a:cubicBezTo>
                  <a:lnTo>
                    <a:pt x="19907" y="280225"/>
                  </a:lnTo>
                  <a:lnTo>
                    <a:pt x="19907" y="286893"/>
                  </a:lnTo>
                  <a:lnTo>
                    <a:pt x="18764" y="286893"/>
                  </a:lnTo>
                  <a:cubicBezTo>
                    <a:pt x="8382" y="286893"/>
                    <a:pt x="0" y="295370"/>
                    <a:pt x="0" y="305657"/>
                  </a:cubicBezTo>
                  <a:cubicBezTo>
                    <a:pt x="0" y="315944"/>
                    <a:pt x="8477" y="324421"/>
                    <a:pt x="18764" y="324421"/>
                  </a:cubicBezTo>
                  <a:lnTo>
                    <a:pt x="19907" y="324421"/>
                  </a:lnTo>
                  <a:lnTo>
                    <a:pt x="19907" y="331089"/>
                  </a:lnTo>
                  <a:lnTo>
                    <a:pt x="18764" y="331089"/>
                  </a:lnTo>
                  <a:cubicBezTo>
                    <a:pt x="8382" y="331089"/>
                    <a:pt x="0" y="339566"/>
                    <a:pt x="0" y="349853"/>
                  </a:cubicBezTo>
                  <a:cubicBezTo>
                    <a:pt x="0" y="360140"/>
                    <a:pt x="8477" y="368617"/>
                    <a:pt x="18764" y="368617"/>
                  </a:cubicBezTo>
                  <a:lnTo>
                    <a:pt x="20193" y="368617"/>
                  </a:lnTo>
                  <a:cubicBezTo>
                    <a:pt x="21431" y="375475"/>
                    <a:pt x="27432" y="380714"/>
                    <a:pt x="34671" y="380714"/>
                  </a:cubicBezTo>
                  <a:lnTo>
                    <a:pt x="63437" y="380714"/>
                  </a:lnTo>
                  <a:cubicBezTo>
                    <a:pt x="67342" y="380714"/>
                    <a:pt x="70771" y="378238"/>
                    <a:pt x="72104" y="374809"/>
                  </a:cubicBezTo>
                  <a:lnTo>
                    <a:pt x="268605" y="374809"/>
                  </a:lnTo>
                  <a:cubicBezTo>
                    <a:pt x="276796" y="374809"/>
                    <a:pt x="283369" y="368141"/>
                    <a:pt x="283369" y="360045"/>
                  </a:cubicBezTo>
                  <a:lnTo>
                    <a:pt x="283369" y="304800"/>
                  </a:lnTo>
                  <a:cubicBezTo>
                    <a:pt x="283369" y="301752"/>
                    <a:pt x="280892" y="299180"/>
                    <a:pt x="277749" y="299180"/>
                  </a:cubicBezTo>
                  <a:cubicBezTo>
                    <a:pt x="274606" y="299180"/>
                    <a:pt x="272129" y="301657"/>
                    <a:pt x="272129" y="304800"/>
                  </a:cubicBezTo>
                  <a:lnTo>
                    <a:pt x="272129" y="360045"/>
                  </a:lnTo>
                  <a:cubicBezTo>
                    <a:pt x="272129" y="362045"/>
                    <a:pt x="270510" y="363664"/>
                    <a:pt x="268510" y="363664"/>
                  </a:cubicBezTo>
                  <a:lnTo>
                    <a:pt x="72676" y="363664"/>
                  </a:lnTo>
                  <a:lnTo>
                    <a:pt x="72676" y="112300"/>
                  </a:lnTo>
                  <a:cubicBezTo>
                    <a:pt x="72676" y="109252"/>
                    <a:pt x="70199" y="106680"/>
                    <a:pt x="67056" y="106680"/>
                  </a:cubicBezTo>
                  <a:cubicBezTo>
                    <a:pt x="63913" y="106680"/>
                    <a:pt x="61436" y="109157"/>
                    <a:pt x="61436" y="112300"/>
                  </a:cubicBezTo>
                  <a:lnTo>
                    <a:pt x="61436" y="369665"/>
                  </a:lnTo>
                  <a:lnTo>
                    <a:pt x="34480" y="369665"/>
                  </a:lnTo>
                  <a:cubicBezTo>
                    <a:pt x="32480" y="369665"/>
                    <a:pt x="30861" y="368046"/>
                    <a:pt x="30861" y="366046"/>
                  </a:cubicBezTo>
                  <a:lnTo>
                    <a:pt x="30861" y="342233"/>
                  </a:lnTo>
                  <a:lnTo>
                    <a:pt x="39814" y="342233"/>
                  </a:lnTo>
                  <a:cubicBezTo>
                    <a:pt x="42863" y="342233"/>
                    <a:pt x="45434" y="339757"/>
                    <a:pt x="45434" y="336613"/>
                  </a:cubicBezTo>
                  <a:cubicBezTo>
                    <a:pt x="45434" y="333470"/>
                    <a:pt x="42958" y="330994"/>
                    <a:pt x="39814" y="330994"/>
                  </a:cubicBezTo>
                  <a:lnTo>
                    <a:pt x="30861" y="330994"/>
                  </a:lnTo>
                  <a:lnTo>
                    <a:pt x="30861" y="297942"/>
                  </a:lnTo>
                  <a:lnTo>
                    <a:pt x="39814" y="297942"/>
                  </a:lnTo>
                  <a:cubicBezTo>
                    <a:pt x="42863" y="297942"/>
                    <a:pt x="45434" y="295466"/>
                    <a:pt x="45434" y="292322"/>
                  </a:cubicBezTo>
                  <a:cubicBezTo>
                    <a:pt x="45434" y="289179"/>
                    <a:pt x="42958" y="286703"/>
                    <a:pt x="39814" y="286703"/>
                  </a:cubicBezTo>
                  <a:lnTo>
                    <a:pt x="30861" y="286703"/>
                  </a:lnTo>
                  <a:lnTo>
                    <a:pt x="30861" y="253651"/>
                  </a:lnTo>
                  <a:lnTo>
                    <a:pt x="39814" y="253651"/>
                  </a:lnTo>
                  <a:cubicBezTo>
                    <a:pt x="42863" y="253651"/>
                    <a:pt x="45434" y="251174"/>
                    <a:pt x="45434" y="248031"/>
                  </a:cubicBezTo>
                  <a:cubicBezTo>
                    <a:pt x="45434" y="244888"/>
                    <a:pt x="42958" y="242411"/>
                    <a:pt x="39814" y="242411"/>
                  </a:cubicBezTo>
                  <a:lnTo>
                    <a:pt x="30861" y="242411"/>
                  </a:lnTo>
                  <a:lnTo>
                    <a:pt x="30861" y="209359"/>
                  </a:lnTo>
                  <a:lnTo>
                    <a:pt x="39814" y="209359"/>
                  </a:lnTo>
                  <a:cubicBezTo>
                    <a:pt x="42863" y="209359"/>
                    <a:pt x="45434" y="206883"/>
                    <a:pt x="45434" y="203740"/>
                  </a:cubicBezTo>
                  <a:cubicBezTo>
                    <a:pt x="45434" y="200596"/>
                    <a:pt x="42958" y="198120"/>
                    <a:pt x="39814" y="198120"/>
                  </a:cubicBezTo>
                  <a:lnTo>
                    <a:pt x="30861" y="198120"/>
                  </a:lnTo>
                  <a:lnTo>
                    <a:pt x="30861" y="165068"/>
                  </a:lnTo>
                  <a:lnTo>
                    <a:pt x="39814" y="165068"/>
                  </a:lnTo>
                  <a:cubicBezTo>
                    <a:pt x="42863" y="165068"/>
                    <a:pt x="45434" y="162592"/>
                    <a:pt x="45434" y="159449"/>
                  </a:cubicBezTo>
                  <a:cubicBezTo>
                    <a:pt x="45434" y="156305"/>
                    <a:pt x="42958" y="153829"/>
                    <a:pt x="39814" y="153829"/>
                  </a:cubicBezTo>
                  <a:lnTo>
                    <a:pt x="30861" y="153829"/>
                  </a:lnTo>
                  <a:lnTo>
                    <a:pt x="30861" y="120777"/>
                  </a:lnTo>
                  <a:lnTo>
                    <a:pt x="39814" y="120777"/>
                  </a:lnTo>
                  <a:cubicBezTo>
                    <a:pt x="42863" y="120777"/>
                    <a:pt x="45434" y="118300"/>
                    <a:pt x="45434" y="115157"/>
                  </a:cubicBezTo>
                  <a:cubicBezTo>
                    <a:pt x="45434" y="112014"/>
                    <a:pt x="42958" y="109538"/>
                    <a:pt x="39814" y="109538"/>
                  </a:cubicBezTo>
                  <a:lnTo>
                    <a:pt x="30861" y="109538"/>
                  </a:lnTo>
                  <a:lnTo>
                    <a:pt x="30861" y="76486"/>
                  </a:lnTo>
                  <a:lnTo>
                    <a:pt x="39814" y="76486"/>
                  </a:lnTo>
                  <a:cubicBezTo>
                    <a:pt x="42863" y="76486"/>
                    <a:pt x="45434" y="74009"/>
                    <a:pt x="45434" y="70866"/>
                  </a:cubicBezTo>
                  <a:cubicBezTo>
                    <a:pt x="45434" y="67723"/>
                    <a:pt x="42958" y="65246"/>
                    <a:pt x="39814" y="65246"/>
                  </a:cubicBezTo>
                  <a:lnTo>
                    <a:pt x="30861" y="65246"/>
                  </a:lnTo>
                  <a:lnTo>
                    <a:pt x="30861" y="32195"/>
                  </a:lnTo>
                  <a:lnTo>
                    <a:pt x="39814" y="32195"/>
                  </a:lnTo>
                  <a:cubicBezTo>
                    <a:pt x="42863" y="32195"/>
                    <a:pt x="45434" y="29718"/>
                    <a:pt x="45434" y="26575"/>
                  </a:cubicBezTo>
                  <a:cubicBezTo>
                    <a:pt x="45434" y="23432"/>
                    <a:pt x="42958" y="20955"/>
                    <a:pt x="39814" y="20955"/>
                  </a:cubicBezTo>
                  <a:lnTo>
                    <a:pt x="30861" y="20955"/>
                  </a:lnTo>
                  <a:lnTo>
                    <a:pt x="30861" y="14002"/>
                  </a:lnTo>
                  <a:cubicBezTo>
                    <a:pt x="30861" y="12001"/>
                    <a:pt x="32480" y="10382"/>
                    <a:pt x="34480" y="10382"/>
                  </a:cubicBezTo>
                  <a:lnTo>
                    <a:pt x="61436" y="10382"/>
                  </a:lnTo>
                  <a:lnTo>
                    <a:pt x="61436" y="86963"/>
                  </a:lnTo>
                  <a:cubicBezTo>
                    <a:pt x="61436" y="90011"/>
                    <a:pt x="63913" y="92583"/>
                    <a:pt x="67056" y="92583"/>
                  </a:cubicBezTo>
                  <a:cubicBezTo>
                    <a:pt x="70199" y="92583"/>
                    <a:pt x="72676" y="90107"/>
                    <a:pt x="72676" y="86963"/>
                  </a:cubicBezTo>
                  <a:lnTo>
                    <a:pt x="72676" y="16383"/>
                  </a:lnTo>
                  <a:lnTo>
                    <a:pt x="268510" y="16383"/>
                  </a:lnTo>
                  <a:cubicBezTo>
                    <a:pt x="270510" y="16383"/>
                    <a:pt x="272129" y="18002"/>
                    <a:pt x="272129" y="20003"/>
                  </a:cubicBezTo>
                  <a:lnTo>
                    <a:pt x="272129" y="279559"/>
                  </a:lnTo>
                  <a:cubicBezTo>
                    <a:pt x="272129" y="282607"/>
                    <a:pt x="274606" y="285179"/>
                    <a:pt x="277749" y="285179"/>
                  </a:cubicBezTo>
                  <a:lnTo>
                    <a:pt x="277749" y="285179"/>
                  </a:lnTo>
                  <a:close/>
                  <a:moveTo>
                    <a:pt x="19812" y="357759"/>
                  </a:moveTo>
                  <a:lnTo>
                    <a:pt x="18669" y="357759"/>
                  </a:lnTo>
                  <a:cubicBezTo>
                    <a:pt x="14478" y="357759"/>
                    <a:pt x="11049" y="354330"/>
                    <a:pt x="11049" y="350139"/>
                  </a:cubicBezTo>
                  <a:cubicBezTo>
                    <a:pt x="11049" y="345948"/>
                    <a:pt x="14478" y="342519"/>
                    <a:pt x="18669" y="342519"/>
                  </a:cubicBezTo>
                  <a:lnTo>
                    <a:pt x="19812" y="342519"/>
                  </a:lnTo>
                  <a:lnTo>
                    <a:pt x="19812" y="357759"/>
                  </a:lnTo>
                  <a:close/>
                  <a:moveTo>
                    <a:pt x="19812" y="313468"/>
                  </a:moveTo>
                  <a:lnTo>
                    <a:pt x="18669" y="313468"/>
                  </a:lnTo>
                  <a:cubicBezTo>
                    <a:pt x="14478" y="313468"/>
                    <a:pt x="11049" y="310039"/>
                    <a:pt x="11049" y="305848"/>
                  </a:cubicBezTo>
                  <a:cubicBezTo>
                    <a:pt x="11049" y="301657"/>
                    <a:pt x="14478" y="298228"/>
                    <a:pt x="18669" y="298228"/>
                  </a:cubicBezTo>
                  <a:lnTo>
                    <a:pt x="19812" y="298228"/>
                  </a:lnTo>
                  <a:lnTo>
                    <a:pt x="19812" y="313468"/>
                  </a:lnTo>
                  <a:close/>
                  <a:moveTo>
                    <a:pt x="19812" y="269272"/>
                  </a:moveTo>
                  <a:lnTo>
                    <a:pt x="18669" y="269272"/>
                  </a:lnTo>
                  <a:cubicBezTo>
                    <a:pt x="14478" y="269272"/>
                    <a:pt x="11049" y="265843"/>
                    <a:pt x="11049" y="261652"/>
                  </a:cubicBezTo>
                  <a:cubicBezTo>
                    <a:pt x="11049" y="257461"/>
                    <a:pt x="14478" y="254032"/>
                    <a:pt x="18669" y="254032"/>
                  </a:cubicBezTo>
                  <a:lnTo>
                    <a:pt x="19812" y="254032"/>
                  </a:lnTo>
                  <a:lnTo>
                    <a:pt x="19812" y="269272"/>
                  </a:lnTo>
                  <a:close/>
                  <a:moveTo>
                    <a:pt x="19812" y="225076"/>
                  </a:moveTo>
                  <a:lnTo>
                    <a:pt x="18669" y="225076"/>
                  </a:lnTo>
                  <a:cubicBezTo>
                    <a:pt x="14478" y="225076"/>
                    <a:pt x="11049" y="221647"/>
                    <a:pt x="11049" y="217456"/>
                  </a:cubicBezTo>
                  <a:cubicBezTo>
                    <a:pt x="11049" y="213265"/>
                    <a:pt x="14478" y="209836"/>
                    <a:pt x="18669" y="209836"/>
                  </a:cubicBezTo>
                  <a:lnTo>
                    <a:pt x="19812" y="209836"/>
                  </a:lnTo>
                  <a:lnTo>
                    <a:pt x="19812" y="225076"/>
                  </a:lnTo>
                  <a:close/>
                  <a:moveTo>
                    <a:pt x="19812" y="180784"/>
                  </a:moveTo>
                  <a:lnTo>
                    <a:pt x="18669" y="180784"/>
                  </a:lnTo>
                  <a:cubicBezTo>
                    <a:pt x="14478" y="180784"/>
                    <a:pt x="11049" y="177355"/>
                    <a:pt x="11049" y="173164"/>
                  </a:cubicBezTo>
                  <a:cubicBezTo>
                    <a:pt x="11049" y="168974"/>
                    <a:pt x="14478" y="165545"/>
                    <a:pt x="18669" y="165545"/>
                  </a:cubicBezTo>
                  <a:lnTo>
                    <a:pt x="19812" y="165545"/>
                  </a:lnTo>
                  <a:lnTo>
                    <a:pt x="19812" y="180784"/>
                  </a:lnTo>
                  <a:close/>
                  <a:moveTo>
                    <a:pt x="19812" y="136588"/>
                  </a:moveTo>
                  <a:lnTo>
                    <a:pt x="18669" y="136588"/>
                  </a:lnTo>
                  <a:cubicBezTo>
                    <a:pt x="14478" y="136588"/>
                    <a:pt x="11049" y="133159"/>
                    <a:pt x="11049" y="128968"/>
                  </a:cubicBezTo>
                  <a:cubicBezTo>
                    <a:pt x="11049" y="124778"/>
                    <a:pt x="14478" y="121349"/>
                    <a:pt x="18669" y="121349"/>
                  </a:cubicBezTo>
                  <a:lnTo>
                    <a:pt x="19812" y="121349"/>
                  </a:lnTo>
                  <a:lnTo>
                    <a:pt x="19812" y="136588"/>
                  </a:lnTo>
                  <a:close/>
                  <a:moveTo>
                    <a:pt x="19812" y="92392"/>
                  </a:moveTo>
                  <a:lnTo>
                    <a:pt x="18669" y="92392"/>
                  </a:lnTo>
                  <a:cubicBezTo>
                    <a:pt x="14478" y="92392"/>
                    <a:pt x="11049" y="88963"/>
                    <a:pt x="11049" y="84772"/>
                  </a:cubicBezTo>
                  <a:cubicBezTo>
                    <a:pt x="11049" y="80582"/>
                    <a:pt x="14478" y="77153"/>
                    <a:pt x="18669" y="77153"/>
                  </a:cubicBezTo>
                  <a:lnTo>
                    <a:pt x="19812" y="77153"/>
                  </a:lnTo>
                  <a:lnTo>
                    <a:pt x="19812" y="92392"/>
                  </a:lnTo>
                  <a:close/>
                  <a:moveTo>
                    <a:pt x="19812" y="48101"/>
                  </a:moveTo>
                  <a:lnTo>
                    <a:pt x="18669" y="48101"/>
                  </a:lnTo>
                  <a:cubicBezTo>
                    <a:pt x="14478" y="48101"/>
                    <a:pt x="11049" y="44672"/>
                    <a:pt x="11049" y="40481"/>
                  </a:cubicBezTo>
                  <a:cubicBezTo>
                    <a:pt x="11049" y="36290"/>
                    <a:pt x="14478" y="32861"/>
                    <a:pt x="18669" y="32861"/>
                  </a:cubicBezTo>
                  <a:lnTo>
                    <a:pt x="19812" y="32861"/>
                  </a:lnTo>
                  <a:lnTo>
                    <a:pt x="19812" y="481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27"/>
            <p:cNvSpPr/>
            <p:nvPr/>
          </p:nvSpPr>
          <p:spPr>
            <a:xfrm>
              <a:off x="5659945" y="3881913"/>
              <a:ext cx="150875" cy="150875"/>
            </a:xfrm>
            <a:custGeom>
              <a:rect b="b" l="l" r="r" t="t"/>
              <a:pathLst>
                <a:path extrusionOk="0" h="150875" w="150875">
                  <a:moveTo>
                    <a:pt x="75438" y="0"/>
                  </a:moveTo>
                  <a:cubicBezTo>
                    <a:pt x="33814" y="0"/>
                    <a:pt x="0" y="33814"/>
                    <a:pt x="0" y="75438"/>
                  </a:cubicBezTo>
                  <a:cubicBezTo>
                    <a:pt x="0" y="117062"/>
                    <a:pt x="33814" y="150876"/>
                    <a:pt x="75438" y="150876"/>
                  </a:cubicBezTo>
                  <a:cubicBezTo>
                    <a:pt x="117062" y="150876"/>
                    <a:pt x="150876" y="117062"/>
                    <a:pt x="150876" y="75438"/>
                  </a:cubicBezTo>
                  <a:cubicBezTo>
                    <a:pt x="150876" y="33814"/>
                    <a:pt x="117062" y="0"/>
                    <a:pt x="75438" y="0"/>
                  </a:cubicBezTo>
                  <a:lnTo>
                    <a:pt x="75438" y="0"/>
                  </a:lnTo>
                  <a:close/>
                  <a:moveTo>
                    <a:pt x="75438" y="139732"/>
                  </a:moveTo>
                  <a:cubicBezTo>
                    <a:pt x="40005" y="139732"/>
                    <a:pt x="11144" y="110871"/>
                    <a:pt x="11144" y="75438"/>
                  </a:cubicBezTo>
                  <a:cubicBezTo>
                    <a:pt x="11144" y="40005"/>
                    <a:pt x="40005" y="11144"/>
                    <a:pt x="75438" y="11144"/>
                  </a:cubicBezTo>
                  <a:cubicBezTo>
                    <a:pt x="110871" y="11144"/>
                    <a:pt x="139732" y="40005"/>
                    <a:pt x="139732" y="75438"/>
                  </a:cubicBezTo>
                  <a:cubicBezTo>
                    <a:pt x="139732" y="110871"/>
                    <a:pt x="110871" y="139732"/>
                    <a:pt x="75438" y="139732"/>
                  </a:cubicBezTo>
                  <a:lnTo>
                    <a:pt x="75438" y="1397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7"/>
            <p:cNvSpPr/>
            <p:nvPr/>
          </p:nvSpPr>
          <p:spPr>
            <a:xfrm>
              <a:off x="5716142" y="3923728"/>
              <a:ext cx="38290" cy="67341"/>
            </a:xfrm>
            <a:custGeom>
              <a:rect b="b" l="l" r="r" t="t"/>
              <a:pathLst>
                <a:path extrusionOk="0" h="67341" w="38290">
                  <a:moveTo>
                    <a:pt x="22384" y="28480"/>
                  </a:moveTo>
                  <a:lnTo>
                    <a:pt x="16097" y="28480"/>
                  </a:lnTo>
                  <a:cubicBezTo>
                    <a:pt x="13430" y="28480"/>
                    <a:pt x="11239" y="26289"/>
                    <a:pt x="11239" y="23622"/>
                  </a:cubicBezTo>
                  <a:cubicBezTo>
                    <a:pt x="11239" y="20955"/>
                    <a:pt x="13430" y="18764"/>
                    <a:pt x="16097" y="18764"/>
                  </a:cubicBezTo>
                  <a:lnTo>
                    <a:pt x="22384" y="18764"/>
                  </a:lnTo>
                  <a:cubicBezTo>
                    <a:pt x="24003" y="18764"/>
                    <a:pt x="25527" y="19526"/>
                    <a:pt x="26384" y="20860"/>
                  </a:cubicBezTo>
                  <a:cubicBezTo>
                    <a:pt x="28099" y="23431"/>
                    <a:pt x="31623" y="24098"/>
                    <a:pt x="34100" y="22384"/>
                  </a:cubicBezTo>
                  <a:cubicBezTo>
                    <a:pt x="36671" y="20669"/>
                    <a:pt x="37338" y="17145"/>
                    <a:pt x="35623" y="14668"/>
                  </a:cubicBezTo>
                  <a:cubicBezTo>
                    <a:pt x="33147" y="10954"/>
                    <a:pt x="29146" y="8477"/>
                    <a:pt x="24765" y="7810"/>
                  </a:cubicBezTo>
                  <a:lnTo>
                    <a:pt x="24765" y="5620"/>
                  </a:lnTo>
                  <a:cubicBezTo>
                    <a:pt x="24765" y="2572"/>
                    <a:pt x="22288" y="0"/>
                    <a:pt x="19145" y="0"/>
                  </a:cubicBezTo>
                  <a:cubicBezTo>
                    <a:pt x="16002" y="0"/>
                    <a:pt x="13526" y="2476"/>
                    <a:pt x="13526" y="5620"/>
                  </a:cubicBezTo>
                  <a:lnTo>
                    <a:pt x="13526" y="7810"/>
                  </a:lnTo>
                  <a:cubicBezTo>
                    <a:pt x="5810" y="8954"/>
                    <a:pt x="0" y="15621"/>
                    <a:pt x="0" y="23622"/>
                  </a:cubicBezTo>
                  <a:cubicBezTo>
                    <a:pt x="0" y="32480"/>
                    <a:pt x="7144" y="39624"/>
                    <a:pt x="16002" y="39624"/>
                  </a:cubicBezTo>
                  <a:lnTo>
                    <a:pt x="22288" y="39624"/>
                  </a:lnTo>
                  <a:cubicBezTo>
                    <a:pt x="24955" y="39624"/>
                    <a:pt x="27146" y="41815"/>
                    <a:pt x="27146" y="44482"/>
                  </a:cubicBezTo>
                  <a:cubicBezTo>
                    <a:pt x="27146" y="47149"/>
                    <a:pt x="24955" y="49339"/>
                    <a:pt x="22288" y="49339"/>
                  </a:cubicBezTo>
                  <a:lnTo>
                    <a:pt x="16002" y="49339"/>
                  </a:lnTo>
                  <a:cubicBezTo>
                    <a:pt x="14097" y="49339"/>
                    <a:pt x="12287" y="48196"/>
                    <a:pt x="11525" y="46387"/>
                  </a:cubicBezTo>
                  <a:cubicBezTo>
                    <a:pt x="10287" y="43529"/>
                    <a:pt x="7048" y="42196"/>
                    <a:pt x="4191" y="43434"/>
                  </a:cubicBezTo>
                  <a:cubicBezTo>
                    <a:pt x="1334" y="44672"/>
                    <a:pt x="0" y="47911"/>
                    <a:pt x="1238" y="50768"/>
                  </a:cubicBezTo>
                  <a:cubicBezTo>
                    <a:pt x="3429" y="55912"/>
                    <a:pt x="8096" y="59531"/>
                    <a:pt x="13526" y="60388"/>
                  </a:cubicBezTo>
                  <a:lnTo>
                    <a:pt x="13526" y="61722"/>
                  </a:lnTo>
                  <a:cubicBezTo>
                    <a:pt x="13526" y="64770"/>
                    <a:pt x="16002" y="67342"/>
                    <a:pt x="19145" y="67342"/>
                  </a:cubicBezTo>
                  <a:cubicBezTo>
                    <a:pt x="22288" y="67342"/>
                    <a:pt x="24765" y="64865"/>
                    <a:pt x="24765" y="61722"/>
                  </a:cubicBezTo>
                  <a:lnTo>
                    <a:pt x="24765" y="60293"/>
                  </a:lnTo>
                  <a:cubicBezTo>
                    <a:pt x="32480" y="59150"/>
                    <a:pt x="38291" y="52483"/>
                    <a:pt x="38291" y="44482"/>
                  </a:cubicBezTo>
                  <a:cubicBezTo>
                    <a:pt x="38291" y="35623"/>
                    <a:pt x="31147" y="28480"/>
                    <a:pt x="22288" y="28480"/>
                  </a:cubicBezTo>
                  <a:lnTo>
                    <a:pt x="22288" y="284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27"/>
            <p:cNvSpPr/>
            <p:nvPr/>
          </p:nvSpPr>
          <p:spPr>
            <a:xfrm>
              <a:off x="5680995" y="3902963"/>
              <a:ext cx="108775" cy="108775"/>
            </a:xfrm>
            <a:custGeom>
              <a:rect b="b" l="l" r="r" t="t"/>
              <a:pathLst>
                <a:path extrusionOk="0" h="108775" w="108775">
                  <a:moveTo>
                    <a:pt x="54388" y="0"/>
                  </a:moveTo>
                  <a:cubicBezTo>
                    <a:pt x="24384" y="0"/>
                    <a:pt x="0" y="24384"/>
                    <a:pt x="0" y="54388"/>
                  </a:cubicBezTo>
                  <a:cubicBezTo>
                    <a:pt x="0" y="84392"/>
                    <a:pt x="24384" y="108775"/>
                    <a:pt x="54388" y="108775"/>
                  </a:cubicBezTo>
                  <a:cubicBezTo>
                    <a:pt x="84392" y="108775"/>
                    <a:pt x="108776" y="84392"/>
                    <a:pt x="108776" y="54388"/>
                  </a:cubicBezTo>
                  <a:cubicBezTo>
                    <a:pt x="108776" y="24384"/>
                    <a:pt x="84392" y="0"/>
                    <a:pt x="54388" y="0"/>
                  </a:cubicBezTo>
                  <a:lnTo>
                    <a:pt x="54388" y="0"/>
                  </a:lnTo>
                  <a:close/>
                  <a:moveTo>
                    <a:pt x="54388" y="97631"/>
                  </a:moveTo>
                  <a:cubicBezTo>
                    <a:pt x="30575" y="97631"/>
                    <a:pt x="11144" y="78296"/>
                    <a:pt x="11144" y="54388"/>
                  </a:cubicBezTo>
                  <a:cubicBezTo>
                    <a:pt x="11144" y="30480"/>
                    <a:pt x="30480" y="11144"/>
                    <a:pt x="54388" y="11144"/>
                  </a:cubicBezTo>
                  <a:cubicBezTo>
                    <a:pt x="78296" y="11144"/>
                    <a:pt x="97631" y="30575"/>
                    <a:pt x="97631" y="54388"/>
                  </a:cubicBezTo>
                  <a:cubicBezTo>
                    <a:pt x="97631" y="78200"/>
                    <a:pt x="78296" y="97631"/>
                    <a:pt x="54388" y="97631"/>
                  </a:cubicBezTo>
                  <a:lnTo>
                    <a:pt x="54388" y="976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27"/>
            <p:cNvSpPr/>
            <p:nvPr/>
          </p:nvSpPr>
          <p:spPr>
            <a:xfrm>
              <a:off x="5662230" y="4058888"/>
              <a:ext cx="146304" cy="46196"/>
            </a:xfrm>
            <a:custGeom>
              <a:rect b="b" l="l" r="r" t="t"/>
              <a:pathLst>
                <a:path extrusionOk="0" h="46196" w="146304">
                  <a:moveTo>
                    <a:pt x="146304" y="33147"/>
                  </a:moveTo>
                  <a:lnTo>
                    <a:pt x="146304" y="13049"/>
                  </a:lnTo>
                  <a:cubicBezTo>
                    <a:pt x="146304" y="5810"/>
                    <a:pt x="140399" y="0"/>
                    <a:pt x="133255" y="0"/>
                  </a:cubicBezTo>
                  <a:lnTo>
                    <a:pt x="103822" y="0"/>
                  </a:lnTo>
                  <a:cubicBezTo>
                    <a:pt x="100775" y="0"/>
                    <a:pt x="98203" y="2476"/>
                    <a:pt x="98203" y="5620"/>
                  </a:cubicBezTo>
                  <a:cubicBezTo>
                    <a:pt x="98203" y="8763"/>
                    <a:pt x="100679" y="11239"/>
                    <a:pt x="103822" y="11239"/>
                  </a:cubicBezTo>
                  <a:lnTo>
                    <a:pt x="133255" y="11239"/>
                  </a:lnTo>
                  <a:cubicBezTo>
                    <a:pt x="134303" y="11239"/>
                    <a:pt x="135160" y="12097"/>
                    <a:pt x="135160" y="13144"/>
                  </a:cubicBezTo>
                  <a:lnTo>
                    <a:pt x="135160" y="33242"/>
                  </a:lnTo>
                  <a:cubicBezTo>
                    <a:pt x="135160" y="34290"/>
                    <a:pt x="134303" y="35147"/>
                    <a:pt x="133255" y="35147"/>
                  </a:cubicBezTo>
                  <a:lnTo>
                    <a:pt x="13049" y="35147"/>
                  </a:lnTo>
                  <a:cubicBezTo>
                    <a:pt x="12002" y="35147"/>
                    <a:pt x="11144" y="34290"/>
                    <a:pt x="11144" y="33242"/>
                  </a:cubicBezTo>
                  <a:lnTo>
                    <a:pt x="11144" y="13144"/>
                  </a:lnTo>
                  <a:cubicBezTo>
                    <a:pt x="11144" y="12097"/>
                    <a:pt x="12002" y="11239"/>
                    <a:pt x="13049" y="11239"/>
                  </a:cubicBezTo>
                  <a:lnTo>
                    <a:pt x="78962" y="11239"/>
                  </a:lnTo>
                  <a:cubicBezTo>
                    <a:pt x="82010" y="11239"/>
                    <a:pt x="84582" y="8763"/>
                    <a:pt x="84582" y="5620"/>
                  </a:cubicBezTo>
                  <a:cubicBezTo>
                    <a:pt x="84582" y="2476"/>
                    <a:pt x="82105" y="0"/>
                    <a:pt x="78962" y="0"/>
                  </a:cubicBezTo>
                  <a:lnTo>
                    <a:pt x="13049" y="0"/>
                  </a:lnTo>
                  <a:cubicBezTo>
                    <a:pt x="5810" y="0"/>
                    <a:pt x="0" y="5905"/>
                    <a:pt x="0" y="13049"/>
                  </a:cubicBezTo>
                  <a:lnTo>
                    <a:pt x="0" y="33147"/>
                  </a:lnTo>
                  <a:cubicBezTo>
                    <a:pt x="0" y="40386"/>
                    <a:pt x="5905" y="46196"/>
                    <a:pt x="13049" y="46196"/>
                  </a:cubicBezTo>
                  <a:lnTo>
                    <a:pt x="133255" y="46196"/>
                  </a:lnTo>
                  <a:cubicBezTo>
                    <a:pt x="140494" y="46196"/>
                    <a:pt x="146304" y="40291"/>
                    <a:pt x="146304" y="33147"/>
                  </a:cubicBezTo>
                  <a:lnTo>
                    <a:pt x="146304" y="331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27"/>
            <p:cNvSpPr/>
            <p:nvPr/>
          </p:nvSpPr>
          <p:spPr>
            <a:xfrm>
              <a:off x="5670422" y="4164996"/>
              <a:ext cx="129920" cy="11239"/>
            </a:xfrm>
            <a:custGeom>
              <a:rect b="b" l="l" r="r" t="t"/>
              <a:pathLst>
                <a:path extrusionOk="0" h="11239" w="129920">
                  <a:moveTo>
                    <a:pt x="5620" y="11239"/>
                  </a:moveTo>
                  <a:lnTo>
                    <a:pt x="124301" y="11239"/>
                  </a:lnTo>
                  <a:cubicBezTo>
                    <a:pt x="127349" y="11239"/>
                    <a:pt x="129921" y="8763"/>
                    <a:pt x="129921" y="5620"/>
                  </a:cubicBezTo>
                  <a:cubicBezTo>
                    <a:pt x="129921" y="2476"/>
                    <a:pt x="127445" y="0"/>
                    <a:pt x="124301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27"/>
            <p:cNvSpPr/>
            <p:nvPr/>
          </p:nvSpPr>
          <p:spPr>
            <a:xfrm>
              <a:off x="5670422" y="4142136"/>
              <a:ext cx="21526" cy="11239"/>
            </a:xfrm>
            <a:custGeom>
              <a:rect b="b" l="l" r="r" t="t"/>
              <a:pathLst>
                <a:path extrusionOk="0" h="11239" w="21526">
                  <a:moveTo>
                    <a:pt x="5620" y="11240"/>
                  </a:moveTo>
                  <a:lnTo>
                    <a:pt x="15907" y="11240"/>
                  </a:lnTo>
                  <a:cubicBezTo>
                    <a:pt x="18955" y="11240"/>
                    <a:pt x="21526" y="8763"/>
                    <a:pt x="21526" y="5620"/>
                  </a:cubicBezTo>
                  <a:cubicBezTo>
                    <a:pt x="21526" y="2477"/>
                    <a:pt x="19050" y="0"/>
                    <a:pt x="15907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27"/>
            <p:cNvSpPr/>
            <p:nvPr/>
          </p:nvSpPr>
          <p:spPr>
            <a:xfrm>
              <a:off x="5700140" y="4142232"/>
              <a:ext cx="100202" cy="11239"/>
            </a:xfrm>
            <a:custGeom>
              <a:rect b="b" l="l" r="r" t="t"/>
              <a:pathLst>
                <a:path extrusionOk="0" h="11239" w="100202">
                  <a:moveTo>
                    <a:pt x="94583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94583" y="11239"/>
                  </a:lnTo>
                  <a:cubicBezTo>
                    <a:pt x="97631" y="11239"/>
                    <a:pt x="100203" y="8763"/>
                    <a:pt x="100203" y="5620"/>
                  </a:cubicBezTo>
                  <a:cubicBezTo>
                    <a:pt x="100203" y="2476"/>
                    <a:pt x="97727" y="0"/>
                    <a:pt x="94583" y="0"/>
                  </a:cubicBezTo>
                  <a:lnTo>
                    <a:pt x="94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27"/>
            <p:cNvSpPr/>
            <p:nvPr/>
          </p:nvSpPr>
          <p:spPr>
            <a:xfrm>
              <a:off x="5778721" y="4119371"/>
              <a:ext cx="21621" cy="11239"/>
            </a:xfrm>
            <a:custGeom>
              <a:rect b="b" l="l" r="r" t="t"/>
              <a:pathLst>
                <a:path extrusionOk="0" h="11239" w="21621">
                  <a:moveTo>
                    <a:pt x="16002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6002" y="11240"/>
                  </a:lnTo>
                  <a:cubicBezTo>
                    <a:pt x="19050" y="11240"/>
                    <a:pt x="21622" y="8763"/>
                    <a:pt x="21622" y="5620"/>
                  </a:cubicBezTo>
                  <a:cubicBezTo>
                    <a:pt x="21622" y="2477"/>
                    <a:pt x="19145" y="0"/>
                    <a:pt x="16002" y="0"/>
                  </a:cubicBezTo>
                  <a:lnTo>
                    <a:pt x="16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27"/>
            <p:cNvSpPr/>
            <p:nvPr/>
          </p:nvSpPr>
          <p:spPr>
            <a:xfrm>
              <a:off x="5670422" y="4119276"/>
              <a:ext cx="100393" cy="11239"/>
            </a:xfrm>
            <a:custGeom>
              <a:rect b="b" l="l" r="r" t="t"/>
              <a:pathLst>
                <a:path extrusionOk="0" h="11239" w="100393">
                  <a:moveTo>
                    <a:pt x="5620" y="11239"/>
                  </a:moveTo>
                  <a:lnTo>
                    <a:pt x="94774" y="11239"/>
                  </a:lnTo>
                  <a:cubicBezTo>
                    <a:pt x="97822" y="11239"/>
                    <a:pt x="100393" y="8763"/>
                    <a:pt x="100393" y="5620"/>
                  </a:cubicBezTo>
                  <a:cubicBezTo>
                    <a:pt x="100393" y="2476"/>
                    <a:pt x="97917" y="0"/>
                    <a:pt x="94774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9" name="Google Shape;979;p27"/>
          <p:cNvGrpSpPr/>
          <p:nvPr/>
        </p:nvGrpSpPr>
        <p:grpSpPr>
          <a:xfrm>
            <a:off x="3054650" y="3331137"/>
            <a:ext cx="426109" cy="391276"/>
            <a:chOff x="4737067" y="3854291"/>
            <a:chExt cx="380999" cy="349853"/>
          </a:xfrm>
        </p:grpSpPr>
        <p:sp>
          <p:nvSpPr>
            <p:cNvPr id="980" name="Google Shape;980;p27"/>
            <p:cNvSpPr/>
            <p:nvPr/>
          </p:nvSpPr>
          <p:spPr>
            <a:xfrm>
              <a:off x="4737067" y="3854291"/>
              <a:ext cx="380999" cy="349853"/>
            </a:xfrm>
            <a:custGeom>
              <a:rect b="b" l="l" r="r" t="t"/>
              <a:pathLst>
                <a:path extrusionOk="0" h="349853" w="380999">
                  <a:moveTo>
                    <a:pt x="381000" y="20669"/>
                  </a:moveTo>
                  <a:cubicBezTo>
                    <a:pt x="381000" y="9239"/>
                    <a:pt x="371761" y="0"/>
                    <a:pt x="360331" y="0"/>
                  </a:cubicBezTo>
                  <a:lnTo>
                    <a:pt x="80677" y="0"/>
                  </a:lnTo>
                  <a:cubicBezTo>
                    <a:pt x="77629" y="0"/>
                    <a:pt x="75057" y="2477"/>
                    <a:pt x="75057" y="5620"/>
                  </a:cubicBezTo>
                  <a:cubicBezTo>
                    <a:pt x="75057" y="8763"/>
                    <a:pt x="77533" y="11240"/>
                    <a:pt x="80677" y="11240"/>
                  </a:cubicBezTo>
                  <a:lnTo>
                    <a:pt x="360331" y="11240"/>
                  </a:lnTo>
                  <a:cubicBezTo>
                    <a:pt x="365569" y="11240"/>
                    <a:pt x="369856" y="15526"/>
                    <a:pt x="369856" y="20765"/>
                  </a:cubicBezTo>
                  <a:lnTo>
                    <a:pt x="369856" y="213646"/>
                  </a:lnTo>
                  <a:lnTo>
                    <a:pt x="275177" y="213646"/>
                  </a:lnTo>
                  <a:lnTo>
                    <a:pt x="275177" y="124968"/>
                  </a:lnTo>
                  <a:cubicBezTo>
                    <a:pt x="275177" y="121920"/>
                    <a:pt x="272701" y="119348"/>
                    <a:pt x="269558" y="119348"/>
                  </a:cubicBezTo>
                  <a:cubicBezTo>
                    <a:pt x="266414" y="119348"/>
                    <a:pt x="263938" y="121825"/>
                    <a:pt x="263938" y="124968"/>
                  </a:cubicBezTo>
                  <a:lnTo>
                    <a:pt x="263938" y="229743"/>
                  </a:lnTo>
                  <a:cubicBezTo>
                    <a:pt x="263938" y="230791"/>
                    <a:pt x="263081" y="231648"/>
                    <a:pt x="262033" y="231648"/>
                  </a:cubicBezTo>
                  <a:lnTo>
                    <a:pt x="239077" y="231648"/>
                  </a:lnTo>
                  <a:lnTo>
                    <a:pt x="239077" y="66199"/>
                  </a:lnTo>
                  <a:lnTo>
                    <a:pt x="263938" y="66199"/>
                  </a:lnTo>
                  <a:lnTo>
                    <a:pt x="263938" y="100203"/>
                  </a:lnTo>
                  <a:cubicBezTo>
                    <a:pt x="263938" y="103251"/>
                    <a:pt x="266414" y="105823"/>
                    <a:pt x="269558" y="105823"/>
                  </a:cubicBezTo>
                  <a:cubicBezTo>
                    <a:pt x="272701" y="105823"/>
                    <a:pt x="275177" y="103346"/>
                    <a:pt x="275177" y="100203"/>
                  </a:cubicBezTo>
                  <a:lnTo>
                    <a:pt x="275177" y="93059"/>
                  </a:lnTo>
                  <a:lnTo>
                    <a:pt x="291656" y="93059"/>
                  </a:lnTo>
                  <a:cubicBezTo>
                    <a:pt x="298799" y="93059"/>
                    <a:pt x="304705" y="87249"/>
                    <a:pt x="304705" y="80010"/>
                  </a:cubicBezTo>
                  <a:lnTo>
                    <a:pt x="304705" y="68104"/>
                  </a:lnTo>
                  <a:cubicBezTo>
                    <a:pt x="304705" y="60960"/>
                    <a:pt x="298894" y="55054"/>
                    <a:pt x="291656" y="55054"/>
                  </a:cubicBezTo>
                  <a:lnTo>
                    <a:pt x="89345" y="55054"/>
                  </a:lnTo>
                  <a:cubicBezTo>
                    <a:pt x="82201" y="55054"/>
                    <a:pt x="76295" y="60865"/>
                    <a:pt x="76295" y="68104"/>
                  </a:cubicBezTo>
                  <a:lnTo>
                    <a:pt x="76295" y="80010"/>
                  </a:lnTo>
                  <a:cubicBezTo>
                    <a:pt x="76295" y="87154"/>
                    <a:pt x="82105" y="93059"/>
                    <a:pt x="89345" y="93059"/>
                  </a:cubicBezTo>
                  <a:lnTo>
                    <a:pt x="105823" y="93059"/>
                  </a:lnTo>
                  <a:lnTo>
                    <a:pt x="105823" y="213741"/>
                  </a:lnTo>
                  <a:lnTo>
                    <a:pt x="11144" y="213741"/>
                  </a:lnTo>
                  <a:lnTo>
                    <a:pt x="11144" y="20860"/>
                  </a:lnTo>
                  <a:cubicBezTo>
                    <a:pt x="11144" y="15621"/>
                    <a:pt x="15430" y="11335"/>
                    <a:pt x="20669" y="11335"/>
                  </a:cubicBezTo>
                  <a:lnTo>
                    <a:pt x="55912" y="11335"/>
                  </a:lnTo>
                  <a:cubicBezTo>
                    <a:pt x="58960" y="11335"/>
                    <a:pt x="61531" y="8858"/>
                    <a:pt x="61531" y="5715"/>
                  </a:cubicBezTo>
                  <a:cubicBezTo>
                    <a:pt x="61531" y="2572"/>
                    <a:pt x="59055" y="95"/>
                    <a:pt x="55912" y="95"/>
                  </a:cubicBezTo>
                  <a:lnTo>
                    <a:pt x="20669" y="95"/>
                  </a:lnTo>
                  <a:cubicBezTo>
                    <a:pt x="9239" y="95"/>
                    <a:pt x="0" y="9335"/>
                    <a:pt x="0" y="20765"/>
                  </a:cubicBezTo>
                  <a:lnTo>
                    <a:pt x="0" y="243269"/>
                  </a:lnTo>
                  <a:cubicBezTo>
                    <a:pt x="0" y="254699"/>
                    <a:pt x="9239" y="263938"/>
                    <a:pt x="20669" y="263938"/>
                  </a:cubicBezTo>
                  <a:lnTo>
                    <a:pt x="141351" y="263938"/>
                  </a:lnTo>
                  <a:lnTo>
                    <a:pt x="137255" y="309944"/>
                  </a:lnTo>
                  <a:lnTo>
                    <a:pt x="123063" y="309944"/>
                  </a:lnTo>
                  <a:cubicBezTo>
                    <a:pt x="115919" y="309944"/>
                    <a:pt x="110014" y="315754"/>
                    <a:pt x="110014" y="322993"/>
                  </a:cubicBezTo>
                  <a:lnTo>
                    <a:pt x="110014" y="336804"/>
                  </a:lnTo>
                  <a:cubicBezTo>
                    <a:pt x="110014" y="343948"/>
                    <a:pt x="115824" y="349853"/>
                    <a:pt x="123063" y="349853"/>
                  </a:cubicBezTo>
                  <a:lnTo>
                    <a:pt x="257937" y="349853"/>
                  </a:lnTo>
                  <a:cubicBezTo>
                    <a:pt x="265081" y="349853"/>
                    <a:pt x="270986" y="344043"/>
                    <a:pt x="270986" y="336804"/>
                  </a:cubicBezTo>
                  <a:lnTo>
                    <a:pt x="270986" y="322993"/>
                  </a:lnTo>
                  <a:cubicBezTo>
                    <a:pt x="270986" y="315849"/>
                    <a:pt x="265176" y="309944"/>
                    <a:pt x="257937" y="309944"/>
                  </a:cubicBezTo>
                  <a:lnTo>
                    <a:pt x="243745" y="309944"/>
                  </a:lnTo>
                  <a:lnTo>
                    <a:pt x="239649" y="263938"/>
                  </a:lnTo>
                  <a:lnTo>
                    <a:pt x="360331" y="263938"/>
                  </a:lnTo>
                  <a:cubicBezTo>
                    <a:pt x="371761" y="263938"/>
                    <a:pt x="381000" y="254699"/>
                    <a:pt x="381000" y="243269"/>
                  </a:cubicBezTo>
                  <a:lnTo>
                    <a:pt x="381000" y="20765"/>
                  </a:lnTo>
                  <a:close/>
                  <a:moveTo>
                    <a:pt x="293560" y="67913"/>
                  </a:moveTo>
                  <a:lnTo>
                    <a:pt x="293560" y="79820"/>
                  </a:lnTo>
                  <a:cubicBezTo>
                    <a:pt x="293560" y="80867"/>
                    <a:pt x="292703" y="81725"/>
                    <a:pt x="291656" y="81725"/>
                  </a:cubicBezTo>
                  <a:lnTo>
                    <a:pt x="275177" y="81725"/>
                  </a:lnTo>
                  <a:lnTo>
                    <a:pt x="275177" y="66008"/>
                  </a:lnTo>
                  <a:lnTo>
                    <a:pt x="291656" y="66008"/>
                  </a:lnTo>
                  <a:cubicBezTo>
                    <a:pt x="292703" y="66008"/>
                    <a:pt x="293560" y="66866"/>
                    <a:pt x="293560" y="67913"/>
                  </a:cubicBezTo>
                  <a:lnTo>
                    <a:pt x="293560" y="67913"/>
                  </a:lnTo>
                  <a:close/>
                  <a:moveTo>
                    <a:pt x="228028" y="231458"/>
                  </a:moveTo>
                  <a:lnTo>
                    <a:pt x="204407" y="231458"/>
                  </a:lnTo>
                  <a:lnTo>
                    <a:pt x="204407" y="66008"/>
                  </a:lnTo>
                  <a:lnTo>
                    <a:pt x="228028" y="66008"/>
                  </a:lnTo>
                  <a:lnTo>
                    <a:pt x="228028" y="231458"/>
                  </a:lnTo>
                  <a:close/>
                  <a:moveTo>
                    <a:pt x="89345" y="81725"/>
                  </a:moveTo>
                  <a:cubicBezTo>
                    <a:pt x="88297" y="81725"/>
                    <a:pt x="87439" y="80867"/>
                    <a:pt x="87439" y="79820"/>
                  </a:cubicBezTo>
                  <a:lnTo>
                    <a:pt x="87439" y="67913"/>
                  </a:lnTo>
                  <a:cubicBezTo>
                    <a:pt x="87439" y="66866"/>
                    <a:pt x="88297" y="66008"/>
                    <a:pt x="89345" y="66008"/>
                  </a:cubicBezTo>
                  <a:lnTo>
                    <a:pt x="105823" y="66008"/>
                  </a:lnTo>
                  <a:lnTo>
                    <a:pt x="105823" y="81725"/>
                  </a:lnTo>
                  <a:lnTo>
                    <a:pt x="89345" y="81725"/>
                  </a:lnTo>
                  <a:close/>
                  <a:moveTo>
                    <a:pt x="259842" y="322802"/>
                  </a:moveTo>
                  <a:lnTo>
                    <a:pt x="259842" y="336614"/>
                  </a:lnTo>
                  <a:cubicBezTo>
                    <a:pt x="259842" y="337661"/>
                    <a:pt x="258985" y="338519"/>
                    <a:pt x="257937" y="338519"/>
                  </a:cubicBezTo>
                  <a:lnTo>
                    <a:pt x="123063" y="338519"/>
                  </a:lnTo>
                  <a:cubicBezTo>
                    <a:pt x="122015" y="338519"/>
                    <a:pt x="121158" y="337661"/>
                    <a:pt x="121158" y="336614"/>
                  </a:cubicBezTo>
                  <a:lnTo>
                    <a:pt x="121158" y="322802"/>
                  </a:lnTo>
                  <a:cubicBezTo>
                    <a:pt x="121158" y="321755"/>
                    <a:pt x="122015" y="320897"/>
                    <a:pt x="123063" y="320897"/>
                  </a:cubicBezTo>
                  <a:lnTo>
                    <a:pt x="257937" y="320897"/>
                  </a:lnTo>
                  <a:cubicBezTo>
                    <a:pt x="258985" y="320897"/>
                    <a:pt x="259842" y="321755"/>
                    <a:pt x="259842" y="322802"/>
                  </a:cubicBezTo>
                  <a:lnTo>
                    <a:pt x="259842" y="322802"/>
                  </a:lnTo>
                  <a:close/>
                  <a:moveTo>
                    <a:pt x="232600" y="309753"/>
                  </a:moveTo>
                  <a:lnTo>
                    <a:pt x="148495" y="309753"/>
                  </a:lnTo>
                  <a:lnTo>
                    <a:pt x="152591" y="263747"/>
                  </a:lnTo>
                  <a:lnTo>
                    <a:pt x="168688" y="263747"/>
                  </a:lnTo>
                  <a:lnTo>
                    <a:pt x="168688" y="270891"/>
                  </a:lnTo>
                  <a:cubicBezTo>
                    <a:pt x="168688" y="282988"/>
                    <a:pt x="178499" y="292799"/>
                    <a:pt x="190595" y="292799"/>
                  </a:cubicBezTo>
                  <a:cubicBezTo>
                    <a:pt x="202692" y="292799"/>
                    <a:pt x="212503" y="282988"/>
                    <a:pt x="212503" y="270891"/>
                  </a:cubicBezTo>
                  <a:lnTo>
                    <a:pt x="212503" y="263747"/>
                  </a:lnTo>
                  <a:lnTo>
                    <a:pt x="228600" y="263747"/>
                  </a:lnTo>
                  <a:lnTo>
                    <a:pt x="232696" y="309753"/>
                  </a:lnTo>
                  <a:close/>
                  <a:moveTo>
                    <a:pt x="201263" y="263747"/>
                  </a:moveTo>
                  <a:lnTo>
                    <a:pt x="201263" y="270891"/>
                  </a:lnTo>
                  <a:cubicBezTo>
                    <a:pt x="201263" y="276797"/>
                    <a:pt x="196501" y="281559"/>
                    <a:pt x="190595" y="281559"/>
                  </a:cubicBezTo>
                  <a:cubicBezTo>
                    <a:pt x="184690" y="281559"/>
                    <a:pt x="179927" y="276797"/>
                    <a:pt x="179927" y="270891"/>
                  </a:cubicBezTo>
                  <a:lnTo>
                    <a:pt x="179927" y="263747"/>
                  </a:lnTo>
                  <a:lnTo>
                    <a:pt x="201359" y="263747"/>
                  </a:lnTo>
                  <a:close/>
                  <a:moveTo>
                    <a:pt x="369856" y="243078"/>
                  </a:moveTo>
                  <a:cubicBezTo>
                    <a:pt x="369856" y="248317"/>
                    <a:pt x="365569" y="252603"/>
                    <a:pt x="360331" y="252603"/>
                  </a:cubicBezTo>
                  <a:lnTo>
                    <a:pt x="20669" y="252603"/>
                  </a:lnTo>
                  <a:cubicBezTo>
                    <a:pt x="15430" y="252603"/>
                    <a:pt x="11144" y="248317"/>
                    <a:pt x="11144" y="243078"/>
                  </a:cubicBezTo>
                  <a:lnTo>
                    <a:pt x="11144" y="224600"/>
                  </a:lnTo>
                  <a:lnTo>
                    <a:pt x="105823" y="224600"/>
                  </a:lnTo>
                  <a:lnTo>
                    <a:pt x="105823" y="229553"/>
                  </a:lnTo>
                  <a:cubicBezTo>
                    <a:pt x="105823" y="236696"/>
                    <a:pt x="111633" y="242602"/>
                    <a:pt x="118872" y="242602"/>
                  </a:cubicBezTo>
                  <a:lnTo>
                    <a:pt x="146590" y="242602"/>
                  </a:lnTo>
                  <a:cubicBezTo>
                    <a:pt x="149638" y="242602"/>
                    <a:pt x="152209" y="240125"/>
                    <a:pt x="152209" y="236982"/>
                  </a:cubicBezTo>
                  <a:cubicBezTo>
                    <a:pt x="152209" y="233839"/>
                    <a:pt x="149733" y="231362"/>
                    <a:pt x="146590" y="231362"/>
                  </a:cubicBezTo>
                  <a:lnTo>
                    <a:pt x="118872" y="231362"/>
                  </a:lnTo>
                  <a:cubicBezTo>
                    <a:pt x="117824" y="231362"/>
                    <a:pt x="116967" y="230505"/>
                    <a:pt x="116967" y="229457"/>
                  </a:cubicBezTo>
                  <a:lnTo>
                    <a:pt x="116967" y="65818"/>
                  </a:lnTo>
                  <a:lnTo>
                    <a:pt x="193262" y="65818"/>
                  </a:lnTo>
                  <a:lnTo>
                    <a:pt x="193262" y="231267"/>
                  </a:lnTo>
                  <a:lnTo>
                    <a:pt x="171355" y="231267"/>
                  </a:lnTo>
                  <a:cubicBezTo>
                    <a:pt x="168307" y="231267"/>
                    <a:pt x="165735" y="233744"/>
                    <a:pt x="165735" y="236887"/>
                  </a:cubicBezTo>
                  <a:cubicBezTo>
                    <a:pt x="165735" y="240030"/>
                    <a:pt x="168211" y="242507"/>
                    <a:pt x="171355" y="242507"/>
                  </a:cubicBezTo>
                  <a:lnTo>
                    <a:pt x="262223" y="242507"/>
                  </a:lnTo>
                  <a:cubicBezTo>
                    <a:pt x="269367" y="242507"/>
                    <a:pt x="275273" y="236696"/>
                    <a:pt x="275273" y="229457"/>
                  </a:cubicBezTo>
                  <a:lnTo>
                    <a:pt x="275273" y="224504"/>
                  </a:lnTo>
                  <a:lnTo>
                    <a:pt x="369951" y="224504"/>
                  </a:lnTo>
                  <a:lnTo>
                    <a:pt x="369951" y="2429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27"/>
            <p:cNvSpPr/>
            <p:nvPr/>
          </p:nvSpPr>
          <p:spPr>
            <a:xfrm>
              <a:off x="4913542" y="3880270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4026" y="19645"/>
                  </a:moveTo>
                  <a:cubicBezTo>
                    <a:pt x="15455" y="19645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1" y="18026"/>
                  </a:lnTo>
                  <a:cubicBezTo>
                    <a:pt x="11168" y="19074"/>
                    <a:pt x="12597" y="19645"/>
                    <a:pt x="14026" y="19645"/>
                  </a:cubicBezTo>
                  <a:lnTo>
                    <a:pt x="14026" y="196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27"/>
            <p:cNvSpPr/>
            <p:nvPr/>
          </p:nvSpPr>
          <p:spPr>
            <a:xfrm>
              <a:off x="4905660" y="4033456"/>
              <a:ext cx="11239" cy="37052"/>
            </a:xfrm>
            <a:custGeom>
              <a:rect b="b" l="l" r="r" t="t"/>
              <a:pathLst>
                <a:path extrusionOk="0" h="37052" w="11239">
                  <a:moveTo>
                    <a:pt x="5620" y="37052"/>
                  </a:moveTo>
                  <a:cubicBezTo>
                    <a:pt x="8668" y="37052"/>
                    <a:pt x="11239" y="34576"/>
                    <a:pt x="11239" y="31432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31432"/>
                  </a:lnTo>
                  <a:cubicBezTo>
                    <a:pt x="0" y="34480"/>
                    <a:pt x="2477" y="37052"/>
                    <a:pt x="5620" y="37052"/>
                  </a:cubicBezTo>
                  <a:lnTo>
                    <a:pt x="5620" y="370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27"/>
            <p:cNvSpPr/>
            <p:nvPr/>
          </p:nvSpPr>
          <p:spPr>
            <a:xfrm>
              <a:off x="4887467" y="3989260"/>
              <a:ext cx="11239" cy="81343"/>
            </a:xfrm>
            <a:custGeom>
              <a:rect b="b" l="l" r="r" t="t"/>
              <a:pathLst>
                <a:path extrusionOk="0" h="81343" w="11239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lnTo>
                    <a:pt x="0" y="75724"/>
                  </a:lnTo>
                  <a:cubicBezTo>
                    <a:pt x="0" y="78772"/>
                    <a:pt x="2477" y="81343"/>
                    <a:pt x="5620" y="81343"/>
                  </a:cubicBezTo>
                  <a:cubicBezTo>
                    <a:pt x="8763" y="81343"/>
                    <a:pt x="11239" y="78867"/>
                    <a:pt x="11239" y="75724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27"/>
            <p:cNvSpPr/>
            <p:nvPr/>
          </p:nvSpPr>
          <p:spPr>
            <a:xfrm>
              <a:off x="5040343" y="4038314"/>
              <a:ext cx="46577" cy="11239"/>
            </a:xfrm>
            <a:custGeom>
              <a:rect b="b" l="l" r="r" t="t"/>
              <a:pathLst>
                <a:path extrusionOk="0" h="11239" w="46577">
                  <a:moveTo>
                    <a:pt x="0" y="5620"/>
                  </a:moveTo>
                  <a:cubicBezTo>
                    <a:pt x="0" y="8668"/>
                    <a:pt x="2476" y="11239"/>
                    <a:pt x="5620" y="11239"/>
                  </a:cubicBezTo>
                  <a:lnTo>
                    <a:pt x="40957" y="11239"/>
                  </a:lnTo>
                  <a:cubicBezTo>
                    <a:pt x="44005" y="11239"/>
                    <a:pt x="46577" y="8763"/>
                    <a:pt x="46577" y="5620"/>
                  </a:cubicBezTo>
                  <a:cubicBezTo>
                    <a:pt x="46577" y="2476"/>
                    <a:pt x="44101" y="0"/>
                    <a:pt x="40957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27"/>
            <p:cNvSpPr/>
            <p:nvPr/>
          </p:nvSpPr>
          <p:spPr>
            <a:xfrm>
              <a:off x="5058155" y="4018025"/>
              <a:ext cx="28765" cy="11239"/>
            </a:xfrm>
            <a:custGeom>
              <a:rect b="b" l="l" r="r" t="t"/>
              <a:pathLst>
                <a:path extrusionOk="0" h="11239" w="28765">
                  <a:moveTo>
                    <a:pt x="23146" y="11240"/>
                  </a:moveTo>
                  <a:cubicBezTo>
                    <a:pt x="26194" y="11240"/>
                    <a:pt x="28765" y="8763"/>
                    <a:pt x="28765" y="5620"/>
                  </a:cubicBezTo>
                  <a:cubicBezTo>
                    <a:pt x="28765" y="2477"/>
                    <a:pt x="26289" y="0"/>
                    <a:pt x="2314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23146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27"/>
            <p:cNvSpPr/>
            <p:nvPr/>
          </p:nvSpPr>
          <p:spPr>
            <a:xfrm>
              <a:off x="4768214" y="4038314"/>
              <a:ext cx="46577" cy="11239"/>
            </a:xfrm>
            <a:custGeom>
              <a:rect b="b" l="l" r="r" t="t"/>
              <a:pathLst>
                <a:path extrusionOk="0" h="11239" w="46577">
                  <a:moveTo>
                    <a:pt x="5620" y="11239"/>
                  </a:moveTo>
                  <a:lnTo>
                    <a:pt x="40957" y="11239"/>
                  </a:lnTo>
                  <a:cubicBezTo>
                    <a:pt x="44005" y="11239"/>
                    <a:pt x="46577" y="8763"/>
                    <a:pt x="46577" y="5620"/>
                  </a:cubicBezTo>
                  <a:cubicBezTo>
                    <a:pt x="46577" y="2476"/>
                    <a:pt x="44101" y="0"/>
                    <a:pt x="40957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27"/>
            <p:cNvSpPr/>
            <p:nvPr/>
          </p:nvSpPr>
          <p:spPr>
            <a:xfrm>
              <a:off x="4768214" y="4018025"/>
              <a:ext cx="28765" cy="11239"/>
            </a:xfrm>
            <a:custGeom>
              <a:rect b="b" l="l" r="r" t="t"/>
              <a:pathLst>
                <a:path extrusionOk="0" h="11239" w="28765">
                  <a:moveTo>
                    <a:pt x="5620" y="11240"/>
                  </a:moveTo>
                  <a:lnTo>
                    <a:pt x="23146" y="11240"/>
                  </a:lnTo>
                  <a:cubicBezTo>
                    <a:pt x="26194" y="11240"/>
                    <a:pt x="28765" y="8763"/>
                    <a:pt x="28765" y="5620"/>
                  </a:cubicBezTo>
                  <a:cubicBezTo>
                    <a:pt x="28765" y="2477"/>
                    <a:pt x="26289" y="0"/>
                    <a:pt x="2314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8" name="Google Shape;988;p27"/>
          <p:cNvGrpSpPr/>
          <p:nvPr/>
        </p:nvGrpSpPr>
        <p:grpSpPr>
          <a:xfrm>
            <a:off x="2263150" y="3313560"/>
            <a:ext cx="271431" cy="426110"/>
            <a:chOff x="4029360" y="3838575"/>
            <a:chExt cx="242696" cy="381000"/>
          </a:xfrm>
        </p:grpSpPr>
        <p:sp>
          <p:nvSpPr>
            <p:cNvPr id="989" name="Google Shape;989;p27"/>
            <p:cNvSpPr/>
            <p:nvPr/>
          </p:nvSpPr>
          <p:spPr>
            <a:xfrm>
              <a:off x="4029360" y="3838575"/>
              <a:ext cx="242696" cy="381000"/>
            </a:xfrm>
            <a:custGeom>
              <a:rect b="b" l="l" r="r" t="t"/>
              <a:pathLst>
                <a:path extrusionOk="0" h="381000" w="242696">
                  <a:moveTo>
                    <a:pt x="229457" y="36195"/>
                  </a:moveTo>
                  <a:lnTo>
                    <a:pt x="201073" y="36195"/>
                  </a:lnTo>
                  <a:lnTo>
                    <a:pt x="201073" y="23908"/>
                  </a:lnTo>
                  <a:cubicBezTo>
                    <a:pt x="201073" y="10668"/>
                    <a:pt x="190309" y="0"/>
                    <a:pt x="177165" y="0"/>
                  </a:cubicBezTo>
                  <a:cubicBezTo>
                    <a:pt x="177165" y="0"/>
                    <a:pt x="177165" y="0"/>
                    <a:pt x="177165" y="0"/>
                  </a:cubicBezTo>
                  <a:cubicBezTo>
                    <a:pt x="177165" y="0"/>
                    <a:pt x="177165" y="0"/>
                    <a:pt x="177165" y="0"/>
                  </a:cubicBezTo>
                  <a:lnTo>
                    <a:pt x="75819" y="0"/>
                  </a:lnTo>
                  <a:cubicBezTo>
                    <a:pt x="62579" y="0"/>
                    <a:pt x="51911" y="10763"/>
                    <a:pt x="51911" y="23908"/>
                  </a:cubicBezTo>
                  <a:lnTo>
                    <a:pt x="51911" y="47720"/>
                  </a:lnTo>
                  <a:cubicBezTo>
                    <a:pt x="51911" y="50768"/>
                    <a:pt x="54388" y="53340"/>
                    <a:pt x="57531" y="53340"/>
                  </a:cubicBezTo>
                  <a:cubicBezTo>
                    <a:pt x="60674" y="53340"/>
                    <a:pt x="63151" y="50863"/>
                    <a:pt x="63151" y="47720"/>
                  </a:cubicBezTo>
                  <a:lnTo>
                    <a:pt x="63151" y="23908"/>
                  </a:lnTo>
                  <a:cubicBezTo>
                    <a:pt x="63151" y="16859"/>
                    <a:pt x="68866" y="11144"/>
                    <a:pt x="75914" y="11144"/>
                  </a:cubicBezTo>
                  <a:lnTo>
                    <a:pt x="156972" y="11144"/>
                  </a:lnTo>
                  <a:cubicBezTo>
                    <a:pt x="154591" y="14859"/>
                    <a:pt x="153257" y="19241"/>
                    <a:pt x="153257" y="23908"/>
                  </a:cubicBezTo>
                  <a:lnTo>
                    <a:pt x="153257" y="124968"/>
                  </a:lnTo>
                  <a:lnTo>
                    <a:pt x="63151" y="124968"/>
                  </a:lnTo>
                  <a:lnTo>
                    <a:pt x="63151" y="72580"/>
                  </a:lnTo>
                  <a:cubicBezTo>
                    <a:pt x="63151" y="69533"/>
                    <a:pt x="60674" y="66961"/>
                    <a:pt x="57531" y="66961"/>
                  </a:cubicBezTo>
                  <a:cubicBezTo>
                    <a:pt x="54388" y="66961"/>
                    <a:pt x="51911" y="69437"/>
                    <a:pt x="51911" y="72580"/>
                  </a:cubicBezTo>
                  <a:lnTo>
                    <a:pt x="51911" y="89630"/>
                  </a:lnTo>
                  <a:lnTo>
                    <a:pt x="20479" y="89630"/>
                  </a:lnTo>
                  <a:cubicBezTo>
                    <a:pt x="9144" y="89630"/>
                    <a:pt x="0" y="98774"/>
                    <a:pt x="0" y="110109"/>
                  </a:cubicBezTo>
                  <a:lnTo>
                    <a:pt x="0" y="360521"/>
                  </a:lnTo>
                  <a:cubicBezTo>
                    <a:pt x="0" y="371856"/>
                    <a:pt x="9144" y="381000"/>
                    <a:pt x="20479" y="381000"/>
                  </a:cubicBezTo>
                  <a:lnTo>
                    <a:pt x="195834" y="381000"/>
                  </a:lnTo>
                  <a:cubicBezTo>
                    <a:pt x="207169" y="381000"/>
                    <a:pt x="216313" y="371856"/>
                    <a:pt x="216313" y="360521"/>
                  </a:cubicBezTo>
                  <a:lnTo>
                    <a:pt x="216313" y="327184"/>
                  </a:lnTo>
                  <a:cubicBezTo>
                    <a:pt x="216313" y="324136"/>
                    <a:pt x="213836" y="321564"/>
                    <a:pt x="210693" y="321564"/>
                  </a:cubicBezTo>
                  <a:cubicBezTo>
                    <a:pt x="207550" y="321564"/>
                    <a:pt x="205073" y="324041"/>
                    <a:pt x="205073" y="327184"/>
                  </a:cubicBezTo>
                  <a:lnTo>
                    <a:pt x="205073" y="360521"/>
                  </a:lnTo>
                  <a:cubicBezTo>
                    <a:pt x="205073" y="365665"/>
                    <a:pt x="200882" y="369856"/>
                    <a:pt x="195739" y="369856"/>
                  </a:cubicBezTo>
                  <a:lnTo>
                    <a:pt x="20383" y="369856"/>
                  </a:lnTo>
                  <a:cubicBezTo>
                    <a:pt x="15240" y="369856"/>
                    <a:pt x="11049" y="365665"/>
                    <a:pt x="11049" y="360521"/>
                  </a:cubicBezTo>
                  <a:lnTo>
                    <a:pt x="11049" y="110109"/>
                  </a:lnTo>
                  <a:cubicBezTo>
                    <a:pt x="11049" y="104966"/>
                    <a:pt x="15240" y="100775"/>
                    <a:pt x="20383" y="100775"/>
                  </a:cubicBezTo>
                  <a:lnTo>
                    <a:pt x="31242" y="100775"/>
                  </a:lnTo>
                  <a:lnTo>
                    <a:pt x="31242" y="123158"/>
                  </a:lnTo>
                  <a:cubicBezTo>
                    <a:pt x="31242" y="130302"/>
                    <a:pt x="37052" y="136208"/>
                    <a:pt x="44291" y="136208"/>
                  </a:cubicBezTo>
                  <a:lnTo>
                    <a:pt x="174212" y="136208"/>
                  </a:lnTo>
                  <a:cubicBezTo>
                    <a:pt x="181356" y="136208"/>
                    <a:pt x="187262" y="130397"/>
                    <a:pt x="187262" y="123158"/>
                  </a:cubicBezTo>
                  <a:lnTo>
                    <a:pt x="187262" y="100775"/>
                  </a:lnTo>
                  <a:lnTo>
                    <a:pt x="195834" y="100775"/>
                  </a:lnTo>
                  <a:cubicBezTo>
                    <a:pt x="200978" y="100775"/>
                    <a:pt x="205169" y="104966"/>
                    <a:pt x="205169" y="110109"/>
                  </a:cubicBezTo>
                  <a:lnTo>
                    <a:pt x="205169" y="302419"/>
                  </a:lnTo>
                  <a:cubicBezTo>
                    <a:pt x="205169" y="305467"/>
                    <a:pt x="207645" y="308038"/>
                    <a:pt x="210788" y="308038"/>
                  </a:cubicBezTo>
                  <a:cubicBezTo>
                    <a:pt x="213932" y="308038"/>
                    <a:pt x="216408" y="305562"/>
                    <a:pt x="216408" y="302419"/>
                  </a:cubicBezTo>
                  <a:lnTo>
                    <a:pt x="216408" y="172403"/>
                  </a:lnTo>
                  <a:lnTo>
                    <a:pt x="219456" y="172403"/>
                  </a:lnTo>
                  <a:cubicBezTo>
                    <a:pt x="232315" y="172403"/>
                    <a:pt x="242697" y="161639"/>
                    <a:pt x="242697" y="148495"/>
                  </a:cubicBezTo>
                  <a:lnTo>
                    <a:pt x="242697" y="49339"/>
                  </a:lnTo>
                  <a:cubicBezTo>
                    <a:pt x="242697" y="42196"/>
                    <a:pt x="236887" y="36290"/>
                    <a:pt x="229648" y="36290"/>
                  </a:cubicBezTo>
                  <a:lnTo>
                    <a:pt x="229648" y="36290"/>
                  </a:lnTo>
                  <a:close/>
                  <a:moveTo>
                    <a:pt x="42196" y="123158"/>
                  </a:moveTo>
                  <a:lnTo>
                    <a:pt x="42196" y="100775"/>
                  </a:lnTo>
                  <a:lnTo>
                    <a:pt x="51625" y="100775"/>
                  </a:lnTo>
                  <a:lnTo>
                    <a:pt x="51625" y="124968"/>
                  </a:lnTo>
                  <a:lnTo>
                    <a:pt x="44101" y="124968"/>
                  </a:lnTo>
                  <a:cubicBezTo>
                    <a:pt x="43053" y="124968"/>
                    <a:pt x="42196" y="124111"/>
                    <a:pt x="42196" y="123063"/>
                  </a:cubicBezTo>
                  <a:lnTo>
                    <a:pt x="42196" y="123063"/>
                  </a:lnTo>
                  <a:close/>
                  <a:moveTo>
                    <a:pt x="176879" y="11144"/>
                  </a:moveTo>
                  <a:cubicBezTo>
                    <a:pt x="176879" y="11144"/>
                    <a:pt x="176879" y="11144"/>
                    <a:pt x="176879" y="11144"/>
                  </a:cubicBezTo>
                  <a:cubicBezTo>
                    <a:pt x="176879" y="11144"/>
                    <a:pt x="176879" y="11144"/>
                    <a:pt x="176879" y="11144"/>
                  </a:cubicBezTo>
                  <a:cubicBezTo>
                    <a:pt x="183928" y="11144"/>
                    <a:pt x="189643" y="16859"/>
                    <a:pt x="189643" y="23908"/>
                  </a:cubicBezTo>
                  <a:lnTo>
                    <a:pt x="189643" y="89535"/>
                  </a:lnTo>
                  <a:lnTo>
                    <a:pt x="163925" y="89535"/>
                  </a:lnTo>
                  <a:lnTo>
                    <a:pt x="163925" y="23908"/>
                  </a:lnTo>
                  <a:cubicBezTo>
                    <a:pt x="163925" y="16859"/>
                    <a:pt x="169640" y="11144"/>
                    <a:pt x="176689" y="11144"/>
                  </a:cubicBezTo>
                  <a:lnTo>
                    <a:pt x="176689" y="11144"/>
                  </a:lnTo>
                  <a:close/>
                  <a:moveTo>
                    <a:pt x="175927" y="123158"/>
                  </a:moveTo>
                  <a:cubicBezTo>
                    <a:pt x="175927" y="124206"/>
                    <a:pt x="175070" y="125063"/>
                    <a:pt x="174022" y="125063"/>
                  </a:cubicBezTo>
                  <a:lnTo>
                    <a:pt x="164021" y="125063"/>
                  </a:lnTo>
                  <a:lnTo>
                    <a:pt x="164021" y="100870"/>
                  </a:lnTo>
                  <a:lnTo>
                    <a:pt x="175832" y="100870"/>
                  </a:lnTo>
                  <a:lnTo>
                    <a:pt x="175832" y="123254"/>
                  </a:lnTo>
                  <a:close/>
                  <a:moveTo>
                    <a:pt x="231267" y="148400"/>
                  </a:moveTo>
                  <a:cubicBezTo>
                    <a:pt x="231267" y="155448"/>
                    <a:pt x="225838" y="161163"/>
                    <a:pt x="219170" y="161163"/>
                  </a:cubicBezTo>
                  <a:lnTo>
                    <a:pt x="216122" y="161163"/>
                  </a:lnTo>
                  <a:lnTo>
                    <a:pt x="216122" y="110014"/>
                  </a:lnTo>
                  <a:cubicBezTo>
                    <a:pt x="216122" y="100584"/>
                    <a:pt x="209741" y="92678"/>
                    <a:pt x="201073" y="90297"/>
                  </a:cubicBezTo>
                  <a:lnTo>
                    <a:pt x="201073" y="47339"/>
                  </a:lnTo>
                  <a:lnTo>
                    <a:pt x="229457" y="47339"/>
                  </a:lnTo>
                  <a:cubicBezTo>
                    <a:pt x="230505" y="47339"/>
                    <a:pt x="231362" y="48196"/>
                    <a:pt x="231362" y="49244"/>
                  </a:cubicBezTo>
                  <a:lnTo>
                    <a:pt x="231362" y="148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27"/>
            <p:cNvSpPr/>
            <p:nvPr/>
          </p:nvSpPr>
          <p:spPr>
            <a:xfrm>
              <a:off x="4054411" y="3988974"/>
              <a:ext cx="165639" cy="68961"/>
            </a:xfrm>
            <a:custGeom>
              <a:rect b="b" l="l" r="r" t="t"/>
              <a:pathLst>
                <a:path extrusionOk="0" h="68961" w="165639">
                  <a:moveTo>
                    <a:pt x="165640" y="13049"/>
                  </a:moveTo>
                  <a:cubicBezTo>
                    <a:pt x="165640" y="5906"/>
                    <a:pt x="159829" y="0"/>
                    <a:pt x="152590" y="0"/>
                  </a:cubicBezTo>
                  <a:lnTo>
                    <a:pt x="13049" y="0"/>
                  </a:lnTo>
                  <a:cubicBezTo>
                    <a:pt x="5905" y="0"/>
                    <a:pt x="0" y="5810"/>
                    <a:pt x="0" y="13049"/>
                  </a:cubicBezTo>
                  <a:lnTo>
                    <a:pt x="0" y="55912"/>
                  </a:lnTo>
                  <a:cubicBezTo>
                    <a:pt x="0" y="63056"/>
                    <a:pt x="5810" y="68961"/>
                    <a:pt x="13049" y="68961"/>
                  </a:cubicBezTo>
                  <a:lnTo>
                    <a:pt x="102775" y="68961"/>
                  </a:lnTo>
                  <a:cubicBezTo>
                    <a:pt x="105823" y="68961"/>
                    <a:pt x="108394" y="66485"/>
                    <a:pt x="108394" y="63341"/>
                  </a:cubicBezTo>
                  <a:cubicBezTo>
                    <a:pt x="108394" y="60198"/>
                    <a:pt x="105918" y="57722"/>
                    <a:pt x="102775" y="57722"/>
                  </a:cubicBezTo>
                  <a:lnTo>
                    <a:pt x="13049" y="57722"/>
                  </a:lnTo>
                  <a:cubicBezTo>
                    <a:pt x="12001" y="57722"/>
                    <a:pt x="11144" y="56864"/>
                    <a:pt x="11144" y="55817"/>
                  </a:cubicBezTo>
                  <a:lnTo>
                    <a:pt x="11144" y="12954"/>
                  </a:lnTo>
                  <a:cubicBezTo>
                    <a:pt x="11144" y="11906"/>
                    <a:pt x="12001" y="11049"/>
                    <a:pt x="13049" y="11049"/>
                  </a:cubicBezTo>
                  <a:lnTo>
                    <a:pt x="152590" y="11049"/>
                  </a:lnTo>
                  <a:cubicBezTo>
                    <a:pt x="153638" y="11049"/>
                    <a:pt x="154496" y="11906"/>
                    <a:pt x="154496" y="12954"/>
                  </a:cubicBezTo>
                  <a:lnTo>
                    <a:pt x="154496" y="55817"/>
                  </a:lnTo>
                  <a:cubicBezTo>
                    <a:pt x="154496" y="56864"/>
                    <a:pt x="153638" y="57722"/>
                    <a:pt x="152590" y="57722"/>
                  </a:cubicBezTo>
                  <a:lnTo>
                    <a:pt x="127540" y="57722"/>
                  </a:lnTo>
                  <a:cubicBezTo>
                    <a:pt x="124492" y="57722"/>
                    <a:pt x="121920" y="60198"/>
                    <a:pt x="121920" y="63341"/>
                  </a:cubicBezTo>
                  <a:cubicBezTo>
                    <a:pt x="121920" y="66485"/>
                    <a:pt x="124396" y="68961"/>
                    <a:pt x="127540" y="68961"/>
                  </a:cubicBezTo>
                  <a:lnTo>
                    <a:pt x="152590" y="68961"/>
                  </a:lnTo>
                  <a:cubicBezTo>
                    <a:pt x="159734" y="68961"/>
                    <a:pt x="165640" y="63151"/>
                    <a:pt x="165640" y="55912"/>
                  </a:cubicBezTo>
                  <a:lnTo>
                    <a:pt x="165640" y="130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27"/>
            <p:cNvSpPr/>
            <p:nvPr/>
          </p:nvSpPr>
          <p:spPr>
            <a:xfrm>
              <a:off x="4052887" y="407088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3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3" y="0"/>
                    <a:pt x="0" y="5143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3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27"/>
            <p:cNvSpPr/>
            <p:nvPr/>
          </p:nvSpPr>
          <p:spPr>
            <a:xfrm>
              <a:off x="4052887" y="4111751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4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3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3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27"/>
            <p:cNvSpPr/>
            <p:nvPr/>
          </p:nvSpPr>
          <p:spPr>
            <a:xfrm>
              <a:off x="4052887" y="415270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24384" y="0"/>
                  </a:moveTo>
                  <a:lnTo>
                    <a:pt x="11525" y="0"/>
                  </a:lnTo>
                  <a:cubicBezTo>
                    <a:pt x="5143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3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ubicBezTo>
                    <a:pt x="35909" y="5144"/>
                    <a:pt x="30766" y="0"/>
                    <a:pt x="24384" y="0"/>
                  </a:cubicBezTo>
                  <a:lnTo>
                    <a:pt x="24384" y="0"/>
                  </a:lnTo>
                  <a:close/>
                  <a:moveTo>
                    <a:pt x="24765" y="22479"/>
                  </a:moveTo>
                  <a:cubicBezTo>
                    <a:pt x="24765" y="22479"/>
                    <a:pt x="24575" y="22860"/>
                    <a:pt x="24384" y="22860"/>
                  </a:cubicBezTo>
                  <a:lnTo>
                    <a:pt x="11525" y="22860"/>
                  </a:lnTo>
                  <a:cubicBezTo>
                    <a:pt x="11525" y="22860"/>
                    <a:pt x="11144" y="22670"/>
                    <a:pt x="11144" y="22479"/>
                  </a:cubicBezTo>
                  <a:lnTo>
                    <a:pt x="11144" y="11430"/>
                  </a:lnTo>
                  <a:cubicBezTo>
                    <a:pt x="11144" y="11430"/>
                    <a:pt x="11335" y="11049"/>
                    <a:pt x="11525" y="11049"/>
                  </a:cubicBezTo>
                  <a:lnTo>
                    <a:pt x="24384" y="11049"/>
                  </a:lnTo>
                  <a:cubicBezTo>
                    <a:pt x="24384" y="11049"/>
                    <a:pt x="24765" y="11240"/>
                    <a:pt x="24765" y="11430"/>
                  </a:cubicBezTo>
                  <a:lnTo>
                    <a:pt x="24765" y="22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27"/>
            <p:cNvSpPr/>
            <p:nvPr/>
          </p:nvSpPr>
          <p:spPr>
            <a:xfrm>
              <a:off x="4096130" y="407088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3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4" y="0"/>
                    <a:pt x="0" y="5143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4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27"/>
            <p:cNvSpPr/>
            <p:nvPr/>
          </p:nvSpPr>
          <p:spPr>
            <a:xfrm>
              <a:off x="4096130" y="4111751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4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4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4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27"/>
            <p:cNvSpPr/>
            <p:nvPr/>
          </p:nvSpPr>
          <p:spPr>
            <a:xfrm>
              <a:off x="4096130" y="415270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24384" y="0"/>
                  </a:moveTo>
                  <a:lnTo>
                    <a:pt x="11525" y="0"/>
                  </a:lnTo>
                  <a:cubicBezTo>
                    <a:pt x="5144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4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ubicBezTo>
                    <a:pt x="35909" y="5144"/>
                    <a:pt x="30766" y="0"/>
                    <a:pt x="24384" y="0"/>
                  </a:cubicBezTo>
                  <a:lnTo>
                    <a:pt x="24384" y="0"/>
                  </a:lnTo>
                  <a:close/>
                  <a:moveTo>
                    <a:pt x="24765" y="22479"/>
                  </a:moveTo>
                  <a:cubicBezTo>
                    <a:pt x="24765" y="22479"/>
                    <a:pt x="24575" y="22860"/>
                    <a:pt x="24384" y="22860"/>
                  </a:cubicBezTo>
                  <a:lnTo>
                    <a:pt x="11525" y="22860"/>
                  </a:lnTo>
                  <a:cubicBezTo>
                    <a:pt x="11525" y="22860"/>
                    <a:pt x="11144" y="22670"/>
                    <a:pt x="11144" y="22479"/>
                  </a:cubicBezTo>
                  <a:lnTo>
                    <a:pt x="11144" y="11430"/>
                  </a:lnTo>
                  <a:cubicBezTo>
                    <a:pt x="11144" y="11430"/>
                    <a:pt x="11335" y="11049"/>
                    <a:pt x="11525" y="11049"/>
                  </a:cubicBezTo>
                  <a:lnTo>
                    <a:pt x="24384" y="11049"/>
                  </a:lnTo>
                  <a:cubicBezTo>
                    <a:pt x="24384" y="11049"/>
                    <a:pt x="24765" y="11240"/>
                    <a:pt x="24765" y="11430"/>
                  </a:cubicBezTo>
                  <a:lnTo>
                    <a:pt x="24765" y="22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27"/>
            <p:cNvSpPr/>
            <p:nvPr/>
          </p:nvSpPr>
          <p:spPr>
            <a:xfrm>
              <a:off x="4139469" y="407088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3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4" y="0"/>
                    <a:pt x="0" y="5143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4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27"/>
            <p:cNvSpPr/>
            <p:nvPr/>
          </p:nvSpPr>
          <p:spPr>
            <a:xfrm>
              <a:off x="4139469" y="4111751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4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4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4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27"/>
            <p:cNvSpPr/>
            <p:nvPr/>
          </p:nvSpPr>
          <p:spPr>
            <a:xfrm>
              <a:off x="4139469" y="415270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24384" y="0"/>
                  </a:moveTo>
                  <a:lnTo>
                    <a:pt x="11525" y="0"/>
                  </a:lnTo>
                  <a:cubicBezTo>
                    <a:pt x="5144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4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ubicBezTo>
                    <a:pt x="35909" y="5144"/>
                    <a:pt x="30766" y="0"/>
                    <a:pt x="24384" y="0"/>
                  </a:cubicBezTo>
                  <a:lnTo>
                    <a:pt x="24384" y="0"/>
                  </a:lnTo>
                  <a:close/>
                  <a:moveTo>
                    <a:pt x="24765" y="22479"/>
                  </a:moveTo>
                  <a:cubicBezTo>
                    <a:pt x="24765" y="22479"/>
                    <a:pt x="24575" y="22860"/>
                    <a:pt x="24384" y="22860"/>
                  </a:cubicBezTo>
                  <a:lnTo>
                    <a:pt x="11525" y="22860"/>
                  </a:lnTo>
                  <a:cubicBezTo>
                    <a:pt x="11525" y="22860"/>
                    <a:pt x="11144" y="22670"/>
                    <a:pt x="11144" y="22479"/>
                  </a:cubicBezTo>
                  <a:lnTo>
                    <a:pt x="11144" y="11430"/>
                  </a:lnTo>
                  <a:cubicBezTo>
                    <a:pt x="11144" y="11430"/>
                    <a:pt x="11335" y="11049"/>
                    <a:pt x="11525" y="11049"/>
                  </a:cubicBezTo>
                  <a:lnTo>
                    <a:pt x="24384" y="11049"/>
                  </a:lnTo>
                  <a:cubicBezTo>
                    <a:pt x="24384" y="11049"/>
                    <a:pt x="24765" y="11240"/>
                    <a:pt x="24765" y="11430"/>
                  </a:cubicBezTo>
                  <a:lnTo>
                    <a:pt x="24765" y="22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27"/>
            <p:cNvSpPr/>
            <p:nvPr/>
          </p:nvSpPr>
          <p:spPr>
            <a:xfrm>
              <a:off x="4182807" y="407088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3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3" y="0"/>
                    <a:pt x="0" y="5143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3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27"/>
            <p:cNvSpPr/>
            <p:nvPr/>
          </p:nvSpPr>
          <p:spPr>
            <a:xfrm>
              <a:off x="4182807" y="4111751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35909" y="11525"/>
                  </a:moveTo>
                  <a:cubicBezTo>
                    <a:pt x="35909" y="5144"/>
                    <a:pt x="30766" y="0"/>
                    <a:pt x="24384" y="0"/>
                  </a:cubicBezTo>
                  <a:lnTo>
                    <a:pt x="11525" y="0"/>
                  </a:lnTo>
                  <a:cubicBezTo>
                    <a:pt x="5143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3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lose/>
                  <a:moveTo>
                    <a:pt x="24765" y="22574"/>
                  </a:moveTo>
                  <a:cubicBezTo>
                    <a:pt x="24765" y="22574"/>
                    <a:pt x="24575" y="22955"/>
                    <a:pt x="24384" y="22955"/>
                  </a:cubicBezTo>
                  <a:lnTo>
                    <a:pt x="11525" y="22955"/>
                  </a:lnTo>
                  <a:cubicBezTo>
                    <a:pt x="11525" y="22955"/>
                    <a:pt x="11144" y="22765"/>
                    <a:pt x="11144" y="22574"/>
                  </a:cubicBezTo>
                  <a:lnTo>
                    <a:pt x="11144" y="11525"/>
                  </a:lnTo>
                  <a:cubicBezTo>
                    <a:pt x="11144" y="11525"/>
                    <a:pt x="11335" y="11144"/>
                    <a:pt x="11525" y="11144"/>
                  </a:cubicBezTo>
                  <a:lnTo>
                    <a:pt x="24384" y="11144"/>
                  </a:lnTo>
                  <a:cubicBezTo>
                    <a:pt x="24384" y="11144"/>
                    <a:pt x="24765" y="11335"/>
                    <a:pt x="24765" y="11525"/>
                  </a:cubicBezTo>
                  <a:lnTo>
                    <a:pt x="24765" y="225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27"/>
            <p:cNvSpPr/>
            <p:nvPr/>
          </p:nvSpPr>
          <p:spPr>
            <a:xfrm>
              <a:off x="4182807" y="4152709"/>
              <a:ext cx="35909" cy="34099"/>
            </a:xfrm>
            <a:custGeom>
              <a:rect b="b" l="l" r="r" t="t"/>
              <a:pathLst>
                <a:path extrusionOk="0" h="34099" w="35909">
                  <a:moveTo>
                    <a:pt x="24384" y="0"/>
                  </a:moveTo>
                  <a:lnTo>
                    <a:pt x="11525" y="0"/>
                  </a:lnTo>
                  <a:cubicBezTo>
                    <a:pt x="5143" y="0"/>
                    <a:pt x="0" y="5144"/>
                    <a:pt x="0" y="11525"/>
                  </a:cubicBezTo>
                  <a:lnTo>
                    <a:pt x="0" y="22574"/>
                  </a:lnTo>
                  <a:cubicBezTo>
                    <a:pt x="0" y="28956"/>
                    <a:pt x="5143" y="34100"/>
                    <a:pt x="11525" y="34100"/>
                  </a:cubicBezTo>
                  <a:lnTo>
                    <a:pt x="24384" y="34100"/>
                  </a:lnTo>
                  <a:cubicBezTo>
                    <a:pt x="30766" y="34100"/>
                    <a:pt x="35909" y="28956"/>
                    <a:pt x="35909" y="22574"/>
                  </a:cubicBezTo>
                  <a:lnTo>
                    <a:pt x="35909" y="11525"/>
                  </a:lnTo>
                  <a:cubicBezTo>
                    <a:pt x="35909" y="5144"/>
                    <a:pt x="30766" y="0"/>
                    <a:pt x="24384" y="0"/>
                  </a:cubicBezTo>
                  <a:lnTo>
                    <a:pt x="24384" y="0"/>
                  </a:lnTo>
                  <a:close/>
                  <a:moveTo>
                    <a:pt x="24765" y="22479"/>
                  </a:moveTo>
                  <a:cubicBezTo>
                    <a:pt x="24765" y="22479"/>
                    <a:pt x="24575" y="22860"/>
                    <a:pt x="24384" y="22860"/>
                  </a:cubicBezTo>
                  <a:lnTo>
                    <a:pt x="11525" y="22860"/>
                  </a:lnTo>
                  <a:cubicBezTo>
                    <a:pt x="11525" y="22860"/>
                    <a:pt x="11144" y="22670"/>
                    <a:pt x="11144" y="22479"/>
                  </a:cubicBezTo>
                  <a:lnTo>
                    <a:pt x="11144" y="11430"/>
                  </a:lnTo>
                  <a:cubicBezTo>
                    <a:pt x="11144" y="11430"/>
                    <a:pt x="11335" y="11049"/>
                    <a:pt x="11525" y="11049"/>
                  </a:cubicBezTo>
                  <a:lnTo>
                    <a:pt x="24384" y="11049"/>
                  </a:lnTo>
                  <a:cubicBezTo>
                    <a:pt x="24384" y="11049"/>
                    <a:pt x="24765" y="11240"/>
                    <a:pt x="24765" y="11430"/>
                  </a:cubicBezTo>
                  <a:lnTo>
                    <a:pt x="24765" y="22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27"/>
            <p:cNvSpPr/>
            <p:nvPr/>
          </p:nvSpPr>
          <p:spPr>
            <a:xfrm>
              <a:off x="4078699" y="4026979"/>
              <a:ext cx="23145" cy="11239"/>
            </a:xfrm>
            <a:custGeom>
              <a:rect b="b" l="l" r="r" t="t"/>
              <a:pathLst>
                <a:path extrusionOk="0" h="11239" w="23145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17526" y="11240"/>
                  </a:lnTo>
                  <a:cubicBezTo>
                    <a:pt x="20574" y="11240"/>
                    <a:pt x="23146" y="8763"/>
                    <a:pt x="23146" y="5620"/>
                  </a:cubicBezTo>
                  <a:cubicBezTo>
                    <a:pt x="23146" y="2476"/>
                    <a:pt x="20669" y="0"/>
                    <a:pt x="17526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27"/>
            <p:cNvSpPr/>
            <p:nvPr/>
          </p:nvSpPr>
          <p:spPr>
            <a:xfrm>
              <a:off x="4110037" y="4026979"/>
              <a:ext cx="23145" cy="11239"/>
            </a:xfrm>
            <a:custGeom>
              <a:rect b="b" l="l" r="r" t="t"/>
              <a:pathLst>
                <a:path extrusionOk="0" h="11239" w="23145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17526" y="11240"/>
                  </a:lnTo>
                  <a:cubicBezTo>
                    <a:pt x="20574" y="11240"/>
                    <a:pt x="23146" y="8763"/>
                    <a:pt x="23146" y="5620"/>
                  </a:cubicBezTo>
                  <a:cubicBezTo>
                    <a:pt x="23146" y="2476"/>
                    <a:pt x="20669" y="0"/>
                    <a:pt x="17526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27"/>
            <p:cNvSpPr/>
            <p:nvPr/>
          </p:nvSpPr>
          <p:spPr>
            <a:xfrm>
              <a:off x="4141374" y="4026979"/>
              <a:ext cx="23145" cy="11239"/>
            </a:xfrm>
            <a:custGeom>
              <a:rect b="b" l="l" r="r" t="t"/>
              <a:pathLst>
                <a:path extrusionOk="0" h="11239" w="23145">
                  <a:moveTo>
                    <a:pt x="17526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7526" y="11240"/>
                  </a:lnTo>
                  <a:cubicBezTo>
                    <a:pt x="20574" y="11240"/>
                    <a:pt x="23146" y="8763"/>
                    <a:pt x="23146" y="5620"/>
                  </a:cubicBezTo>
                  <a:cubicBezTo>
                    <a:pt x="23146" y="2476"/>
                    <a:pt x="20669" y="0"/>
                    <a:pt x="17526" y="0"/>
                  </a:cubicBezTo>
                  <a:lnTo>
                    <a:pt x="175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27"/>
            <p:cNvSpPr/>
            <p:nvPr/>
          </p:nvSpPr>
          <p:spPr>
            <a:xfrm>
              <a:off x="4172616" y="4026884"/>
              <a:ext cx="23145" cy="11239"/>
            </a:xfrm>
            <a:custGeom>
              <a:rect b="b" l="l" r="r" t="t"/>
              <a:pathLst>
                <a:path extrusionOk="0" h="11239" w="23145">
                  <a:moveTo>
                    <a:pt x="17526" y="11239"/>
                  </a:moveTo>
                  <a:cubicBezTo>
                    <a:pt x="20574" y="11239"/>
                    <a:pt x="23146" y="8763"/>
                    <a:pt x="23146" y="5620"/>
                  </a:cubicBezTo>
                  <a:cubicBezTo>
                    <a:pt x="23146" y="2476"/>
                    <a:pt x="20669" y="0"/>
                    <a:pt x="17526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17526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7" name="Google Shape;1007;p27"/>
          <p:cNvGrpSpPr/>
          <p:nvPr/>
        </p:nvGrpSpPr>
        <p:grpSpPr>
          <a:xfrm>
            <a:off x="1330820" y="3313560"/>
            <a:ext cx="397134" cy="426003"/>
            <a:chOff x="3195732" y="3838575"/>
            <a:chExt cx="355091" cy="380904"/>
          </a:xfrm>
        </p:grpSpPr>
        <p:sp>
          <p:nvSpPr>
            <p:cNvPr id="1008" name="Google Shape;1008;p27"/>
            <p:cNvSpPr/>
            <p:nvPr/>
          </p:nvSpPr>
          <p:spPr>
            <a:xfrm>
              <a:off x="3195732" y="3838575"/>
              <a:ext cx="355091" cy="380904"/>
            </a:xfrm>
            <a:custGeom>
              <a:rect b="b" l="l" r="r" t="t"/>
              <a:pathLst>
                <a:path extrusionOk="0" h="380904" w="355091">
                  <a:moveTo>
                    <a:pt x="335566" y="54959"/>
                  </a:moveTo>
                  <a:lnTo>
                    <a:pt x="333661" y="54959"/>
                  </a:lnTo>
                  <a:lnTo>
                    <a:pt x="333661" y="32385"/>
                  </a:lnTo>
                  <a:cubicBezTo>
                    <a:pt x="333661" y="14573"/>
                    <a:pt x="319183" y="0"/>
                    <a:pt x="301276" y="0"/>
                  </a:cubicBezTo>
                  <a:cubicBezTo>
                    <a:pt x="301276" y="0"/>
                    <a:pt x="301276" y="0"/>
                    <a:pt x="301180" y="0"/>
                  </a:cubicBezTo>
                  <a:cubicBezTo>
                    <a:pt x="301180" y="0"/>
                    <a:pt x="301180" y="0"/>
                    <a:pt x="301085" y="0"/>
                  </a:cubicBezTo>
                  <a:lnTo>
                    <a:pt x="93917" y="0"/>
                  </a:lnTo>
                  <a:cubicBezTo>
                    <a:pt x="76105" y="0"/>
                    <a:pt x="61531" y="14478"/>
                    <a:pt x="61531" y="32385"/>
                  </a:cubicBezTo>
                  <a:lnTo>
                    <a:pt x="61531" y="54959"/>
                  </a:lnTo>
                  <a:lnTo>
                    <a:pt x="19621" y="54959"/>
                  </a:lnTo>
                  <a:cubicBezTo>
                    <a:pt x="8763" y="54959"/>
                    <a:pt x="0" y="63722"/>
                    <a:pt x="0" y="74581"/>
                  </a:cubicBezTo>
                  <a:lnTo>
                    <a:pt x="0" y="126587"/>
                  </a:lnTo>
                  <a:cubicBezTo>
                    <a:pt x="0" y="129635"/>
                    <a:pt x="2476" y="132207"/>
                    <a:pt x="5620" y="132207"/>
                  </a:cubicBezTo>
                  <a:cubicBezTo>
                    <a:pt x="8763" y="132207"/>
                    <a:pt x="11240" y="129730"/>
                    <a:pt x="11240" y="126587"/>
                  </a:cubicBezTo>
                  <a:lnTo>
                    <a:pt x="11240" y="74581"/>
                  </a:lnTo>
                  <a:cubicBezTo>
                    <a:pt x="11240" y="69913"/>
                    <a:pt x="15049" y="66104"/>
                    <a:pt x="19717" y="66104"/>
                  </a:cubicBezTo>
                  <a:lnTo>
                    <a:pt x="61627" y="66104"/>
                  </a:lnTo>
                  <a:lnTo>
                    <a:pt x="61627" y="253555"/>
                  </a:lnTo>
                  <a:lnTo>
                    <a:pt x="11240" y="253555"/>
                  </a:lnTo>
                  <a:lnTo>
                    <a:pt x="11240" y="151257"/>
                  </a:lnTo>
                  <a:cubicBezTo>
                    <a:pt x="11240" y="148209"/>
                    <a:pt x="8763" y="145637"/>
                    <a:pt x="5620" y="145637"/>
                  </a:cubicBezTo>
                  <a:cubicBezTo>
                    <a:pt x="2476" y="145637"/>
                    <a:pt x="0" y="148114"/>
                    <a:pt x="0" y="151257"/>
                  </a:cubicBezTo>
                  <a:lnTo>
                    <a:pt x="0" y="281464"/>
                  </a:lnTo>
                  <a:cubicBezTo>
                    <a:pt x="0" y="292322"/>
                    <a:pt x="8763" y="301085"/>
                    <a:pt x="19621" y="301085"/>
                  </a:cubicBezTo>
                  <a:lnTo>
                    <a:pt x="131445" y="301085"/>
                  </a:lnTo>
                  <a:lnTo>
                    <a:pt x="127635" y="343091"/>
                  </a:lnTo>
                  <a:lnTo>
                    <a:pt x="114776" y="343091"/>
                  </a:lnTo>
                  <a:cubicBezTo>
                    <a:pt x="107918" y="343091"/>
                    <a:pt x="102298" y="348710"/>
                    <a:pt x="102298" y="355568"/>
                  </a:cubicBezTo>
                  <a:lnTo>
                    <a:pt x="102298" y="368427"/>
                  </a:lnTo>
                  <a:cubicBezTo>
                    <a:pt x="102298" y="375285"/>
                    <a:pt x="107918" y="380905"/>
                    <a:pt x="114776" y="380905"/>
                  </a:cubicBezTo>
                  <a:lnTo>
                    <a:pt x="240316" y="380905"/>
                  </a:lnTo>
                  <a:cubicBezTo>
                    <a:pt x="247174" y="380905"/>
                    <a:pt x="252794" y="375285"/>
                    <a:pt x="252794" y="368427"/>
                  </a:cubicBezTo>
                  <a:lnTo>
                    <a:pt x="252794" y="355568"/>
                  </a:lnTo>
                  <a:cubicBezTo>
                    <a:pt x="252794" y="348710"/>
                    <a:pt x="247174" y="343091"/>
                    <a:pt x="240316" y="343091"/>
                  </a:cubicBezTo>
                  <a:lnTo>
                    <a:pt x="227457" y="343091"/>
                  </a:lnTo>
                  <a:lnTo>
                    <a:pt x="223647" y="301085"/>
                  </a:lnTo>
                  <a:lnTo>
                    <a:pt x="335471" y="301085"/>
                  </a:lnTo>
                  <a:cubicBezTo>
                    <a:pt x="346329" y="301085"/>
                    <a:pt x="355092" y="292322"/>
                    <a:pt x="355092" y="281464"/>
                  </a:cubicBezTo>
                  <a:lnTo>
                    <a:pt x="355092" y="74486"/>
                  </a:lnTo>
                  <a:cubicBezTo>
                    <a:pt x="355092" y="63627"/>
                    <a:pt x="346329" y="54864"/>
                    <a:pt x="335471" y="54864"/>
                  </a:cubicBezTo>
                  <a:lnTo>
                    <a:pt x="335471" y="54864"/>
                  </a:lnTo>
                  <a:close/>
                  <a:moveTo>
                    <a:pt x="300990" y="11144"/>
                  </a:moveTo>
                  <a:cubicBezTo>
                    <a:pt x="300990" y="11144"/>
                    <a:pt x="300990" y="11144"/>
                    <a:pt x="301085" y="11144"/>
                  </a:cubicBezTo>
                  <a:cubicBezTo>
                    <a:pt x="301085" y="11144"/>
                    <a:pt x="301085" y="11144"/>
                    <a:pt x="301180" y="11144"/>
                  </a:cubicBezTo>
                  <a:cubicBezTo>
                    <a:pt x="312896" y="11144"/>
                    <a:pt x="322326" y="20669"/>
                    <a:pt x="322326" y="32290"/>
                  </a:cubicBezTo>
                  <a:lnTo>
                    <a:pt x="322326" y="54864"/>
                  </a:lnTo>
                  <a:lnTo>
                    <a:pt x="279654" y="54864"/>
                  </a:lnTo>
                  <a:lnTo>
                    <a:pt x="279654" y="32290"/>
                  </a:lnTo>
                  <a:cubicBezTo>
                    <a:pt x="279654" y="20574"/>
                    <a:pt x="289179" y="11144"/>
                    <a:pt x="300799" y="11144"/>
                  </a:cubicBezTo>
                  <a:lnTo>
                    <a:pt x="300799" y="11144"/>
                  </a:lnTo>
                  <a:close/>
                  <a:moveTo>
                    <a:pt x="128016" y="122777"/>
                  </a:moveTo>
                  <a:cubicBezTo>
                    <a:pt x="128016" y="78867"/>
                    <a:pt x="162306" y="42863"/>
                    <a:pt x="205454" y="40005"/>
                  </a:cubicBezTo>
                  <a:lnTo>
                    <a:pt x="205454" y="62960"/>
                  </a:lnTo>
                  <a:cubicBezTo>
                    <a:pt x="197167" y="63722"/>
                    <a:pt x="189167" y="66199"/>
                    <a:pt x="181927" y="70295"/>
                  </a:cubicBezTo>
                  <a:cubicBezTo>
                    <a:pt x="179261" y="71818"/>
                    <a:pt x="178308" y="75152"/>
                    <a:pt x="179737" y="77914"/>
                  </a:cubicBezTo>
                  <a:cubicBezTo>
                    <a:pt x="181261" y="80582"/>
                    <a:pt x="184594" y="81534"/>
                    <a:pt x="187357" y="80105"/>
                  </a:cubicBezTo>
                  <a:cubicBezTo>
                    <a:pt x="194596" y="76105"/>
                    <a:pt x="202787" y="73914"/>
                    <a:pt x="211074" y="73914"/>
                  </a:cubicBezTo>
                  <a:cubicBezTo>
                    <a:pt x="238030" y="73914"/>
                    <a:pt x="259937" y="95821"/>
                    <a:pt x="259937" y="122872"/>
                  </a:cubicBezTo>
                  <a:cubicBezTo>
                    <a:pt x="259937" y="149924"/>
                    <a:pt x="238030" y="171736"/>
                    <a:pt x="211074" y="171736"/>
                  </a:cubicBezTo>
                  <a:cubicBezTo>
                    <a:pt x="203740" y="171736"/>
                    <a:pt x="196501" y="170117"/>
                    <a:pt x="189928" y="166878"/>
                  </a:cubicBezTo>
                  <a:cubicBezTo>
                    <a:pt x="185356" y="154496"/>
                    <a:pt x="176308" y="144304"/>
                    <a:pt x="164687" y="138398"/>
                  </a:cubicBezTo>
                  <a:cubicBezTo>
                    <a:pt x="162973" y="133445"/>
                    <a:pt x="162115" y="128207"/>
                    <a:pt x="162115" y="122777"/>
                  </a:cubicBezTo>
                  <a:cubicBezTo>
                    <a:pt x="162115" y="112776"/>
                    <a:pt x="165163" y="103156"/>
                    <a:pt x="170783" y="94964"/>
                  </a:cubicBezTo>
                  <a:cubicBezTo>
                    <a:pt x="172498" y="92392"/>
                    <a:pt x="171926" y="88963"/>
                    <a:pt x="169354" y="87154"/>
                  </a:cubicBezTo>
                  <a:cubicBezTo>
                    <a:pt x="166783" y="85439"/>
                    <a:pt x="163354" y="86011"/>
                    <a:pt x="161544" y="88583"/>
                  </a:cubicBezTo>
                  <a:cubicBezTo>
                    <a:pt x="154591" y="98679"/>
                    <a:pt x="150876" y="110490"/>
                    <a:pt x="150876" y="122682"/>
                  </a:cubicBezTo>
                  <a:cubicBezTo>
                    <a:pt x="150876" y="126397"/>
                    <a:pt x="151257" y="130112"/>
                    <a:pt x="151924" y="133731"/>
                  </a:cubicBezTo>
                  <a:cubicBezTo>
                    <a:pt x="148304" y="132969"/>
                    <a:pt x="144590" y="132493"/>
                    <a:pt x="140779" y="132493"/>
                  </a:cubicBezTo>
                  <a:cubicBezTo>
                    <a:pt x="136684" y="132493"/>
                    <a:pt x="132588" y="132969"/>
                    <a:pt x="128778" y="133921"/>
                  </a:cubicBezTo>
                  <a:cubicBezTo>
                    <a:pt x="128302" y="130207"/>
                    <a:pt x="128016" y="126492"/>
                    <a:pt x="128016" y="122682"/>
                  </a:cubicBezTo>
                  <a:lnTo>
                    <a:pt x="128016" y="122682"/>
                  </a:lnTo>
                  <a:close/>
                  <a:moveTo>
                    <a:pt x="140779" y="143732"/>
                  </a:moveTo>
                  <a:cubicBezTo>
                    <a:pt x="163449" y="143732"/>
                    <a:pt x="181927" y="162211"/>
                    <a:pt x="181927" y="184880"/>
                  </a:cubicBezTo>
                  <a:cubicBezTo>
                    <a:pt x="181927" y="207550"/>
                    <a:pt x="163449" y="226028"/>
                    <a:pt x="140779" y="226028"/>
                  </a:cubicBezTo>
                  <a:cubicBezTo>
                    <a:pt x="118110" y="226028"/>
                    <a:pt x="99631" y="207550"/>
                    <a:pt x="99631" y="184880"/>
                  </a:cubicBezTo>
                  <a:cubicBezTo>
                    <a:pt x="99631" y="162211"/>
                    <a:pt x="118110" y="143732"/>
                    <a:pt x="140779" y="143732"/>
                  </a:cubicBezTo>
                  <a:lnTo>
                    <a:pt x="140779" y="143732"/>
                  </a:lnTo>
                  <a:close/>
                  <a:moveTo>
                    <a:pt x="192881" y="180022"/>
                  </a:moveTo>
                  <a:cubicBezTo>
                    <a:pt x="198692" y="181832"/>
                    <a:pt x="204883" y="182880"/>
                    <a:pt x="211074" y="182880"/>
                  </a:cubicBezTo>
                  <a:cubicBezTo>
                    <a:pt x="226981" y="182880"/>
                    <a:pt x="241363" y="176689"/>
                    <a:pt x="252127" y="166592"/>
                  </a:cubicBezTo>
                  <a:cubicBezTo>
                    <a:pt x="257556" y="172021"/>
                    <a:pt x="262985" y="177355"/>
                    <a:pt x="268319" y="182785"/>
                  </a:cubicBezTo>
                  <a:cubicBezTo>
                    <a:pt x="253365" y="197072"/>
                    <a:pt x="233172" y="205835"/>
                    <a:pt x="210979" y="205835"/>
                  </a:cubicBezTo>
                  <a:cubicBezTo>
                    <a:pt x="203740" y="205835"/>
                    <a:pt x="196691" y="204883"/>
                    <a:pt x="189833" y="203073"/>
                  </a:cubicBezTo>
                  <a:cubicBezTo>
                    <a:pt x="191929" y="197453"/>
                    <a:pt x="193072" y="191262"/>
                    <a:pt x="193072" y="184880"/>
                  </a:cubicBezTo>
                  <a:cubicBezTo>
                    <a:pt x="193072" y="183261"/>
                    <a:pt x="193072" y="181642"/>
                    <a:pt x="192881" y="180022"/>
                  </a:cubicBezTo>
                  <a:lnTo>
                    <a:pt x="192881" y="180022"/>
                  </a:lnTo>
                  <a:close/>
                  <a:moveTo>
                    <a:pt x="275939" y="174498"/>
                  </a:moveTo>
                  <a:cubicBezTo>
                    <a:pt x="270510" y="169069"/>
                    <a:pt x="265081" y="163639"/>
                    <a:pt x="259556" y="158115"/>
                  </a:cubicBezTo>
                  <a:cubicBezTo>
                    <a:pt x="265748" y="149638"/>
                    <a:pt x="269843" y="139351"/>
                    <a:pt x="270891" y="128302"/>
                  </a:cubicBezTo>
                  <a:lnTo>
                    <a:pt x="293942" y="128302"/>
                  </a:lnTo>
                  <a:cubicBezTo>
                    <a:pt x="292798" y="145637"/>
                    <a:pt x="286226" y="161639"/>
                    <a:pt x="276034" y="174498"/>
                  </a:cubicBezTo>
                  <a:lnTo>
                    <a:pt x="276034" y="174498"/>
                  </a:lnTo>
                  <a:close/>
                  <a:moveTo>
                    <a:pt x="270891" y="117158"/>
                  </a:moveTo>
                  <a:cubicBezTo>
                    <a:pt x="268224" y="88487"/>
                    <a:pt x="245364" y="65627"/>
                    <a:pt x="216694" y="62960"/>
                  </a:cubicBezTo>
                  <a:lnTo>
                    <a:pt x="216694" y="40005"/>
                  </a:lnTo>
                  <a:cubicBezTo>
                    <a:pt x="258032" y="42767"/>
                    <a:pt x="291179" y="75914"/>
                    <a:pt x="293942" y="117253"/>
                  </a:cubicBezTo>
                  <a:lnTo>
                    <a:pt x="270986" y="117253"/>
                  </a:lnTo>
                  <a:close/>
                  <a:moveTo>
                    <a:pt x="72676" y="32385"/>
                  </a:moveTo>
                  <a:cubicBezTo>
                    <a:pt x="72676" y="20669"/>
                    <a:pt x="82201" y="11239"/>
                    <a:pt x="93821" y="11239"/>
                  </a:cubicBezTo>
                  <a:lnTo>
                    <a:pt x="276606" y="11239"/>
                  </a:lnTo>
                  <a:cubicBezTo>
                    <a:pt x="271653" y="16954"/>
                    <a:pt x="268700" y="24289"/>
                    <a:pt x="268700" y="32385"/>
                  </a:cubicBezTo>
                  <a:lnTo>
                    <a:pt x="268700" y="48387"/>
                  </a:lnTo>
                  <a:cubicBezTo>
                    <a:pt x="252794" y="36004"/>
                    <a:pt x="232791" y="28670"/>
                    <a:pt x="211169" y="28670"/>
                  </a:cubicBezTo>
                  <a:cubicBezTo>
                    <a:pt x="211169" y="28670"/>
                    <a:pt x="211169" y="28670"/>
                    <a:pt x="211169" y="28670"/>
                  </a:cubicBezTo>
                  <a:cubicBezTo>
                    <a:pt x="211169" y="28670"/>
                    <a:pt x="211169" y="28670"/>
                    <a:pt x="211169" y="28670"/>
                  </a:cubicBezTo>
                  <a:cubicBezTo>
                    <a:pt x="159258" y="28670"/>
                    <a:pt x="117062" y="70961"/>
                    <a:pt x="117062" y="122872"/>
                  </a:cubicBezTo>
                  <a:cubicBezTo>
                    <a:pt x="117062" y="127921"/>
                    <a:pt x="117443" y="132874"/>
                    <a:pt x="118300" y="137827"/>
                  </a:cubicBezTo>
                  <a:cubicBezTo>
                    <a:pt x="100774" y="146304"/>
                    <a:pt x="88678" y="164211"/>
                    <a:pt x="88678" y="184975"/>
                  </a:cubicBezTo>
                  <a:cubicBezTo>
                    <a:pt x="88678" y="213836"/>
                    <a:pt x="112109" y="237268"/>
                    <a:pt x="140970" y="237268"/>
                  </a:cubicBezTo>
                  <a:cubicBezTo>
                    <a:pt x="159353" y="237268"/>
                    <a:pt x="175546" y="227647"/>
                    <a:pt x="184880" y="213265"/>
                  </a:cubicBezTo>
                  <a:cubicBezTo>
                    <a:pt x="193357" y="215741"/>
                    <a:pt x="202216" y="216979"/>
                    <a:pt x="211169" y="216979"/>
                  </a:cubicBezTo>
                  <a:cubicBezTo>
                    <a:pt x="232886" y="216979"/>
                    <a:pt x="252889" y="209645"/>
                    <a:pt x="268796" y="197263"/>
                  </a:cubicBezTo>
                  <a:lnTo>
                    <a:pt x="268796" y="253651"/>
                  </a:lnTo>
                  <a:lnTo>
                    <a:pt x="72771" y="253651"/>
                  </a:lnTo>
                  <a:lnTo>
                    <a:pt x="72771" y="32385"/>
                  </a:lnTo>
                  <a:close/>
                  <a:moveTo>
                    <a:pt x="241649" y="355663"/>
                  </a:moveTo>
                  <a:lnTo>
                    <a:pt x="241649" y="368522"/>
                  </a:lnTo>
                  <a:cubicBezTo>
                    <a:pt x="241649" y="369284"/>
                    <a:pt x="241078" y="369856"/>
                    <a:pt x="240316" y="369856"/>
                  </a:cubicBezTo>
                  <a:lnTo>
                    <a:pt x="114776" y="369856"/>
                  </a:lnTo>
                  <a:cubicBezTo>
                    <a:pt x="114014" y="369856"/>
                    <a:pt x="113443" y="369284"/>
                    <a:pt x="113443" y="368522"/>
                  </a:cubicBezTo>
                  <a:lnTo>
                    <a:pt x="113443" y="355663"/>
                  </a:lnTo>
                  <a:cubicBezTo>
                    <a:pt x="113443" y="354901"/>
                    <a:pt x="114014" y="354330"/>
                    <a:pt x="114776" y="354330"/>
                  </a:cubicBezTo>
                  <a:lnTo>
                    <a:pt x="240316" y="354330"/>
                  </a:lnTo>
                  <a:cubicBezTo>
                    <a:pt x="241078" y="354330"/>
                    <a:pt x="241649" y="354901"/>
                    <a:pt x="241649" y="355663"/>
                  </a:cubicBezTo>
                  <a:lnTo>
                    <a:pt x="241649" y="355663"/>
                  </a:lnTo>
                  <a:close/>
                  <a:moveTo>
                    <a:pt x="216217" y="343186"/>
                  </a:moveTo>
                  <a:lnTo>
                    <a:pt x="138874" y="343186"/>
                  </a:lnTo>
                  <a:lnTo>
                    <a:pt x="142684" y="301180"/>
                  </a:lnTo>
                  <a:lnTo>
                    <a:pt x="156877" y="301180"/>
                  </a:lnTo>
                  <a:lnTo>
                    <a:pt x="156877" y="307467"/>
                  </a:lnTo>
                  <a:cubicBezTo>
                    <a:pt x="156877" y="318897"/>
                    <a:pt x="166211" y="328232"/>
                    <a:pt x="177641" y="328232"/>
                  </a:cubicBezTo>
                  <a:cubicBezTo>
                    <a:pt x="189071" y="328232"/>
                    <a:pt x="198406" y="318897"/>
                    <a:pt x="198406" y="307467"/>
                  </a:cubicBezTo>
                  <a:lnTo>
                    <a:pt x="198406" y="301180"/>
                  </a:lnTo>
                  <a:lnTo>
                    <a:pt x="212598" y="301180"/>
                  </a:lnTo>
                  <a:lnTo>
                    <a:pt x="216408" y="343186"/>
                  </a:lnTo>
                  <a:close/>
                  <a:moveTo>
                    <a:pt x="187166" y="301180"/>
                  </a:moveTo>
                  <a:lnTo>
                    <a:pt x="187166" y="307467"/>
                  </a:lnTo>
                  <a:cubicBezTo>
                    <a:pt x="187166" y="312706"/>
                    <a:pt x="182880" y="316992"/>
                    <a:pt x="177641" y="316992"/>
                  </a:cubicBezTo>
                  <a:cubicBezTo>
                    <a:pt x="172402" y="316992"/>
                    <a:pt x="168116" y="312706"/>
                    <a:pt x="168116" y="307467"/>
                  </a:cubicBezTo>
                  <a:lnTo>
                    <a:pt x="168116" y="301180"/>
                  </a:lnTo>
                  <a:lnTo>
                    <a:pt x="187261" y="301180"/>
                  </a:lnTo>
                  <a:close/>
                  <a:moveTo>
                    <a:pt x="335566" y="290036"/>
                  </a:moveTo>
                  <a:lnTo>
                    <a:pt x="19621" y="290036"/>
                  </a:lnTo>
                  <a:cubicBezTo>
                    <a:pt x="14954" y="290036"/>
                    <a:pt x="11144" y="286226"/>
                    <a:pt x="11144" y="281559"/>
                  </a:cubicBezTo>
                  <a:lnTo>
                    <a:pt x="11144" y="264795"/>
                  </a:lnTo>
                  <a:lnTo>
                    <a:pt x="292798" y="264795"/>
                  </a:lnTo>
                  <a:cubicBezTo>
                    <a:pt x="295846" y="264795"/>
                    <a:pt x="298418" y="262318"/>
                    <a:pt x="298418" y="259175"/>
                  </a:cubicBezTo>
                  <a:cubicBezTo>
                    <a:pt x="298418" y="256032"/>
                    <a:pt x="295942" y="253555"/>
                    <a:pt x="292798" y="253555"/>
                  </a:cubicBezTo>
                  <a:lnTo>
                    <a:pt x="279940" y="253555"/>
                  </a:lnTo>
                  <a:lnTo>
                    <a:pt x="279940" y="186976"/>
                  </a:lnTo>
                  <a:cubicBezTo>
                    <a:pt x="295656" y="170117"/>
                    <a:pt x="305276" y="147638"/>
                    <a:pt x="305276" y="122872"/>
                  </a:cubicBezTo>
                  <a:cubicBezTo>
                    <a:pt x="305276" y="122872"/>
                    <a:pt x="305276" y="122872"/>
                    <a:pt x="305276" y="122872"/>
                  </a:cubicBezTo>
                  <a:cubicBezTo>
                    <a:pt x="305276" y="122872"/>
                    <a:pt x="305276" y="122872"/>
                    <a:pt x="305276" y="122777"/>
                  </a:cubicBezTo>
                  <a:cubicBezTo>
                    <a:pt x="305276" y="101537"/>
                    <a:pt x="298228" y="82010"/>
                    <a:pt x="286321" y="66199"/>
                  </a:cubicBezTo>
                  <a:lnTo>
                    <a:pt x="335661" y="66199"/>
                  </a:lnTo>
                  <a:cubicBezTo>
                    <a:pt x="340328" y="66199"/>
                    <a:pt x="344138" y="70009"/>
                    <a:pt x="344138" y="74676"/>
                  </a:cubicBezTo>
                  <a:lnTo>
                    <a:pt x="344138" y="253746"/>
                  </a:lnTo>
                  <a:lnTo>
                    <a:pt x="317659" y="253746"/>
                  </a:lnTo>
                  <a:cubicBezTo>
                    <a:pt x="314611" y="253746"/>
                    <a:pt x="312039" y="256222"/>
                    <a:pt x="312039" y="259366"/>
                  </a:cubicBezTo>
                  <a:cubicBezTo>
                    <a:pt x="312039" y="262509"/>
                    <a:pt x="314515" y="264986"/>
                    <a:pt x="317659" y="264986"/>
                  </a:cubicBezTo>
                  <a:lnTo>
                    <a:pt x="344138" y="264986"/>
                  </a:lnTo>
                  <a:lnTo>
                    <a:pt x="344138" y="281750"/>
                  </a:lnTo>
                  <a:cubicBezTo>
                    <a:pt x="344138" y="286417"/>
                    <a:pt x="340328" y="290227"/>
                    <a:pt x="335661" y="290227"/>
                  </a:cubicBezTo>
                  <a:lnTo>
                    <a:pt x="335661" y="2902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27"/>
            <p:cNvSpPr/>
            <p:nvPr/>
          </p:nvSpPr>
          <p:spPr>
            <a:xfrm>
              <a:off x="3317937" y="3991070"/>
              <a:ext cx="37242" cy="64865"/>
            </a:xfrm>
            <a:custGeom>
              <a:rect b="b" l="l" r="r" t="t"/>
              <a:pathLst>
                <a:path extrusionOk="0" h="64865" w="37242">
                  <a:moveTo>
                    <a:pt x="15621" y="38386"/>
                  </a:moveTo>
                  <a:lnTo>
                    <a:pt x="21622" y="38386"/>
                  </a:lnTo>
                  <a:cubicBezTo>
                    <a:pt x="24003" y="38386"/>
                    <a:pt x="26003" y="40386"/>
                    <a:pt x="26003" y="42767"/>
                  </a:cubicBezTo>
                  <a:cubicBezTo>
                    <a:pt x="26003" y="45149"/>
                    <a:pt x="24003" y="47149"/>
                    <a:pt x="21622" y="47149"/>
                  </a:cubicBezTo>
                  <a:lnTo>
                    <a:pt x="15621" y="47149"/>
                  </a:lnTo>
                  <a:cubicBezTo>
                    <a:pt x="13811" y="47149"/>
                    <a:pt x="12287" y="46101"/>
                    <a:pt x="11525" y="44482"/>
                  </a:cubicBezTo>
                  <a:cubicBezTo>
                    <a:pt x="10287" y="41624"/>
                    <a:pt x="7049" y="40291"/>
                    <a:pt x="4191" y="41529"/>
                  </a:cubicBezTo>
                  <a:cubicBezTo>
                    <a:pt x="1334" y="42767"/>
                    <a:pt x="0" y="46006"/>
                    <a:pt x="1238" y="48863"/>
                  </a:cubicBezTo>
                  <a:cubicBezTo>
                    <a:pt x="3334" y="53816"/>
                    <a:pt x="7811" y="57245"/>
                    <a:pt x="13049" y="58103"/>
                  </a:cubicBezTo>
                  <a:lnTo>
                    <a:pt x="13049" y="59246"/>
                  </a:lnTo>
                  <a:cubicBezTo>
                    <a:pt x="13049" y="62294"/>
                    <a:pt x="15526" y="64865"/>
                    <a:pt x="18669" y="64865"/>
                  </a:cubicBezTo>
                  <a:cubicBezTo>
                    <a:pt x="21812" y="64865"/>
                    <a:pt x="24289" y="62389"/>
                    <a:pt x="24289" y="59246"/>
                  </a:cubicBezTo>
                  <a:lnTo>
                    <a:pt x="24289" y="58103"/>
                  </a:lnTo>
                  <a:cubicBezTo>
                    <a:pt x="31623" y="56864"/>
                    <a:pt x="37243" y="50483"/>
                    <a:pt x="37243" y="42767"/>
                  </a:cubicBezTo>
                  <a:cubicBezTo>
                    <a:pt x="37243" y="34195"/>
                    <a:pt x="30290" y="27242"/>
                    <a:pt x="21717" y="27242"/>
                  </a:cubicBezTo>
                  <a:lnTo>
                    <a:pt x="15716" y="27242"/>
                  </a:lnTo>
                  <a:cubicBezTo>
                    <a:pt x="13335" y="27242"/>
                    <a:pt x="11335" y="25241"/>
                    <a:pt x="11335" y="22860"/>
                  </a:cubicBezTo>
                  <a:cubicBezTo>
                    <a:pt x="11335" y="20479"/>
                    <a:pt x="13335" y="18479"/>
                    <a:pt x="15716" y="18479"/>
                  </a:cubicBezTo>
                  <a:lnTo>
                    <a:pt x="21717" y="18479"/>
                  </a:lnTo>
                  <a:cubicBezTo>
                    <a:pt x="23146" y="18479"/>
                    <a:pt x="24575" y="19241"/>
                    <a:pt x="25337" y="20383"/>
                  </a:cubicBezTo>
                  <a:cubicBezTo>
                    <a:pt x="27051" y="22955"/>
                    <a:pt x="30575" y="23622"/>
                    <a:pt x="33052" y="21908"/>
                  </a:cubicBezTo>
                  <a:cubicBezTo>
                    <a:pt x="35624" y="20193"/>
                    <a:pt x="36290" y="16669"/>
                    <a:pt x="34576" y="14192"/>
                  </a:cubicBezTo>
                  <a:cubicBezTo>
                    <a:pt x="32195" y="10573"/>
                    <a:pt x="28385" y="8287"/>
                    <a:pt x="24194" y="7525"/>
                  </a:cubicBezTo>
                  <a:lnTo>
                    <a:pt x="24194" y="5620"/>
                  </a:lnTo>
                  <a:cubicBezTo>
                    <a:pt x="24194" y="2572"/>
                    <a:pt x="21717" y="0"/>
                    <a:pt x="18574" y="0"/>
                  </a:cubicBezTo>
                  <a:cubicBezTo>
                    <a:pt x="15431" y="0"/>
                    <a:pt x="12954" y="2477"/>
                    <a:pt x="12954" y="5620"/>
                  </a:cubicBezTo>
                  <a:lnTo>
                    <a:pt x="12954" y="7525"/>
                  </a:lnTo>
                  <a:cubicBezTo>
                    <a:pt x="5620" y="8763"/>
                    <a:pt x="0" y="15145"/>
                    <a:pt x="0" y="22860"/>
                  </a:cubicBezTo>
                  <a:cubicBezTo>
                    <a:pt x="0" y="31433"/>
                    <a:pt x="6953" y="38386"/>
                    <a:pt x="15526" y="38386"/>
                  </a:cubicBezTo>
                  <a:lnTo>
                    <a:pt x="15526" y="383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27"/>
            <p:cNvSpPr/>
            <p:nvPr/>
          </p:nvSpPr>
          <p:spPr>
            <a:xfrm>
              <a:off x="3284576" y="3867245"/>
              <a:ext cx="25003" cy="18121"/>
            </a:xfrm>
            <a:custGeom>
              <a:rect b="b" l="l" r="r" t="t"/>
              <a:pathLst>
                <a:path extrusionOk="0" h="18121" w="25003">
                  <a:moveTo>
                    <a:pt x="9644" y="16478"/>
                  </a:moveTo>
                  <a:lnTo>
                    <a:pt x="12597" y="13525"/>
                  </a:lnTo>
                  <a:lnTo>
                    <a:pt x="15550" y="16478"/>
                  </a:lnTo>
                  <a:cubicBezTo>
                    <a:pt x="16597" y="17526"/>
                    <a:pt x="18026" y="18098"/>
                    <a:pt x="19455" y="18098"/>
                  </a:cubicBezTo>
                  <a:cubicBezTo>
                    <a:pt x="20884" y="18098"/>
                    <a:pt x="22312" y="17526"/>
                    <a:pt x="23360" y="16478"/>
                  </a:cubicBezTo>
                  <a:cubicBezTo>
                    <a:pt x="25551" y="14288"/>
                    <a:pt x="25551" y="10763"/>
                    <a:pt x="23360" y="8573"/>
                  </a:cubicBezTo>
                  <a:lnTo>
                    <a:pt x="16407" y="1619"/>
                  </a:lnTo>
                  <a:cubicBezTo>
                    <a:pt x="15359" y="572"/>
                    <a:pt x="13930" y="0"/>
                    <a:pt x="12502" y="0"/>
                  </a:cubicBezTo>
                  <a:cubicBezTo>
                    <a:pt x="11073" y="0"/>
                    <a:pt x="9644" y="572"/>
                    <a:pt x="8596" y="1619"/>
                  </a:cubicBezTo>
                  <a:lnTo>
                    <a:pt x="1643" y="8573"/>
                  </a:lnTo>
                  <a:cubicBezTo>
                    <a:pt x="-548" y="10763"/>
                    <a:pt x="-548" y="14288"/>
                    <a:pt x="1643" y="16478"/>
                  </a:cubicBezTo>
                  <a:cubicBezTo>
                    <a:pt x="3834" y="18669"/>
                    <a:pt x="7358" y="18669"/>
                    <a:pt x="9549" y="16478"/>
                  </a:cubicBezTo>
                  <a:lnTo>
                    <a:pt x="9549" y="164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27"/>
            <p:cNvSpPr/>
            <p:nvPr/>
          </p:nvSpPr>
          <p:spPr>
            <a:xfrm>
              <a:off x="3284481" y="3891986"/>
              <a:ext cx="25098" cy="18145"/>
            </a:xfrm>
            <a:custGeom>
              <a:rect b="b" l="l" r="r" t="t"/>
              <a:pathLst>
                <a:path extrusionOk="0" h="18145" w="25098">
                  <a:moveTo>
                    <a:pt x="9739" y="16502"/>
                  </a:moveTo>
                  <a:lnTo>
                    <a:pt x="12692" y="13549"/>
                  </a:lnTo>
                  <a:lnTo>
                    <a:pt x="15645" y="16502"/>
                  </a:lnTo>
                  <a:cubicBezTo>
                    <a:pt x="16693" y="17550"/>
                    <a:pt x="18121" y="18121"/>
                    <a:pt x="19550" y="18121"/>
                  </a:cubicBezTo>
                  <a:cubicBezTo>
                    <a:pt x="20979" y="18121"/>
                    <a:pt x="22408" y="17550"/>
                    <a:pt x="23455" y="16502"/>
                  </a:cubicBezTo>
                  <a:cubicBezTo>
                    <a:pt x="25646" y="14311"/>
                    <a:pt x="25646" y="10787"/>
                    <a:pt x="23455" y="8596"/>
                  </a:cubicBezTo>
                  <a:lnTo>
                    <a:pt x="16502" y="1643"/>
                  </a:lnTo>
                  <a:cubicBezTo>
                    <a:pt x="14311" y="-548"/>
                    <a:pt x="10787" y="-548"/>
                    <a:pt x="8596" y="1643"/>
                  </a:cubicBezTo>
                  <a:lnTo>
                    <a:pt x="1643" y="8596"/>
                  </a:lnTo>
                  <a:cubicBezTo>
                    <a:pt x="-548" y="10787"/>
                    <a:pt x="-548" y="14311"/>
                    <a:pt x="1643" y="16502"/>
                  </a:cubicBezTo>
                  <a:cubicBezTo>
                    <a:pt x="3834" y="18693"/>
                    <a:pt x="7358" y="18693"/>
                    <a:pt x="9549" y="16502"/>
                  </a:cubicBezTo>
                  <a:lnTo>
                    <a:pt x="9549" y="165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27"/>
            <p:cNvSpPr/>
            <p:nvPr/>
          </p:nvSpPr>
          <p:spPr>
            <a:xfrm>
              <a:off x="3284481" y="3916751"/>
              <a:ext cx="25098" cy="18145"/>
            </a:xfrm>
            <a:custGeom>
              <a:rect b="b" l="l" r="r" t="t"/>
              <a:pathLst>
                <a:path extrusionOk="0" h="18145" w="25098">
                  <a:moveTo>
                    <a:pt x="9739" y="16502"/>
                  </a:moveTo>
                  <a:lnTo>
                    <a:pt x="12692" y="13549"/>
                  </a:lnTo>
                  <a:lnTo>
                    <a:pt x="15645" y="16502"/>
                  </a:lnTo>
                  <a:cubicBezTo>
                    <a:pt x="16693" y="17550"/>
                    <a:pt x="18121" y="18121"/>
                    <a:pt x="19550" y="18121"/>
                  </a:cubicBezTo>
                  <a:cubicBezTo>
                    <a:pt x="20979" y="18121"/>
                    <a:pt x="22408" y="17550"/>
                    <a:pt x="23455" y="16502"/>
                  </a:cubicBezTo>
                  <a:cubicBezTo>
                    <a:pt x="25646" y="14311"/>
                    <a:pt x="25646" y="10787"/>
                    <a:pt x="23455" y="8596"/>
                  </a:cubicBezTo>
                  <a:lnTo>
                    <a:pt x="16502" y="1643"/>
                  </a:lnTo>
                  <a:cubicBezTo>
                    <a:pt x="14311" y="-548"/>
                    <a:pt x="10787" y="-548"/>
                    <a:pt x="8596" y="1643"/>
                  </a:cubicBezTo>
                  <a:lnTo>
                    <a:pt x="1643" y="8596"/>
                  </a:lnTo>
                  <a:cubicBezTo>
                    <a:pt x="-548" y="10787"/>
                    <a:pt x="-548" y="14311"/>
                    <a:pt x="1643" y="16502"/>
                  </a:cubicBezTo>
                  <a:cubicBezTo>
                    <a:pt x="3834" y="18693"/>
                    <a:pt x="7358" y="18693"/>
                    <a:pt x="9549" y="16502"/>
                  </a:cubicBezTo>
                  <a:lnTo>
                    <a:pt x="9549" y="165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3" name="Google Shape;1013;p27"/>
          <p:cNvGrpSpPr/>
          <p:nvPr/>
        </p:nvGrpSpPr>
        <p:grpSpPr>
          <a:xfrm>
            <a:off x="512795" y="3313560"/>
            <a:ext cx="294974" cy="426109"/>
            <a:chOff x="2464307" y="3838575"/>
            <a:chExt cx="263746" cy="380999"/>
          </a:xfrm>
        </p:grpSpPr>
        <p:sp>
          <p:nvSpPr>
            <p:cNvPr id="1014" name="Google Shape;1014;p27"/>
            <p:cNvSpPr/>
            <p:nvPr/>
          </p:nvSpPr>
          <p:spPr>
            <a:xfrm>
              <a:off x="2464307" y="3930395"/>
              <a:ext cx="263461" cy="289179"/>
            </a:xfrm>
            <a:custGeom>
              <a:rect b="b" l="l" r="r" t="t"/>
              <a:pathLst>
                <a:path extrusionOk="0" h="289179" w="263461">
                  <a:moveTo>
                    <a:pt x="258032" y="227647"/>
                  </a:moveTo>
                  <a:cubicBezTo>
                    <a:pt x="254984" y="227647"/>
                    <a:pt x="252413" y="230124"/>
                    <a:pt x="252413" y="233267"/>
                  </a:cubicBezTo>
                  <a:lnTo>
                    <a:pt x="252413" y="274415"/>
                  </a:lnTo>
                  <a:cubicBezTo>
                    <a:pt x="252413" y="276416"/>
                    <a:pt x="250793" y="278035"/>
                    <a:pt x="248793" y="278035"/>
                  </a:cubicBezTo>
                  <a:lnTo>
                    <a:pt x="14859" y="278035"/>
                  </a:lnTo>
                  <a:cubicBezTo>
                    <a:pt x="12859" y="278035"/>
                    <a:pt x="11240" y="276416"/>
                    <a:pt x="11240" y="274415"/>
                  </a:cubicBezTo>
                  <a:lnTo>
                    <a:pt x="11240" y="5620"/>
                  </a:lnTo>
                  <a:cubicBezTo>
                    <a:pt x="11240" y="2572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274415"/>
                  </a:lnTo>
                  <a:cubicBezTo>
                    <a:pt x="0" y="282512"/>
                    <a:pt x="6668" y="289179"/>
                    <a:pt x="14764" y="289179"/>
                  </a:cubicBezTo>
                  <a:lnTo>
                    <a:pt x="248698" y="289179"/>
                  </a:lnTo>
                  <a:cubicBezTo>
                    <a:pt x="256889" y="289179"/>
                    <a:pt x="263462" y="282512"/>
                    <a:pt x="263462" y="274415"/>
                  </a:cubicBezTo>
                  <a:lnTo>
                    <a:pt x="263462" y="233267"/>
                  </a:lnTo>
                  <a:cubicBezTo>
                    <a:pt x="263462" y="230219"/>
                    <a:pt x="260985" y="227647"/>
                    <a:pt x="257842" y="227647"/>
                  </a:cubicBezTo>
                  <a:lnTo>
                    <a:pt x="257842" y="2276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7"/>
            <p:cNvSpPr/>
            <p:nvPr/>
          </p:nvSpPr>
          <p:spPr>
            <a:xfrm>
              <a:off x="2464402" y="3838575"/>
              <a:ext cx="263651" cy="305847"/>
            </a:xfrm>
            <a:custGeom>
              <a:rect b="b" l="l" r="r" t="t"/>
              <a:pathLst>
                <a:path extrusionOk="0" h="305847" w="263651">
                  <a:moveTo>
                    <a:pt x="261842" y="71247"/>
                  </a:moveTo>
                  <a:lnTo>
                    <a:pt x="192215" y="1619"/>
                  </a:lnTo>
                  <a:cubicBezTo>
                    <a:pt x="191167" y="571"/>
                    <a:pt x="189738" y="0"/>
                    <a:pt x="188309" y="0"/>
                  </a:cubicBezTo>
                  <a:lnTo>
                    <a:pt x="14764" y="0"/>
                  </a:lnTo>
                  <a:cubicBezTo>
                    <a:pt x="6572" y="0"/>
                    <a:pt x="0" y="6667"/>
                    <a:pt x="0" y="14764"/>
                  </a:cubicBezTo>
                  <a:lnTo>
                    <a:pt x="0" y="72580"/>
                  </a:lnTo>
                  <a:cubicBezTo>
                    <a:pt x="0" y="75629"/>
                    <a:pt x="2476" y="78200"/>
                    <a:pt x="5620" y="78200"/>
                  </a:cubicBezTo>
                  <a:cubicBezTo>
                    <a:pt x="8763" y="78200"/>
                    <a:pt x="11239" y="75724"/>
                    <a:pt x="11239" y="72580"/>
                  </a:cubicBezTo>
                  <a:lnTo>
                    <a:pt x="11239" y="14764"/>
                  </a:lnTo>
                  <a:cubicBezTo>
                    <a:pt x="11239" y="12763"/>
                    <a:pt x="12859" y="11144"/>
                    <a:pt x="14859" y="11144"/>
                  </a:cubicBezTo>
                  <a:lnTo>
                    <a:pt x="182785" y="11144"/>
                  </a:lnTo>
                  <a:lnTo>
                    <a:pt x="182785" y="66008"/>
                  </a:lnTo>
                  <a:cubicBezTo>
                    <a:pt x="182785" y="74200"/>
                    <a:pt x="189452" y="80772"/>
                    <a:pt x="197549" y="80772"/>
                  </a:cubicBezTo>
                  <a:lnTo>
                    <a:pt x="252413" y="80772"/>
                  </a:lnTo>
                  <a:lnTo>
                    <a:pt x="252413" y="300228"/>
                  </a:lnTo>
                  <a:cubicBezTo>
                    <a:pt x="252413" y="303276"/>
                    <a:pt x="254889" y="305848"/>
                    <a:pt x="258032" y="305848"/>
                  </a:cubicBezTo>
                  <a:cubicBezTo>
                    <a:pt x="261176" y="305848"/>
                    <a:pt x="263652" y="303371"/>
                    <a:pt x="263652" y="300228"/>
                  </a:cubicBezTo>
                  <a:lnTo>
                    <a:pt x="263652" y="75247"/>
                  </a:lnTo>
                  <a:cubicBezTo>
                    <a:pt x="263652" y="73724"/>
                    <a:pt x="263081" y="72390"/>
                    <a:pt x="262033" y="71342"/>
                  </a:cubicBezTo>
                  <a:lnTo>
                    <a:pt x="262033" y="71342"/>
                  </a:lnTo>
                  <a:close/>
                  <a:moveTo>
                    <a:pt x="193834" y="66008"/>
                  </a:moveTo>
                  <a:lnTo>
                    <a:pt x="193834" y="19050"/>
                  </a:lnTo>
                  <a:lnTo>
                    <a:pt x="244412" y="69628"/>
                  </a:lnTo>
                  <a:lnTo>
                    <a:pt x="197453" y="69628"/>
                  </a:lnTo>
                  <a:cubicBezTo>
                    <a:pt x="195453" y="69628"/>
                    <a:pt x="193834" y="68008"/>
                    <a:pt x="193834" y="66008"/>
                  </a:cubicBezTo>
                  <a:lnTo>
                    <a:pt x="193834" y="660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27"/>
            <p:cNvSpPr/>
            <p:nvPr/>
          </p:nvSpPr>
          <p:spPr>
            <a:xfrm>
              <a:off x="2496692" y="3993356"/>
              <a:ext cx="198882" cy="118681"/>
            </a:xfrm>
            <a:custGeom>
              <a:rect b="b" l="l" r="r" t="t"/>
              <a:pathLst>
                <a:path extrusionOk="0" h="118681" w="198882">
                  <a:moveTo>
                    <a:pt x="0" y="105632"/>
                  </a:moveTo>
                  <a:cubicBezTo>
                    <a:pt x="0" y="112776"/>
                    <a:pt x="5810" y="118682"/>
                    <a:pt x="13049" y="118682"/>
                  </a:cubicBezTo>
                  <a:lnTo>
                    <a:pt x="185833" y="118682"/>
                  </a:lnTo>
                  <a:cubicBezTo>
                    <a:pt x="192977" y="118682"/>
                    <a:pt x="198882" y="112871"/>
                    <a:pt x="198882" y="105632"/>
                  </a:cubicBezTo>
                  <a:lnTo>
                    <a:pt x="198882" y="84677"/>
                  </a:lnTo>
                  <a:cubicBezTo>
                    <a:pt x="198882" y="81915"/>
                    <a:pt x="198025" y="79343"/>
                    <a:pt x="196501" y="77248"/>
                  </a:cubicBezTo>
                  <a:cubicBezTo>
                    <a:pt x="197930" y="75152"/>
                    <a:pt x="198882" y="72580"/>
                    <a:pt x="198882" y="69818"/>
                  </a:cubicBezTo>
                  <a:lnTo>
                    <a:pt x="198882" y="48863"/>
                  </a:lnTo>
                  <a:cubicBezTo>
                    <a:pt x="198882" y="46101"/>
                    <a:pt x="198025" y="43529"/>
                    <a:pt x="196501" y="41434"/>
                  </a:cubicBezTo>
                  <a:cubicBezTo>
                    <a:pt x="197930" y="39338"/>
                    <a:pt x="198882" y="36767"/>
                    <a:pt x="198882" y="34004"/>
                  </a:cubicBezTo>
                  <a:lnTo>
                    <a:pt x="198882" y="13049"/>
                  </a:lnTo>
                  <a:cubicBezTo>
                    <a:pt x="198882" y="5905"/>
                    <a:pt x="193072" y="0"/>
                    <a:pt x="185833" y="0"/>
                  </a:cubicBezTo>
                  <a:lnTo>
                    <a:pt x="144399" y="0"/>
                  </a:lnTo>
                  <a:cubicBezTo>
                    <a:pt x="141351" y="0"/>
                    <a:pt x="138779" y="2476"/>
                    <a:pt x="138779" y="5620"/>
                  </a:cubicBezTo>
                  <a:cubicBezTo>
                    <a:pt x="138779" y="8763"/>
                    <a:pt x="141256" y="11239"/>
                    <a:pt x="144399" y="11239"/>
                  </a:cubicBezTo>
                  <a:lnTo>
                    <a:pt x="185833" y="11239"/>
                  </a:lnTo>
                  <a:cubicBezTo>
                    <a:pt x="186881" y="11239"/>
                    <a:pt x="187738" y="12097"/>
                    <a:pt x="187738" y="13145"/>
                  </a:cubicBezTo>
                  <a:lnTo>
                    <a:pt x="187738" y="34100"/>
                  </a:lnTo>
                  <a:cubicBezTo>
                    <a:pt x="187738" y="35147"/>
                    <a:pt x="186881" y="36004"/>
                    <a:pt x="185833" y="36004"/>
                  </a:cubicBezTo>
                  <a:lnTo>
                    <a:pt x="52292" y="36004"/>
                  </a:lnTo>
                  <a:lnTo>
                    <a:pt x="52292" y="11335"/>
                  </a:lnTo>
                  <a:lnTo>
                    <a:pt x="119634" y="11335"/>
                  </a:lnTo>
                  <a:cubicBezTo>
                    <a:pt x="122682" y="11335"/>
                    <a:pt x="125254" y="8858"/>
                    <a:pt x="125254" y="5715"/>
                  </a:cubicBezTo>
                  <a:cubicBezTo>
                    <a:pt x="125254" y="2572"/>
                    <a:pt x="122777" y="95"/>
                    <a:pt x="119634" y="95"/>
                  </a:cubicBezTo>
                  <a:lnTo>
                    <a:pt x="13049" y="95"/>
                  </a:lnTo>
                  <a:cubicBezTo>
                    <a:pt x="5905" y="95"/>
                    <a:pt x="0" y="5905"/>
                    <a:pt x="0" y="13145"/>
                  </a:cubicBezTo>
                  <a:lnTo>
                    <a:pt x="0" y="34100"/>
                  </a:lnTo>
                  <a:cubicBezTo>
                    <a:pt x="0" y="36862"/>
                    <a:pt x="857" y="39433"/>
                    <a:pt x="2381" y="41529"/>
                  </a:cubicBezTo>
                  <a:cubicBezTo>
                    <a:pt x="857" y="43625"/>
                    <a:pt x="0" y="46196"/>
                    <a:pt x="0" y="48958"/>
                  </a:cubicBezTo>
                  <a:lnTo>
                    <a:pt x="0" y="69913"/>
                  </a:lnTo>
                  <a:cubicBezTo>
                    <a:pt x="0" y="72676"/>
                    <a:pt x="857" y="75247"/>
                    <a:pt x="2381" y="77343"/>
                  </a:cubicBezTo>
                  <a:cubicBezTo>
                    <a:pt x="857" y="79438"/>
                    <a:pt x="0" y="82010"/>
                    <a:pt x="0" y="84772"/>
                  </a:cubicBezTo>
                  <a:lnTo>
                    <a:pt x="0" y="105728"/>
                  </a:lnTo>
                  <a:close/>
                  <a:moveTo>
                    <a:pt x="11144" y="105632"/>
                  </a:moveTo>
                  <a:lnTo>
                    <a:pt x="11144" y="84677"/>
                  </a:lnTo>
                  <a:cubicBezTo>
                    <a:pt x="11144" y="83629"/>
                    <a:pt x="12002" y="82772"/>
                    <a:pt x="13049" y="82772"/>
                  </a:cubicBezTo>
                  <a:lnTo>
                    <a:pt x="41148" y="82772"/>
                  </a:lnTo>
                  <a:lnTo>
                    <a:pt x="41148" y="107442"/>
                  </a:lnTo>
                  <a:lnTo>
                    <a:pt x="13049" y="107442"/>
                  </a:lnTo>
                  <a:cubicBezTo>
                    <a:pt x="12002" y="107442"/>
                    <a:pt x="11144" y="106585"/>
                    <a:pt x="11144" y="105537"/>
                  </a:cubicBezTo>
                  <a:lnTo>
                    <a:pt x="11144" y="105537"/>
                  </a:lnTo>
                  <a:close/>
                  <a:moveTo>
                    <a:pt x="11144" y="69818"/>
                  </a:moveTo>
                  <a:lnTo>
                    <a:pt x="11144" y="48863"/>
                  </a:lnTo>
                  <a:cubicBezTo>
                    <a:pt x="11144" y="47816"/>
                    <a:pt x="12002" y="46958"/>
                    <a:pt x="13049" y="46958"/>
                  </a:cubicBezTo>
                  <a:lnTo>
                    <a:pt x="41148" y="46958"/>
                  </a:lnTo>
                  <a:lnTo>
                    <a:pt x="41148" y="71628"/>
                  </a:lnTo>
                  <a:lnTo>
                    <a:pt x="13049" y="71628"/>
                  </a:lnTo>
                  <a:cubicBezTo>
                    <a:pt x="12002" y="71628"/>
                    <a:pt x="11144" y="70771"/>
                    <a:pt x="11144" y="69723"/>
                  </a:cubicBezTo>
                  <a:lnTo>
                    <a:pt x="11144" y="69723"/>
                  </a:lnTo>
                  <a:close/>
                  <a:moveTo>
                    <a:pt x="185833" y="46958"/>
                  </a:moveTo>
                  <a:cubicBezTo>
                    <a:pt x="186881" y="46958"/>
                    <a:pt x="187738" y="47816"/>
                    <a:pt x="187738" y="48863"/>
                  </a:cubicBezTo>
                  <a:lnTo>
                    <a:pt x="187738" y="69818"/>
                  </a:lnTo>
                  <a:cubicBezTo>
                    <a:pt x="187738" y="70866"/>
                    <a:pt x="186881" y="71723"/>
                    <a:pt x="185833" y="71723"/>
                  </a:cubicBezTo>
                  <a:lnTo>
                    <a:pt x="52292" y="71723"/>
                  </a:lnTo>
                  <a:lnTo>
                    <a:pt x="52292" y="47054"/>
                  </a:lnTo>
                  <a:lnTo>
                    <a:pt x="185833" y="47054"/>
                  </a:lnTo>
                  <a:close/>
                  <a:moveTo>
                    <a:pt x="187738" y="105632"/>
                  </a:moveTo>
                  <a:cubicBezTo>
                    <a:pt x="187738" y="106680"/>
                    <a:pt x="186881" y="107537"/>
                    <a:pt x="185833" y="107537"/>
                  </a:cubicBezTo>
                  <a:lnTo>
                    <a:pt x="52292" y="107537"/>
                  </a:lnTo>
                  <a:lnTo>
                    <a:pt x="52292" y="82867"/>
                  </a:lnTo>
                  <a:lnTo>
                    <a:pt x="185833" y="82867"/>
                  </a:lnTo>
                  <a:cubicBezTo>
                    <a:pt x="186881" y="82867"/>
                    <a:pt x="187738" y="83725"/>
                    <a:pt x="187738" y="84772"/>
                  </a:cubicBezTo>
                  <a:lnTo>
                    <a:pt x="187738" y="105728"/>
                  </a:lnTo>
                  <a:lnTo>
                    <a:pt x="187738" y="105728"/>
                  </a:lnTo>
                  <a:close/>
                  <a:moveTo>
                    <a:pt x="11144" y="13049"/>
                  </a:moveTo>
                  <a:cubicBezTo>
                    <a:pt x="11144" y="12001"/>
                    <a:pt x="12002" y="11144"/>
                    <a:pt x="13049" y="11144"/>
                  </a:cubicBezTo>
                  <a:lnTo>
                    <a:pt x="41148" y="11144"/>
                  </a:lnTo>
                  <a:lnTo>
                    <a:pt x="41148" y="35814"/>
                  </a:lnTo>
                  <a:lnTo>
                    <a:pt x="13049" y="35814"/>
                  </a:lnTo>
                  <a:cubicBezTo>
                    <a:pt x="12002" y="35814"/>
                    <a:pt x="11144" y="34957"/>
                    <a:pt x="11144" y="33909"/>
                  </a:cubicBezTo>
                  <a:lnTo>
                    <a:pt x="11144" y="129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27"/>
            <p:cNvSpPr/>
            <p:nvPr/>
          </p:nvSpPr>
          <p:spPr>
            <a:xfrm>
              <a:off x="2529077" y="3893820"/>
              <a:ext cx="36099" cy="62579"/>
            </a:xfrm>
            <a:custGeom>
              <a:rect b="b" l="l" r="r" t="t"/>
              <a:pathLst>
                <a:path extrusionOk="0" h="62579" w="36099">
                  <a:moveTo>
                    <a:pt x="15049" y="37147"/>
                  </a:moveTo>
                  <a:lnTo>
                    <a:pt x="20860" y="37147"/>
                  </a:lnTo>
                  <a:cubicBezTo>
                    <a:pt x="23050" y="37147"/>
                    <a:pt x="24860" y="38957"/>
                    <a:pt x="24860" y="41148"/>
                  </a:cubicBezTo>
                  <a:cubicBezTo>
                    <a:pt x="24860" y="43339"/>
                    <a:pt x="23050" y="45148"/>
                    <a:pt x="20860" y="45148"/>
                  </a:cubicBezTo>
                  <a:lnTo>
                    <a:pt x="15049" y="45148"/>
                  </a:lnTo>
                  <a:cubicBezTo>
                    <a:pt x="13430" y="45148"/>
                    <a:pt x="12001" y="44196"/>
                    <a:pt x="11430" y="42767"/>
                  </a:cubicBezTo>
                  <a:cubicBezTo>
                    <a:pt x="10192" y="39910"/>
                    <a:pt x="6953" y="38576"/>
                    <a:pt x="4096" y="39814"/>
                  </a:cubicBezTo>
                  <a:cubicBezTo>
                    <a:pt x="1238" y="41053"/>
                    <a:pt x="-95" y="44291"/>
                    <a:pt x="1143" y="47149"/>
                  </a:cubicBezTo>
                  <a:cubicBezTo>
                    <a:pt x="3143" y="51911"/>
                    <a:pt x="7429" y="55245"/>
                    <a:pt x="12382" y="56102"/>
                  </a:cubicBezTo>
                  <a:lnTo>
                    <a:pt x="12382" y="56959"/>
                  </a:lnTo>
                  <a:cubicBezTo>
                    <a:pt x="12382" y="60008"/>
                    <a:pt x="14859" y="62579"/>
                    <a:pt x="18002" y="62579"/>
                  </a:cubicBezTo>
                  <a:cubicBezTo>
                    <a:pt x="21145" y="62579"/>
                    <a:pt x="23622" y="60103"/>
                    <a:pt x="23622" y="56959"/>
                  </a:cubicBezTo>
                  <a:lnTo>
                    <a:pt x="23622" y="56102"/>
                  </a:lnTo>
                  <a:cubicBezTo>
                    <a:pt x="30670" y="54864"/>
                    <a:pt x="36100" y="48673"/>
                    <a:pt x="36100" y="41243"/>
                  </a:cubicBezTo>
                  <a:cubicBezTo>
                    <a:pt x="36100" y="32861"/>
                    <a:pt x="29337" y="26098"/>
                    <a:pt x="20955" y="26098"/>
                  </a:cubicBezTo>
                  <a:lnTo>
                    <a:pt x="15145" y="26098"/>
                  </a:lnTo>
                  <a:cubicBezTo>
                    <a:pt x="12954" y="26098"/>
                    <a:pt x="11144" y="24289"/>
                    <a:pt x="11144" y="22098"/>
                  </a:cubicBezTo>
                  <a:cubicBezTo>
                    <a:pt x="11144" y="19907"/>
                    <a:pt x="12954" y="18097"/>
                    <a:pt x="15145" y="18097"/>
                  </a:cubicBezTo>
                  <a:lnTo>
                    <a:pt x="20955" y="18097"/>
                  </a:lnTo>
                  <a:cubicBezTo>
                    <a:pt x="22288" y="18097"/>
                    <a:pt x="23527" y="18764"/>
                    <a:pt x="24289" y="19812"/>
                  </a:cubicBezTo>
                  <a:cubicBezTo>
                    <a:pt x="26003" y="22384"/>
                    <a:pt x="29527" y="23050"/>
                    <a:pt x="32004" y="21336"/>
                  </a:cubicBezTo>
                  <a:cubicBezTo>
                    <a:pt x="34576" y="19621"/>
                    <a:pt x="35243" y="16097"/>
                    <a:pt x="33528" y="13621"/>
                  </a:cubicBezTo>
                  <a:cubicBezTo>
                    <a:pt x="31242" y="10192"/>
                    <a:pt x="27622" y="7906"/>
                    <a:pt x="23717" y="7239"/>
                  </a:cubicBezTo>
                  <a:lnTo>
                    <a:pt x="23717" y="5620"/>
                  </a:lnTo>
                  <a:cubicBezTo>
                    <a:pt x="23717" y="2572"/>
                    <a:pt x="21241" y="0"/>
                    <a:pt x="18097" y="0"/>
                  </a:cubicBezTo>
                  <a:cubicBezTo>
                    <a:pt x="14954" y="0"/>
                    <a:pt x="12478" y="2476"/>
                    <a:pt x="12478" y="5620"/>
                  </a:cubicBezTo>
                  <a:lnTo>
                    <a:pt x="12478" y="7239"/>
                  </a:lnTo>
                  <a:cubicBezTo>
                    <a:pt x="5429" y="8477"/>
                    <a:pt x="0" y="14668"/>
                    <a:pt x="0" y="22098"/>
                  </a:cubicBezTo>
                  <a:cubicBezTo>
                    <a:pt x="0" y="30480"/>
                    <a:pt x="6763" y="37243"/>
                    <a:pt x="15145" y="37243"/>
                  </a:cubicBezTo>
                  <a:lnTo>
                    <a:pt x="15145" y="372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27"/>
            <p:cNvSpPr/>
            <p:nvPr/>
          </p:nvSpPr>
          <p:spPr>
            <a:xfrm>
              <a:off x="2496692" y="3874674"/>
              <a:ext cx="100584" cy="100584"/>
            </a:xfrm>
            <a:custGeom>
              <a:rect b="b" l="l" r="r" t="t"/>
              <a:pathLst>
                <a:path extrusionOk="0" h="100584" w="100584">
                  <a:moveTo>
                    <a:pt x="50292" y="100584"/>
                  </a:moveTo>
                  <a:cubicBezTo>
                    <a:pt x="78010" y="100584"/>
                    <a:pt x="100584" y="78010"/>
                    <a:pt x="100584" y="50292"/>
                  </a:cubicBezTo>
                  <a:cubicBezTo>
                    <a:pt x="100584" y="22574"/>
                    <a:pt x="78010" y="0"/>
                    <a:pt x="50292" y="0"/>
                  </a:cubicBezTo>
                  <a:cubicBezTo>
                    <a:pt x="22574" y="0"/>
                    <a:pt x="0" y="22574"/>
                    <a:pt x="0" y="50292"/>
                  </a:cubicBezTo>
                  <a:cubicBezTo>
                    <a:pt x="0" y="78010"/>
                    <a:pt x="22574" y="100584"/>
                    <a:pt x="50292" y="100584"/>
                  </a:cubicBezTo>
                  <a:lnTo>
                    <a:pt x="50292" y="100584"/>
                  </a:lnTo>
                  <a:close/>
                  <a:moveTo>
                    <a:pt x="50292" y="11144"/>
                  </a:moveTo>
                  <a:cubicBezTo>
                    <a:pt x="71819" y="11144"/>
                    <a:pt x="89440" y="28670"/>
                    <a:pt x="89440" y="50292"/>
                  </a:cubicBezTo>
                  <a:cubicBezTo>
                    <a:pt x="89440" y="71914"/>
                    <a:pt x="71914" y="89440"/>
                    <a:pt x="50292" y="89440"/>
                  </a:cubicBezTo>
                  <a:cubicBezTo>
                    <a:pt x="28670" y="89440"/>
                    <a:pt x="11144" y="71914"/>
                    <a:pt x="11144" y="50292"/>
                  </a:cubicBezTo>
                  <a:cubicBezTo>
                    <a:pt x="11144" y="28670"/>
                    <a:pt x="28670" y="11144"/>
                    <a:pt x="50292" y="11144"/>
                  </a:cubicBezTo>
                  <a:lnTo>
                    <a:pt x="50292" y="111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27"/>
            <p:cNvSpPr/>
            <p:nvPr/>
          </p:nvSpPr>
          <p:spPr>
            <a:xfrm>
              <a:off x="2503931" y="4126229"/>
              <a:ext cx="114299" cy="11239"/>
            </a:xfrm>
            <a:custGeom>
              <a:rect b="b" l="l" r="r" t="t"/>
              <a:pathLst>
                <a:path extrusionOk="0" h="11239" w="114299">
                  <a:moveTo>
                    <a:pt x="114300" y="5620"/>
                  </a:moveTo>
                  <a:cubicBezTo>
                    <a:pt x="114300" y="2572"/>
                    <a:pt x="111824" y="0"/>
                    <a:pt x="108680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08680" y="11240"/>
                  </a:lnTo>
                  <a:cubicBezTo>
                    <a:pt x="111728" y="11240"/>
                    <a:pt x="114300" y="8763"/>
                    <a:pt x="114300" y="5620"/>
                  </a:cubicBezTo>
                  <a:lnTo>
                    <a:pt x="11430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27"/>
            <p:cNvSpPr/>
            <p:nvPr/>
          </p:nvSpPr>
          <p:spPr>
            <a:xfrm>
              <a:off x="2555652" y="4147470"/>
              <a:ext cx="23812" cy="11239"/>
            </a:xfrm>
            <a:custGeom>
              <a:rect b="b" l="l" r="r" t="t"/>
              <a:pathLst>
                <a:path extrusionOk="0" h="11239" w="23812">
                  <a:moveTo>
                    <a:pt x="18193" y="11240"/>
                  </a:moveTo>
                  <a:cubicBezTo>
                    <a:pt x="21241" y="11240"/>
                    <a:pt x="23812" y="8763"/>
                    <a:pt x="23812" y="5620"/>
                  </a:cubicBezTo>
                  <a:cubicBezTo>
                    <a:pt x="23812" y="2477"/>
                    <a:pt x="21336" y="0"/>
                    <a:pt x="18193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18193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27"/>
            <p:cNvSpPr/>
            <p:nvPr/>
          </p:nvSpPr>
          <p:spPr>
            <a:xfrm>
              <a:off x="2503931" y="4147470"/>
              <a:ext cx="41528" cy="11239"/>
            </a:xfrm>
            <a:custGeom>
              <a:rect b="b" l="l" r="r" t="t"/>
              <a:pathLst>
                <a:path extrusionOk="0" h="11239" w="41528">
                  <a:moveTo>
                    <a:pt x="5620" y="11240"/>
                  </a:moveTo>
                  <a:lnTo>
                    <a:pt x="35909" y="11240"/>
                  </a:lnTo>
                  <a:cubicBezTo>
                    <a:pt x="38957" y="11240"/>
                    <a:pt x="41529" y="8763"/>
                    <a:pt x="41529" y="5620"/>
                  </a:cubicBezTo>
                  <a:cubicBezTo>
                    <a:pt x="41529" y="2477"/>
                    <a:pt x="39052" y="0"/>
                    <a:pt x="35909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27"/>
            <p:cNvSpPr/>
            <p:nvPr/>
          </p:nvSpPr>
          <p:spPr>
            <a:xfrm>
              <a:off x="2649163" y="4127539"/>
              <a:ext cx="39004" cy="29646"/>
            </a:xfrm>
            <a:custGeom>
              <a:rect b="b" l="l" r="r" t="t"/>
              <a:pathLst>
                <a:path extrusionOk="0" h="29646" w="39004">
                  <a:moveTo>
                    <a:pt x="29551" y="1738"/>
                  </a:moveTo>
                  <a:lnTo>
                    <a:pt x="15073" y="16216"/>
                  </a:lnTo>
                  <a:lnTo>
                    <a:pt x="9549" y="10692"/>
                  </a:lnTo>
                  <a:cubicBezTo>
                    <a:pt x="7358" y="8501"/>
                    <a:pt x="3834" y="8501"/>
                    <a:pt x="1643" y="10692"/>
                  </a:cubicBezTo>
                  <a:cubicBezTo>
                    <a:pt x="-548" y="12883"/>
                    <a:pt x="-548" y="16407"/>
                    <a:pt x="1643" y="18598"/>
                  </a:cubicBezTo>
                  <a:lnTo>
                    <a:pt x="11073" y="28027"/>
                  </a:lnTo>
                  <a:cubicBezTo>
                    <a:pt x="12121" y="29075"/>
                    <a:pt x="13549" y="29647"/>
                    <a:pt x="14978" y="29647"/>
                  </a:cubicBezTo>
                  <a:cubicBezTo>
                    <a:pt x="16407" y="29647"/>
                    <a:pt x="17836" y="29075"/>
                    <a:pt x="18883" y="28027"/>
                  </a:cubicBezTo>
                  <a:lnTo>
                    <a:pt x="37362" y="9549"/>
                  </a:lnTo>
                  <a:cubicBezTo>
                    <a:pt x="39553" y="7358"/>
                    <a:pt x="39553" y="3834"/>
                    <a:pt x="37362" y="1643"/>
                  </a:cubicBezTo>
                  <a:cubicBezTo>
                    <a:pt x="35171" y="-548"/>
                    <a:pt x="31647" y="-548"/>
                    <a:pt x="29456" y="1643"/>
                  </a:cubicBezTo>
                  <a:lnTo>
                    <a:pt x="29456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27"/>
            <p:cNvSpPr/>
            <p:nvPr/>
          </p:nvSpPr>
          <p:spPr>
            <a:xfrm>
              <a:off x="2659736" y="3952374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4026" y="19645"/>
                  </a:moveTo>
                  <a:cubicBezTo>
                    <a:pt x="15550" y="19645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ubicBezTo>
                    <a:pt x="11168" y="19074"/>
                    <a:pt x="12597" y="19645"/>
                    <a:pt x="14026" y="19645"/>
                  </a:cubicBezTo>
                  <a:lnTo>
                    <a:pt x="14026" y="196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27"/>
            <p:cNvSpPr/>
            <p:nvPr/>
          </p:nvSpPr>
          <p:spPr>
            <a:xfrm>
              <a:off x="2503931" y="4170997"/>
              <a:ext cx="97821" cy="11239"/>
            </a:xfrm>
            <a:custGeom>
              <a:rect b="b" l="l" r="r" t="t"/>
              <a:pathLst>
                <a:path extrusionOk="0" h="11239" w="97821">
                  <a:moveTo>
                    <a:pt x="5620" y="11240"/>
                  </a:moveTo>
                  <a:lnTo>
                    <a:pt x="92202" y="11240"/>
                  </a:lnTo>
                  <a:cubicBezTo>
                    <a:pt x="95250" y="11240"/>
                    <a:pt x="97822" y="8763"/>
                    <a:pt x="97822" y="5620"/>
                  </a:cubicBezTo>
                  <a:cubicBezTo>
                    <a:pt x="97822" y="2477"/>
                    <a:pt x="95345" y="0"/>
                    <a:pt x="92202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5" name="Google Shape;1025;p27"/>
          <p:cNvGrpSpPr/>
          <p:nvPr/>
        </p:nvGrpSpPr>
        <p:grpSpPr>
          <a:xfrm>
            <a:off x="8269495" y="2650279"/>
            <a:ext cx="426110" cy="410171"/>
            <a:chOff x="9399840" y="3245513"/>
            <a:chExt cx="381000" cy="366748"/>
          </a:xfrm>
        </p:grpSpPr>
        <p:sp>
          <p:nvSpPr>
            <p:cNvPr id="1026" name="Google Shape;1026;p27"/>
            <p:cNvSpPr/>
            <p:nvPr/>
          </p:nvSpPr>
          <p:spPr>
            <a:xfrm>
              <a:off x="9492194" y="3329329"/>
              <a:ext cx="42012" cy="42044"/>
            </a:xfrm>
            <a:custGeom>
              <a:rect b="b" l="l" r="r" t="t"/>
              <a:pathLst>
                <a:path extrusionOk="0" h="42044" w="42012">
                  <a:moveTo>
                    <a:pt x="31471" y="2801"/>
                  </a:moveTo>
                  <a:cubicBezTo>
                    <a:pt x="26613" y="39"/>
                    <a:pt x="20994" y="-723"/>
                    <a:pt x="15565" y="706"/>
                  </a:cubicBezTo>
                  <a:cubicBezTo>
                    <a:pt x="10135" y="2134"/>
                    <a:pt x="5659" y="5659"/>
                    <a:pt x="2801" y="10516"/>
                  </a:cubicBezTo>
                  <a:cubicBezTo>
                    <a:pt x="39" y="15374"/>
                    <a:pt x="-723" y="20994"/>
                    <a:pt x="706" y="26423"/>
                  </a:cubicBezTo>
                  <a:cubicBezTo>
                    <a:pt x="2135" y="31852"/>
                    <a:pt x="5659" y="36329"/>
                    <a:pt x="10516" y="39187"/>
                  </a:cubicBezTo>
                  <a:cubicBezTo>
                    <a:pt x="13755" y="41092"/>
                    <a:pt x="17374" y="42044"/>
                    <a:pt x="20994" y="42044"/>
                  </a:cubicBezTo>
                  <a:cubicBezTo>
                    <a:pt x="22804" y="42044"/>
                    <a:pt x="24614" y="41758"/>
                    <a:pt x="26423" y="41282"/>
                  </a:cubicBezTo>
                  <a:cubicBezTo>
                    <a:pt x="31853" y="39853"/>
                    <a:pt x="36329" y="36329"/>
                    <a:pt x="39187" y="31471"/>
                  </a:cubicBezTo>
                  <a:cubicBezTo>
                    <a:pt x="44997" y="21470"/>
                    <a:pt x="41568" y="8611"/>
                    <a:pt x="31471" y="2801"/>
                  </a:cubicBezTo>
                  <a:lnTo>
                    <a:pt x="31471" y="2801"/>
                  </a:lnTo>
                  <a:close/>
                  <a:moveTo>
                    <a:pt x="29471" y="25947"/>
                  </a:moveTo>
                  <a:cubicBezTo>
                    <a:pt x="28138" y="28233"/>
                    <a:pt x="26042" y="29852"/>
                    <a:pt x="23471" y="30519"/>
                  </a:cubicBezTo>
                  <a:cubicBezTo>
                    <a:pt x="20899" y="31186"/>
                    <a:pt x="18327" y="30805"/>
                    <a:pt x="16041" y="29566"/>
                  </a:cubicBezTo>
                  <a:cubicBezTo>
                    <a:pt x="13755" y="28233"/>
                    <a:pt x="12136" y="26137"/>
                    <a:pt x="11469" y="23566"/>
                  </a:cubicBezTo>
                  <a:cubicBezTo>
                    <a:pt x="10802" y="20994"/>
                    <a:pt x="11183" y="18422"/>
                    <a:pt x="12421" y="16136"/>
                  </a:cubicBezTo>
                  <a:cubicBezTo>
                    <a:pt x="13755" y="13850"/>
                    <a:pt x="15850" y="12231"/>
                    <a:pt x="18422" y="11564"/>
                  </a:cubicBezTo>
                  <a:cubicBezTo>
                    <a:pt x="19280" y="11374"/>
                    <a:pt x="20137" y="11183"/>
                    <a:pt x="20994" y="11183"/>
                  </a:cubicBezTo>
                  <a:cubicBezTo>
                    <a:pt x="22708" y="11183"/>
                    <a:pt x="24328" y="11659"/>
                    <a:pt x="25852" y="12517"/>
                  </a:cubicBezTo>
                  <a:cubicBezTo>
                    <a:pt x="30519" y="15184"/>
                    <a:pt x="32138" y="21280"/>
                    <a:pt x="29471" y="25947"/>
                  </a:cubicBezTo>
                  <a:lnTo>
                    <a:pt x="29471" y="259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27"/>
            <p:cNvSpPr/>
            <p:nvPr/>
          </p:nvSpPr>
          <p:spPr>
            <a:xfrm>
              <a:off x="9484899" y="3545966"/>
              <a:ext cx="37147" cy="11239"/>
            </a:xfrm>
            <a:custGeom>
              <a:rect b="b" l="l" r="r" t="t"/>
              <a:pathLst>
                <a:path extrusionOk="0" h="11239" w="37147">
                  <a:moveTo>
                    <a:pt x="5620" y="11240"/>
                  </a:moveTo>
                  <a:lnTo>
                    <a:pt x="31528" y="11240"/>
                  </a:lnTo>
                  <a:cubicBezTo>
                    <a:pt x="34576" y="11240"/>
                    <a:pt x="37148" y="8763"/>
                    <a:pt x="37148" y="5620"/>
                  </a:cubicBezTo>
                  <a:cubicBezTo>
                    <a:pt x="37148" y="2476"/>
                    <a:pt x="34671" y="0"/>
                    <a:pt x="31528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8" name="Google Shape;1028;p27"/>
            <p:cNvGrpSpPr/>
            <p:nvPr/>
          </p:nvGrpSpPr>
          <p:grpSpPr>
            <a:xfrm>
              <a:off x="9399840" y="3245513"/>
              <a:ext cx="381000" cy="366748"/>
              <a:chOff x="9399840" y="3245513"/>
              <a:chExt cx="381000" cy="366748"/>
            </a:xfrm>
          </p:grpSpPr>
          <p:sp>
            <p:nvSpPr>
              <p:cNvPr id="1029" name="Google Shape;1029;p27"/>
              <p:cNvSpPr/>
              <p:nvPr/>
            </p:nvSpPr>
            <p:spPr>
              <a:xfrm>
                <a:off x="9484994" y="3564540"/>
                <a:ext cx="84772" cy="11239"/>
              </a:xfrm>
              <a:custGeom>
                <a:rect b="b" l="l" r="r" t="t"/>
                <a:pathLst>
                  <a:path extrusionOk="0" h="11239" w="84772">
                    <a:moveTo>
                      <a:pt x="79153" y="0"/>
                    </a:moveTo>
                    <a:lnTo>
                      <a:pt x="5620" y="0"/>
                    </a:lnTo>
                    <a:cubicBezTo>
                      <a:pt x="2572" y="0"/>
                      <a:pt x="0" y="2477"/>
                      <a:pt x="0" y="5620"/>
                    </a:cubicBezTo>
                    <a:cubicBezTo>
                      <a:pt x="0" y="8763"/>
                      <a:pt x="2477" y="11240"/>
                      <a:pt x="5620" y="11240"/>
                    </a:cubicBezTo>
                    <a:lnTo>
                      <a:pt x="79153" y="11240"/>
                    </a:lnTo>
                    <a:cubicBezTo>
                      <a:pt x="82201" y="11240"/>
                      <a:pt x="84773" y="8763"/>
                      <a:pt x="84773" y="5620"/>
                    </a:cubicBezTo>
                    <a:cubicBezTo>
                      <a:pt x="84773" y="2477"/>
                      <a:pt x="82296" y="0"/>
                      <a:pt x="79153" y="0"/>
                    </a:cubicBezTo>
                    <a:lnTo>
                      <a:pt x="791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p27"/>
              <p:cNvSpPr/>
              <p:nvPr/>
            </p:nvSpPr>
            <p:spPr>
              <a:xfrm>
                <a:off x="9399840" y="3245513"/>
                <a:ext cx="381000" cy="366748"/>
              </a:xfrm>
              <a:custGeom>
                <a:rect b="b" l="l" r="r" t="t"/>
                <a:pathLst>
                  <a:path extrusionOk="0" h="366748" w="381000">
                    <a:moveTo>
                      <a:pt x="350139" y="230636"/>
                    </a:moveTo>
                    <a:lnTo>
                      <a:pt x="350139" y="169962"/>
                    </a:lnTo>
                    <a:cubicBezTo>
                      <a:pt x="350139" y="162151"/>
                      <a:pt x="345472" y="155388"/>
                      <a:pt x="338709" y="152436"/>
                    </a:cubicBezTo>
                    <a:lnTo>
                      <a:pt x="341090" y="148340"/>
                    </a:lnTo>
                    <a:cubicBezTo>
                      <a:pt x="343186" y="144625"/>
                      <a:pt x="343758" y="140339"/>
                      <a:pt x="342710" y="136243"/>
                    </a:cubicBezTo>
                    <a:cubicBezTo>
                      <a:pt x="341566" y="132147"/>
                      <a:pt x="338995" y="128718"/>
                      <a:pt x="335280" y="126528"/>
                    </a:cubicBezTo>
                    <a:lnTo>
                      <a:pt x="323374" y="119670"/>
                    </a:lnTo>
                    <a:lnTo>
                      <a:pt x="323374" y="68425"/>
                    </a:lnTo>
                    <a:cubicBezTo>
                      <a:pt x="323374" y="57852"/>
                      <a:pt x="314706" y="49184"/>
                      <a:pt x="304133" y="49184"/>
                    </a:cubicBezTo>
                    <a:lnTo>
                      <a:pt x="221361" y="49184"/>
                    </a:lnTo>
                    <a:cubicBezTo>
                      <a:pt x="216789" y="49184"/>
                      <a:pt x="212503" y="50804"/>
                      <a:pt x="209074" y="53661"/>
                    </a:cubicBezTo>
                    <a:lnTo>
                      <a:pt x="119825" y="2131"/>
                    </a:lnTo>
                    <a:cubicBezTo>
                      <a:pt x="116110" y="35"/>
                      <a:pt x="111823" y="-536"/>
                      <a:pt x="107728" y="512"/>
                    </a:cubicBezTo>
                    <a:cubicBezTo>
                      <a:pt x="103632" y="1655"/>
                      <a:pt x="100203" y="4226"/>
                      <a:pt x="98013" y="7941"/>
                    </a:cubicBezTo>
                    <a:lnTo>
                      <a:pt x="53245" y="85475"/>
                    </a:lnTo>
                    <a:lnTo>
                      <a:pt x="19241" y="85475"/>
                    </a:lnTo>
                    <a:cubicBezTo>
                      <a:pt x="8668" y="85475"/>
                      <a:pt x="0" y="94142"/>
                      <a:pt x="0" y="104715"/>
                    </a:cubicBezTo>
                    <a:lnTo>
                      <a:pt x="0" y="270260"/>
                    </a:lnTo>
                    <a:cubicBezTo>
                      <a:pt x="0" y="273308"/>
                      <a:pt x="2477" y="275879"/>
                      <a:pt x="5620" y="275879"/>
                    </a:cubicBezTo>
                    <a:cubicBezTo>
                      <a:pt x="8763" y="275879"/>
                      <a:pt x="11239" y="273403"/>
                      <a:pt x="11239" y="270260"/>
                    </a:cubicBezTo>
                    <a:lnTo>
                      <a:pt x="11239" y="104715"/>
                    </a:lnTo>
                    <a:cubicBezTo>
                      <a:pt x="11239" y="100238"/>
                      <a:pt x="14859" y="96619"/>
                      <a:pt x="19336" y="96619"/>
                    </a:cubicBezTo>
                    <a:lnTo>
                      <a:pt x="46863" y="96619"/>
                    </a:lnTo>
                    <a:lnTo>
                      <a:pt x="21907" y="139862"/>
                    </a:lnTo>
                    <a:cubicBezTo>
                      <a:pt x="19812" y="143577"/>
                      <a:pt x="19241" y="147863"/>
                      <a:pt x="20288" y="151959"/>
                    </a:cubicBezTo>
                    <a:cubicBezTo>
                      <a:pt x="21431" y="156055"/>
                      <a:pt x="24003" y="159484"/>
                      <a:pt x="27718" y="161675"/>
                    </a:cubicBezTo>
                    <a:lnTo>
                      <a:pt x="53054" y="176343"/>
                    </a:lnTo>
                    <a:lnTo>
                      <a:pt x="53054" y="325219"/>
                    </a:lnTo>
                    <a:cubicBezTo>
                      <a:pt x="53054" y="336649"/>
                      <a:pt x="43720" y="345983"/>
                      <a:pt x="32290" y="345983"/>
                    </a:cubicBezTo>
                    <a:cubicBezTo>
                      <a:pt x="32290" y="345983"/>
                      <a:pt x="32290" y="345983"/>
                      <a:pt x="32195" y="345983"/>
                    </a:cubicBezTo>
                    <a:cubicBezTo>
                      <a:pt x="32195" y="345983"/>
                      <a:pt x="32195" y="345983"/>
                      <a:pt x="32099" y="345983"/>
                    </a:cubicBezTo>
                    <a:cubicBezTo>
                      <a:pt x="20670" y="345983"/>
                      <a:pt x="11335" y="336649"/>
                      <a:pt x="11335" y="325219"/>
                    </a:cubicBezTo>
                    <a:lnTo>
                      <a:pt x="11335" y="294929"/>
                    </a:lnTo>
                    <a:cubicBezTo>
                      <a:pt x="11335" y="291882"/>
                      <a:pt x="8858" y="289310"/>
                      <a:pt x="5715" y="289310"/>
                    </a:cubicBezTo>
                    <a:cubicBezTo>
                      <a:pt x="2572" y="289310"/>
                      <a:pt x="95" y="291786"/>
                      <a:pt x="95" y="294929"/>
                    </a:cubicBezTo>
                    <a:lnTo>
                      <a:pt x="95" y="325219"/>
                    </a:lnTo>
                    <a:cubicBezTo>
                      <a:pt x="95" y="342840"/>
                      <a:pt x="14383" y="357128"/>
                      <a:pt x="32004" y="357128"/>
                    </a:cubicBezTo>
                    <a:cubicBezTo>
                      <a:pt x="32004" y="357128"/>
                      <a:pt x="32004" y="357128"/>
                      <a:pt x="32099" y="357128"/>
                    </a:cubicBezTo>
                    <a:cubicBezTo>
                      <a:pt x="32099" y="357128"/>
                      <a:pt x="32099" y="357128"/>
                      <a:pt x="32195" y="357128"/>
                    </a:cubicBezTo>
                    <a:lnTo>
                      <a:pt x="268700" y="357128"/>
                    </a:lnTo>
                    <a:cubicBezTo>
                      <a:pt x="279654" y="363224"/>
                      <a:pt x="292227" y="366748"/>
                      <a:pt x="305562" y="366748"/>
                    </a:cubicBezTo>
                    <a:cubicBezTo>
                      <a:pt x="347186" y="366748"/>
                      <a:pt x="381000" y="332934"/>
                      <a:pt x="381000" y="291310"/>
                    </a:cubicBezTo>
                    <a:cubicBezTo>
                      <a:pt x="381000" y="266354"/>
                      <a:pt x="368808" y="244161"/>
                      <a:pt x="350044" y="230445"/>
                    </a:cubicBezTo>
                    <a:lnTo>
                      <a:pt x="350044" y="230445"/>
                    </a:lnTo>
                    <a:close/>
                    <a:moveTo>
                      <a:pt x="221361" y="60424"/>
                    </a:moveTo>
                    <a:lnTo>
                      <a:pt x="304133" y="60424"/>
                    </a:lnTo>
                    <a:cubicBezTo>
                      <a:pt x="308610" y="60424"/>
                      <a:pt x="312230" y="64044"/>
                      <a:pt x="312230" y="68520"/>
                    </a:cubicBezTo>
                    <a:lnTo>
                      <a:pt x="312230" y="113288"/>
                    </a:lnTo>
                    <a:lnTo>
                      <a:pt x="298038" y="105096"/>
                    </a:lnTo>
                    <a:cubicBezTo>
                      <a:pt x="298038" y="105096"/>
                      <a:pt x="298038" y="104620"/>
                      <a:pt x="298038" y="104429"/>
                    </a:cubicBezTo>
                    <a:lnTo>
                      <a:pt x="298038" y="89666"/>
                    </a:lnTo>
                    <a:cubicBezTo>
                      <a:pt x="298038" y="82236"/>
                      <a:pt x="291941" y="76140"/>
                      <a:pt x="284512" y="76140"/>
                    </a:cubicBezTo>
                    <a:lnTo>
                      <a:pt x="247745" y="76140"/>
                    </a:lnTo>
                    <a:lnTo>
                      <a:pt x="220695" y="60519"/>
                    </a:lnTo>
                    <a:cubicBezTo>
                      <a:pt x="220695" y="60519"/>
                      <a:pt x="221075" y="60519"/>
                      <a:pt x="221361" y="60519"/>
                    </a:cubicBezTo>
                    <a:lnTo>
                      <a:pt x="221361" y="60519"/>
                    </a:lnTo>
                    <a:close/>
                    <a:moveTo>
                      <a:pt x="286893" y="98619"/>
                    </a:moveTo>
                    <a:lnTo>
                      <a:pt x="267081" y="87189"/>
                    </a:lnTo>
                    <a:lnTo>
                      <a:pt x="284512" y="87189"/>
                    </a:lnTo>
                    <a:cubicBezTo>
                      <a:pt x="285845" y="87189"/>
                      <a:pt x="286893" y="88237"/>
                      <a:pt x="286893" y="89570"/>
                    </a:cubicBezTo>
                    <a:lnTo>
                      <a:pt x="286893" y="98619"/>
                    </a:lnTo>
                    <a:close/>
                    <a:moveTo>
                      <a:pt x="56579" y="346079"/>
                    </a:moveTo>
                    <a:cubicBezTo>
                      <a:pt x="61341" y="340459"/>
                      <a:pt x="64294" y="333220"/>
                      <a:pt x="64294" y="325314"/>
                    </a:cubicBezTo>
                    <a:lnTo>
                      <a:pt x="64294" y="169962"/>
                    </a:lnTo>
                    <a:cubicBezTo>
                      <a:pt x="64294" y="165485"/>
                      <a:pt x="67913" y="161865"/>
                      <a:pt x="72390" y="161865"/>
                    </a:cubicBezTo>
                    <a:lnTo>
                      <a:pt x="239459" y="161865"/>
                    </a:lnTo>
                    <a:cubicBezTo>
                      <a:pt x="242507" y="161865"/>
                      <a:pt x="245079" y="159389"/>
                      <a:pt x="245079" y="156245"/>
                    </a:cubicBezTo>
                    <a:cubicBezTo>
                      <a:pt x="245079" y="153102"/>
                      <a:pt x="242602" y="150626"/>
                      <a:pt x="239459" y="150626"/>
                    </a:cubicBezTo>
                    <a:lnTo>
                      <a:pt x="230696" y="150626"/>
                    </a:lnTo>
                    <a:cubicBezTo>
                      <a:pt x="233363" y="130909"/>
                      <a:pt x="224028" y="111287"/>
                      <a:pt x="206407" y="101096"/>
                    </a:cubicBezTo>
                    <a:cubicBezTo>
                      <a:pt x="182785" y="87475"/>
                      <a:pt x="152400" y="95571"/>
                      <a:pt x="138779" y="119193"/>
                    </a:cubicBezTo>
                    <a:cubicBezTo>
                      <a:pt x="133255" y="128813"/>
                      <a:pt x="131064" y="139767"/>
                      <a:pt x="132588" y="150530"/>
                    </a:cubicBezTo>
                    <a:lnTo>
                      <a:pt x="105156" y="150530"/>
                    </a:lnTo>
                    <a:cubicBezTo>
                      <a:pt x="104870" y="149007"/>
                      <a:pt x="103918" y="147673"/>
                      <a:pt x="102489" y="146911"/>
                    </a:cubicBezTo>
                    <a:lnTo>
                      <a:pt x="77153" y="132338"/>
                    </a:lnTo>
                    <a:cubicBezTo>
                      <a:pt x="74486" y="130814"/>
                      <a:pt x="71057" y="131671"/>
                      <a:pt x="69532" y="134338"/>
                    </a:cubicBezTo>
                    <a:cubicBezTo>
                      <a:pt x="68009" y="137005"/>
                      <a:pt x="68866" y="140434"/>
                      <a:pt x="71533" y="141958"/>
                    </a:cubicBezTo>
                    <a:lnTo>
                      <a:pt x="86487" y="150530"/>
                    </a:lnTo>
                    <a:lnTo>
                      <a:pt x="72580" y="150530"/>
                    </a:lnTo>
                    <a:lnTo>
                      <a:pt x="57626" y="141863"/>
                    </a:lnTo>
                    <a:lnTo>
                      <a:pt x="117920" y="37469"/>
                    </a:lnTo>
                    <a:lnTo>
                      <a:pt x="128588" y="43660"/>
                    </a:lnTo>
                    <a:lnTo>
                      <a:pt x="117539" y="62710"/>
                    </a:lnTo>
                    <a:cubicBezTo>
                      <a:pt x="115158" y="66806"/>
                      <a:pt x="116586" y="72140"/>
                      <a:pt x="120682" y="74521"/>
                    </a:cubicBezTo>
                    <a:lnTo>
                      <a:pt x="135827" y="83284"/>
                    </a:lnTo>
                    <a:cubicBezTo>
                      <a:pt x="137160" y="84046"/>
                      <a:pt x="138589" y="84427"/>
                      <a:pt x="140113" y="84427"/>
                    </a:cubicBezTo>
                    <a:cubicBezTo>
                      <a:pt x="140875" y="84427"/>
                      <a:pt x="141637" y="84332"/>
                      <a:pt x="142399" y="84141"/>
                    </a:cubicBezTo>
                    <a:cubicBezTo>
                      <a:pt x="144589" y="83570"/>
                      <a:pt x="146495" y="82141"/>
                      <a:pt x="147638" y="80141"/>
                    </a:cubicBezTo>
                    <a:lnTo>
                      <a:pt x="158687" y="61091"/>
                    </a:lnTo>
                    <a:lnTo>
                      <a:pt x="184214" y="75854"/>
                    </a:lnTo>
                    <a:cubicBezTo>
                      <a:pt x="186880" y="77378"/>
                      <a:pt x="190310" y="76521"/>
                      <a:pt x="191834" y="73854"/>
                    </a:cubicBezTo>
                    <a:cubicBezTo>
                      <a:pt x="193357" y="71187"/>
                      <a:pt x="192500" y="67758"/>
                      <a:pt x="189833" y="66234"/>
                    </a:cubicBezTo>
                    <a:lnTo>
                      <a:pt x="118682" y="25182"/>
                    </a:lnTo>
                    <a:cubicBezTo>
                      <a:pt x="117443" y="24420"/>
                      <a:pt x="115920" y="24229"/>
                      <a:pt x="114491" y="24610"/>
                    </a:cubicBezTo>
                    <a:cubicBezTo>
                      <a:pt x="113062" y="24991"/>
                      <a:pt x="111823" y="25944"/>
                      <a:pt x="111062" y="27182"/>
                    </a:cubicBezTo>
                    <a:lnTo>
                      <a:pt x="45244" y="141196"/>
                    </a:lnTo>
                    <a:cubicBezTo>
                      <a:pt x="44482" y="142434"/>
                      <a:pt x="44291" y="143958"/>
                      <a:pt x="44672" y="145387"/>
                    </a:cubicBezTo>
                    <a:cubicBezTo>
                      <a:pt x="45054" y="146816"/>
                      <a:pt x="46006" y="148054"/>
                      <a:pt x="47244" y="148816"/>
                    </a:cubicBezTo>
                    <a:lnTo>
                      <a:pt x="59341" y="155769"/>
                    </a:lnTo>
                    <a:cubicBezTo>
                      <a:pt x="57055" y="157960"/>
                      <a:pt x="55245" y="160722"/>
                      <a:pt x="54197" y="163866"/>
                    </a:cubicBezTo>
                    <a:lnTo>
                      <a:pt x="33433" y="151864"/>
                    </a:lnTo>
                    <a:cubicBezTo>
                      <a:pt x="32290" y="151197"/>
                      <a:pt x="31528" y="150245"/>
                      <a:pt x="31242" y="149007"/>
                    </a:cubicBezTo>
                    <a:cubicBezTo>
                      <a:pt x="30861" y="147768"/>
                      <a:pt x="31052" y="146435"/>
                      <a:pt x="31718" y="145387"/>
                    </a:cubicBezTo>
                    <a:lnTo>
                      <a:pt x="107918" y="13370"/>
                    </a:lnTo>
                    <a:cubicBezTo>
                      <a:pt x="108585" y="12228"/>
                      <a:pt x="109633" y="11466"/>
                      <a:pt x="110871" y="11180"/>
                    </a:cubicBezTo>
                    <a:cubicBezTo>
                      <a:pt x="112109" y="10894"/>
                      <a:pt x="113348" y="10989"/>
                      <a:pt x="114491" y="11656"/>
                    </a:cubicBezTo>
                    <a:lnTo>
                      <a:pt x="329851" y="136053"/>
                    </a:lnTo>
                    <a:cubicBezTo>
                      <a:pt x="330994" y="136719"/>
                      <a:pt x="331756" y="137672"/>
                      <a:pt x="332041" y="138910"/>
                    </a:cubicBezTo>
                    <a:cubicBezTo>
                      <a:pt x="332327" y="140148"/>
                      <a:pt x="332232" y="141482"/>
                      <a:pt x="331565" y="142529"/>
                    </a:cubicBezTo>
                    <a:lnTo>
                      <a:pt x="326898" y="150530"/>
                    </a:lnTo>
                    <a:lnTo>
                      <a:pt x="315849" y="150530"/>
                    </a:lnTo>
                    <a:lnTo>
                      <a:pt x="318040" y="146720"/>
                    </a:lnTo>
                    <a:cubicBezTo>
                      <a:pt x="319564" y="144054"/>
                      <a:pt x="318707" y="140624"/>
                      <a:pt x="316039" y="139100"/>
                    </a:cubicBezTo>
                    <a:lnTo>
                      <a:pt x="211264" y="78617"/>
                    </a:lnTo>
                    <a:cubicBezTo>
                      <a:pt x="208598" y="77093"/>
                      <a:pt x="205169" y="77950"/>
                      <a:pt x="203645" y="80617"/>
                    </a:cubicBezTo>
                    <a:cubicBezTo>
                      <a:pt x="202121" y="83284"/>
                      <a:pt x="202978" y="86713"/>
                      <a:pt x="205645" y="88237"/>
                    </a:cubicBezTo>
                    <a:lnTo>
                      <a:pt x="305562" y="145958"/>
                    </a:lnTo>
                    <a:lnTo>
                      <a:pt x="302895" y="150530"/>
                    </a:lnTo>
                    <a:lnTo>
                      <a:pt x="294418" y="150530"/>
                    </a:lnTo>
                    <a:cubicBezTo>
                      <a:pt x="294418" y="148721"/>
                      <a:pt x="293370" y="146911"/>
                      <a:pt x="291655" y="145958"/>
                    </a:cubicBezTo>
                    <a:lnTo>
                      <a:pt x="266319" y="131385"/>
                    </a:lnTo>
                    <a:cubicBezTo>
                      <a:pt x="263652" y="129861"/>
                      <a:pt x="260223" y="130719"/>
                      <a:pt x="258699" y="133386"/>
                    </a:cubicBezTo>
                    <a:cubicBezTo>
                      <a:pt x="257175" y="136053"/>
                      <a:pt x="258033" y="139482"/>
                      <a:pt x="260699" y="141005"/>
                    </a:cubicBezTo>
                    <a:lnTo>
                      <a:pt x="277178" y="150530"/>
                    </a:lnTo>
                    <a:lnTo>
                      <a:pt x="264129" y="150530"/>
                    </a:lnTo>
                    <a:cubicBezTo>
                      <a:pt x="261081" y="150530"/>
                      <a:pt x="258509" y="153007"/>
                      <a:pt x="258509" y="156150"/>
                    </a:cubicBezTo>
                    <a:cubicBezTo>
                      <a:pt x="258509" y="159294"/>
                      <a:pt x="260985" y="161770"/>
                      <a:pt x="264129" y="161770"/>
                    </a:cubicBezTo>
                    <a:lnTo>
                      <a:pt x="330898" y="161770"/>
                    </a:lnTo>
                    <a:cubicBezTo>
                      <a:pt x="335375" y="161770"/>
                      <a:pt x="338995" y="165390"/>
                      <a:pt x="338995" y="169866"/>
                    </a:cubicBezTo>
                    <a:lnTo>
                      <a:pt x="338995" y="223683"/>
                    </a:lnTo>
                    <a:cubicBezTo>
                      <a:pt x="328899" y="218729"/>
                      <a:pt x="317659" y="215872"/>
                      <a:pt x="305658" y="215872"/>
                    </a:cubicBezTo>
                    <a:cubicBezTo>
                      <a:pt x="264033" y="215872"/>
                      <a:pt x="230220" y="249686"/>
                      <a:pt x="230220" y="291310"/>
                    </a:cubicBezTo>
                    <a:cubicBezTo>
                      <a:pt x="230220" y="312741"/>
                      <a:pt x="239268" y="332172"/>
                      <a:pt x="253651" y="345888"/>
                    </a:cubicBezTo>
                    <a:lnTo>
                      <a:pt x="56483" y="345888"/>
                    </a:lnTo>
                    <a:close/>
                    <a:moveTo>
                      <a:pt x="148304" y="125003"/>
                    </a:moveTo>
                    <a:cubicBezTo>
                      <a:pt x="158877" y="106716"/>
                      <a:pt x="182404" y="100429"/>
                      <a:pt x="200692" y="111002"/>
                    </a:cubicBezTo>
                    <a:cubicBezTo>
                      <a:pt x="214789" y="119193"/>
                      <a:pt x="222123" y="135100"/>
                      <a:pt x="219266" y="150816"/>
                    </a:cubicBezTo>
                    <a:lnTo>
                      <a:pt x="194120" y="150816"/>
                    </a:lnTo>
                    <a:cubicBezTo>
                      <a:pt x="193357" y="146625"/>
                      <a:pt x="190786" y="142720"/>
                      <a:pt x="186880" y="140434"/>
                    </a:cubicBezTo>
                    <a:lnTo>
                      <a:pt x="181928" y="137576"/>
                    </a:lnTo>
                    <a:cubicBezTo>
                      <a:pt x="180785" y="136910"/>
                      <a:pt x="180023" y="135671"/>
                      <a:pt x="180023" y="134243"/>
                    </a:cubicBezTo>
                    <a:cubicBezTo>
                      <a:pt x="180023" y="133576"/>
                      <a:pt x="180213" y="132909"/>
                      <a:pt x="180499" y="132338"/>
                    </a:cubicBezTo>
                    <a:cubicBezTo>
                      <a:pt x="181546" y="130528"/>
                      <a:pt x="183832" y="129861"/>
                      <a:pt x="185642" y="130909"/>
                    </a:cubicBezTo>
                    <a:lnTo>
                      <a:pt x="190595" y="133766"/>
                    </a:lnTo>
                    <a:cubicBezTo>
                      <a:pt x="191929" y="134529"/>
                      <a:pt x="192691" y="136053"/>
                      <a:pt x="192500" y="137576"/>
                    </a:cubicBezTo>
                    <a:cubicBezTo>
                      <a:pt x="192120" y="140624"/>
                      <a:pt x="194310" y="143387"/>
                      <a:pt x="197358" y="143768"/>
                    </a:cubicBezTo>
                    <a:cubicBezTo>
                      <a:pt x="200406" y="144149"/>
                      <a:pt x="203168" y="141958"/>
                      <a:pt x="203549" y="138910"/>
                    </a:cubicBezTo>
                    <a:cubicBezTo>
                      <a:pt x="204216" y="133862"/>
                      <a:pt x="202216" y="128909"/>
                      <a:pt x="198406" y="125670"/>
                    </a:cubicBezTo>
                    <a:lnTo>
                      <a:pt x="198787" y="125003"/>
                    </a:lnTo>
                    <a:cubicBezTo>
                      <a:pt x="200311" y="122337"/>
                      <a:pt x="199454" y="118908"/>
                      <a:pt x="196787" y="117383"/>
                    </a:cubicBezTo>
                    <a:cubicBezTo>
                      <a:pt x="194120" y="115859"/>
                      <a:pt x="190691" y="116717"/>
                      <a:pt x="189166" y="119384"/>
                    </a:cubicBezTo>
                    <a:lnTo>
                      <a:pt x="188786" y="120050"/>
                    </a:lnTo>
                    <a:cubicBezTo>
                      <a:pt x="182118" y="117669"/>
                      <a:pt x="174498" y="120336"/>
                      <a:pt x="170879" y="126718"/>
                    </a:cubicBezTo>
                    <a:cubicBezTo>
                      <a:pt x="169545" y="129004"/>
                      <a:pt x="168879" y="131576"/>
                      <a:pt x="168879" y="134148"/>
                    </a:cubicBezTo>
                    <a:cubicBezTo>
                      <a:pt x="168879" y="139482"/>
                      <a:pt x="171736" y="144434"/>
                      <a:pt x="176403" y="147101"/>
                    </a:cubicBezTo>
                    <a:lnTo>
                      <a:pt x="181356" y="149959"/>
                    </a:lnTo>
                    <a:cubicBezTo>
                      <a:pt x="181356" y="149959"/>
                      <a:pt x="181928" y="150340"/>
                      <a:pt x="182213" y="150626"/>
                    </a:cubicBezTo>
                    <a:lnTo>
                      <a:pt x="170783" y="150626"/>
                    </a:lnTo>
                    <a:cubicBezTo>
                      <a:pt x="170593" y="147578"/>
                      <a:pt x="167926" y="145292"/>
                      <a:pt x="164878" y="145482"/>
                    </a:cubicBezTo>
                    <a:cubicBezTo>
                      <a:pt x="162116" y="145673"/>
                      <a:pt x="159925" y="147863"/>
                      <a:pt x="159734" y="150626"/>
                    </a:cubicBezTo>
                    <a:lnTo>
                      <a:pt x="143828" y="150626"/>
                    </a:lnTo>
                    <a:cubicBezTo>
                      <a:pt x="142304" y="141767"/>
                      <a:pt x="143828" y="132719"/>
                      <a:pt x="148400" y="124813"/>
                    </a:cubicBezTo>
                    <a:lnTo>
                      <a:pt x="148400" y="124813"/>
                    </a:lnTo>
                    <a:close/>
                    <a:moveTo>
                      <a:pt x="148876" y="55757"/>
                    </a:moveTo>
                    <a:lnTo>
                      <a:pt x="139160" y="72616"/>
                    </a:lnTo>
                    <a:lnTo>
                      <a:pt x="128397" y="66425"/>
                    </a:lnTo>
                    <a:lnTo>
                      <a:pt x="138113" y="49566"/>
                    </a:lnTo>
                    <a:lnTo>
                      <a:pt x="148876" y="55757"/>
                    </a:lnTo>
                    <a:close/>
                    <a:moveTo>
                      <a:pt x="305658" y="355794"/>
                    </a:moveTo>
                    <a:cubicBezTo>
                      <a:pt x="270224" y="355794"/>
                      <a:pt x="241364" y="326933"/>
                      <a:pt x="241364" y="291500"/>
                    </a:cubicBezTo>
                    <a:cubicBezTo>
                      <a:pt x="241364" y="256067"/>
                      <a:pt x="270224" y="227207"/>
                      <a:pt x="305658" y="227207"/>
                    </a:cubicBezTo>
                    <a:cubicBezTo>
                      <a:pt x="341090" y="227207"/>
                      <a:pt x="369951" y="256067"/>
                      <a:pt x="369951" y="291500"/>
                    </a:cubicBezTo>
                    <a:cubicBezTo>
                      <a:pt x="369951" y="326933"/>
                      <a:pt x="341090" y="355794"/>
                      <a:pt x="305658" y="355794"/>
                    </a:cubicBezTo>
                    <a:lnTo>
                      <a:pt x="305658" y="35579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1" name="Google Shape;1031;p27"/>
            <p:cNvSpPr/>
            <p:nvPr/>
          </p:nvSpPr>
          <p:spPr>
            <a:xfrm>
              <a:off x="9686257" y="3503390"/>
              <a:ext cx="38290" cy="67341"/>
            </a:xfrm>
            <a:custGeom>
              <a:rect b="b" l="l" r="r" t="t"/>
              <a:pathLst>
                <a:path extrusionOk="0" h="67341" w="38290">
                  <a:moveTo>
                    <a:pt x="22384" y="28480"/>
                  </a:moveTo>
                  <a:lnTo>
                    <a:pt x="16097" y="28480"/>
                  </a:lnTo>
                  <a:cubicBezTo>
                    <a:pt x="13431" y="28480"/>
                    <a:pt x="11239" y="26289"/>
                    <a:pt x="11239" y="23622"/>
                  </a:cubicBezTo>
                  <a:cubicBezTo>
                    <a:pt x="11239" y="20955"/>
                    <a:pt x="13431" y="18764"/>
                    <a:pt x="16097" y="18764"/>
                  </a:cubicBezTo>
                  <a:lnTo>
                    <a:pt x="22384" y="18764"/>
                  </a:lnTo>
                  <a:cubicBezTo>
                    <a:pt x="24003" y="18764"/>
                    <a:pt x="25527" y="19526"/>
                    <a:pt x="26384" y="20860"/>
                  </a:cubicBezTo>
                  <a:cubicBezTo>
                    <a:pt x="28099" y="23432"/>
                    <a:pt x="31623" y="24098"/>
                    <a:pt x="34100" y="22384"/>
                  </a:cubicBezTo>
                  <a:cubicBezTo>
                    <a:pt x="36672" y="20669"/>
                    <a:pt x="37338" y="17145"/>
                    <a:pt x="35623" y="14669"/>
                  </a:cubicBezTo>
                  <a:cubicBezTo>
                    <a:pt x="33147" y="10954"/>
                    <a:pt x="29146" y="8477"/>
                    <a:pt x="24765" y="7811"/>
                  </a:cubicBezTo>
                  <a:lnTo>
                    <a:pt x="24765" y="5620"/>
                  </a:lnTo>
                  <a:cubicBezTo>
                    <a:pt x="24765" y="2572"/>
                    <a:pt x="22289" y="0"/>
                    <a:pt x="19145" y="0"/>
                  </a:cubicBezTo>
                  <a:cubicBezTo>
                    <a:pt x="16002" y="0"/>
                    <a:pt x="13525" y="2477"/>
                    <a:pt x="13525" y="5620"/>
                  </a:cubicBezTo>
                  <a:lnTo>
                    <a:pt x="13525" y="7811"/>
                  </a:lnTo>
                  <a:cubicBezTo>
                    <a:pt x="5810" y="8954"/>
                    <a:pt x="0" y="15621"/>
                    <a:pt x="0" y="23622"/>
                  </a:cubicBezTo>
                  <a:cubicBezTo>
                    <a:pt x="0" y="32480"/>
                    <a:pt x="7144" y="39624"/>
                    <a:pt x="16002" y="39624"/>
                  </a:cubicBezTo>
                  <a:lnTo>
                    <a:pt x="22289" y="39624"/>
                  </a:lnTo>
                  <a:cubicBezTo>
                    <a:pt x="24955" y="39624"/>
                    <a:pt x="27147" y="41815"/>
                    <a:pt x="27147" y="44482"/>
                  </a:cubicBezTo>
                  <a:cubicBezTo>
                    <a:pt x="27147" y="47149"/>
                    <a:pt x="24955" y="49340"/>
                    <a:pt x="22289" y="49340"/>
                  </a:cubicBezTo>
                  <a:lnTo>
                    <a:pt x="16002" y="49340"/>
                  </a:lnTo>
                  <a:cubicBezTo>
                    <a:pt x="14097" y="49340"/>
                    <a:pt x="12287" y="48196"/>
                    <a:pt x="11525" y="46387"/>
                  </a:cubicBezTo>
                  <a:cubicBezTo>
                    <a:pt x="10287" y="43529"/>
                    <a:pt x="7048" y="42196"/>
                    <a:pt x="4191" y="43434"/>
                  </a:cubicBezTo>
                  <a:cubicBezTo>
                    <a:pt x="1334" y="44672"/>
                    <a:pt x="0" y="47911"/>
                    <a:pt x="1238" y="50768"/>
                  </a:cubicBezTo>
                  <a:cubicBezTo>
                    <a:pt x="3429" y="55912"/>
                    <a:pt x="8097" y="59531"/>
                    <a:pt x="13525" y="60388"/>
                  </a:cubicBezTo>
                  <a:lnTo>
                    <a:pt x="13525" y="61722"/>
                  </a:lnTo>
                  <a:cubicBezTo>
                    <a:pt x="13525" y="64770"/>
                    <a:pt x="16002" y="67342"/>
                    <a:pt x="19145" y="67342"/>
                  </a:cubicBezTo>
                  <a:cubicBezTo>
                    <a:pt x="22289" y="67342"/>
                    <a:pt x="24765" y="64865"/>
                    <a:pt x="24765" y="61722"/>
                  </a:cubicBezTo>
                  <a:lnTo>
                    <a:pt x="24765" y="60293"/>
                  </a:lnTo>
                  <a:cubicBezTo>
                    <a:pt x="32481" y="59150"/>
                    <a:pt x="38291" y="52483"/>
                    <a:pt x="38291" y="44482"/>
                  </a:cubicBezTo>
                  <a:cubicBezTo>
                    <a:pt x="38291" y="35624"/>
                    <a:pt x="31147" y="28480"/>
                    <a:pt x="22289" y="28480"/>
                  </a:cubicBezTo>
                  <a:lnTo>
                    <a:pt x="22289" y="284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27"/>
            <p:cNvSpPr/>
            <p:nvPr/>
          </p:nvSpPr>
          <p:spPr>
            <a:xfrm>
              <a:off x="9651110" y="3482625"/>
              <a:ext cx="108775" cy="108775"/>
            </a:xfrm>
            <a:custGeom>
              <a:rect b="b" l="l" r="r" t="t"/>
              <a:pathLst>
                <a:path extrusionOk="0" h="108775" w="108775">
                  <a:moveTo>
                    <a:pt x="54388" y="0"/>
                  </a:moveTo>
                  <a:cubicBezTo>
                    <a:pt x="24384" y="0"/>
                    <a:pt x="0" y="24384"/>
                    <a:pt x="0" y="54388"/>
                  </a:cubicBezTo>
                  <a:cubicBezTo>
                    <a:pt x="0" y="84392"/>
                    <a:pt x="24384" y="108775"/>
                    <a:pt x="54388" y="108775"/>
                  </a:cubicBezTo>
                  <a:cubicBezTo>
                    <a:pt x="84391" y="108775"/>
                    <a:pt x="108775" y="84392"/>
                    <a:pt x="108775" y="54388"/>
                  </a:cubicBezTo>
                  <a:cubicBezTo>
                    <a:pt x="108775" y="24384"/>
                    <a:pt x="84391" y="0"/>
                    <a:pt x="54388" y="0"/>
                  </a:cubicBezTo>
                  <a:lnTo>
                    <a:pt x="54388" y="0"/>
                  </a:lnTo>
                  <a:close/>
                  <a:moveTo>
                    <a:pt x="54388" y="97631"/>
                  </a:moveTo>
                  <a:cubicBezTo>
                    <a:pt x="30575" y="97631"/>
                    <a:pt x="11144" y="78296"/>
                    <a:pt x="11144" y="54388"/>
                  </a:cubicBezTo>
                  <a:cubicBezTo>
                    <a:pt x="11144" y="30480"/>
                    <a:pt x="30480" y="11144"/>
                    <a:pt x="54388" y="11144"/>
                  </a:cubicBezTo>
                  <a:cubicBezTo>
                    <a:pt x="78296" y="11144"/>
                    <a:pt x="97631" y="30480"/>
                    <a:pt x="97631" y="54388"/>
                  </a:cubicBezTo>
                  <a:cubicBezTo>
                    <a:pt x="97631" y="78296"/>
                    <a:pt x="78200" y="97631"/>
                    <a:pt x="54388" y="97631"/>
                  </a:cubicBezTo>
                  <a:lnTo>
                    <a:pt x="54388" y="976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3" name="Google Shape;1033;p27"/>
          <p:cNvGrpSpPr/>
          <p:nvPr/>
        </p:nvGrpSpPr>
        <p:grpSpPr>
          <a:xfrm>
            <a:off x="7400443" y="2660013"/>
            <a:ext cx="426110" cy="391168"/>
            <a:chOff x="8622791" y="3254216"/>
            <a:chExt cx="381000" cy="349757"/>
          </a:xfrm>
        </p:grpSpPr>
        <p:sp>
          <p:nvSpPr>
            <p:cNvPr id="1034" name="Google Shape;1034;p27"/>
            <p:cNvSpPr/>
            <p:nvPr/>
          </p:nvSpPr>
          <p:spPr>
            <a:xfrm>
              <a:off x="8622791" y="3254216"/>
              <a:ext cx="381000" cy="349757"/>
            </a:xfrm>
            <a:custGeom>
              <a:rect b="b" l="l" r="r" t="t"/>
              <a:pathLst>
                <a:path extrusionOk="0" h="349757" w="381000">
                  <a:moveTo>
                    <a:pt x="360330" y="0"/>
                  </a:moveTo>
                  <a:lnTo>
                    <a:pt x="81819" y="0"/>
                  </a:lnTo>
                  <a:cubicBezTo>
                    <a:pt x="78771" y="0"/>
                    <a:pt x="76200" y="2477"/>
                    <a:pt x="76200" y="5620"/>
                  </a:cubicBezTo>
                  <a:cubicBezTo>
                    <a:pt x="76200" y="8763"/>
                    <a:pt x="78676" y="11240"/>
                    <a:pt x="81819" y="11240"/>
                  </a:cubicBezTo>
                  <a:lnTo>
                    <a:pt x="360330" y="11240"/>
                  </a:lnTo>
                  <a:cubicBezTo>
                    <a:pt x="365569" y="11240"/>
                    <a:pt x="369855" y="15526"/>
                    <a:pt x="369855" y="20765"/>
                  </a:cubicBezTo>
                  <a:lnTo>
                    <a:pt x="369855" y="213646"/>
                  </a:lnTo>
                  <a:lnTo>
                    <a:pt x="11144" y="213646"/>
                  </a:lnTo>
                  <a:lnTo>
                    <a:pt x="11144" y="20765"/>
                  </a:lnTo>
                  <a:cubicBezTo>
                    <a:pt x="11144" y="15526"/>
                    <a:pt x="15430" y="11240"/>
                    <a:pt x="20669" y="11240"/>
                  </a:cubicBezTo>
                  <a:lnTo>
                    <a:pt x="56959" y="11240"/>
                  </a:lnTo>
                  <a:cubicBezTo>
                    <a:pt x="60007" y="11240"/>
                    <a:pt x="62579" y="8763"/>
                    <a:pt x="62579" y="5620"/>
                  </a:cubicBezTo>
                  <a:cubicBezTo>
                    <a:pt x="62579" y="2477"/>
                    <a:pt x="60103" y="0"/>
                    <a:pt x="56959" y="0"/>
                  </a:cubicBezTo>
                  <a:lnTo>
                    <a:pt x="20669" y="0"/>
                  </a:lnTo>
                  <a:cubicBezTo>
                    <a:pt x="9239" y="0"/>
                    <a:pt x="0" y="9239"/>
                    <a:pt x="0" y="20669"/>
                  </a:cubicBezTo>
                  <a:lnTo>
                    <a:pt x="0" y="243173"/>
                  </a:lnTo>
                  <a:cubicBezTo>
                    <a:pt x="0" y="254603"/>
                    <a:pt x="9239" y="263843"/>
                    <a:pt x="20669" y="263843"/>
                  </a:cubicBezTo>
                  <a:lnTo>
                    <a:pt x="141351" y="263843"/>
                  </a:lnTo>
                  <a:lnTo>
                    <a:pt x="137255" y="309848"/>
                  </a:lnTo>
                  <a:lnTo>
                    <a:pt x="123063" y="309848"/>
                  </a:lnTo>
                  <a:cubicBezTo>
                    <a:pt x="115919" y="309848"/>
                    <a:pt x="110014" y="315658"/>
                    <a:pt x="110014" y="322898"/>
                  </a:cubicBezTo>
                  <a:lnTo>
                    <a:pt x="110014" y="336709"/>
                  </a:lnTo>
                  <a:cubicBezTo>
                    <a:pt x="110014" y="343853"/>
                    <a:pt x="115824" y="349758"/>
                    <a:pt x="123063" y="349758"/>
                  </a:cubicBezTo>
                  <a:lnTo>
                    <a:pt x="200120" y="349758"/>
                  </a:lnTo>
                  <a:cubicBezTo>
                    <a:pt x="203168" y="349758"/>
                    <a:pt x="205740" y="347282"/>
                    <a:pt x="205740" y="344138"/>
                  </a:cubicBezTo>
                  <a:cubicBezTo>
                    <a:pt x="205740" y="340995"/>
                    <a:pt x="203263" y="338519"/>
                    <a:pt x="200120" y="338519"/>
                  </a:cubicBezTo>
                  <a:lnTo>
                    <a:pt x="123063" y="338519"/>
                  </a:lnTo>
                  <a:cubicBezTo>
                    <a:pt x="122015" y="338519"/>
                    <a:pt x="121158" y="337661"/>
                    <a:pt x="121158" y="336614"/>
                  </a:cubicBezTo>
                  <a:lnTo>
                    <a:pt x="121158" y="322802"/>
                  </a:lnTo>
                  <a:cubicBezTo>
                    <a:pt x="121158" y="321754"/>
                    <a:pt x="122015" y="320897"/>
                    <a:pt x="123063" y="320897"/>
                  </a:cubicBezTo>
                  <a:lnTo>
                    <a:pt x="257937" y="320897"/>
                  </a:lnTo>
                  <a:cubicBezTo>
                    <a:pt x="258984" y="320897"/>
                    <a:pt x="259842" y="321754"/>
                    <a:pt x="259842" y="322802"/>
                  </a:cubicBezTo>
                  <a:lnTo>
                    <a:pt x="259842" y="336614"/>
                  </a:lnTo>
                  <a:cubicBezTo>
                    <a:pt x="259842" y="337661"/>
                    <a:pt x="258984" y="338519"/>
                    <a:pt x="257937" y="338519"/>
                  </a:cubicBezTo>
                  <a:lnTo>
                    <a:pt x="224885" y="338519"/>
                  </a:lnTo>
                  <a:cubicBezTo>
                    <a:pt x="221837" y="338519"/>
                    <a:pt x="219265" y="340995"/>
                    <a:pt x="219265" y="344138"/>
                  </a:cubicBezTo>
                  <a:cubicBezTo>
                    <a:pt x="219265" y="347282"/>
                    <a:pt x="221742" y="349758"/>
                    <a:pt x="224885" y="349758"/>
                  </a:cubicBezTo>
                  <a:lnTo>
                    <a:pt x="257937" y="349758"/>
                  </a:lnTo>
                  <a:cubicBezTo>
                    <a:pt x="265080" y="349758"/>
                    <a:pt x="270986" y="343948"/>
                    <a:pt x="270986" y="336709"/>
                  </a:cubicBezTo>
                  <a:lnTo>
                    <a:pt x="270986" y="322898"/>
                  </a:lnTo>
                  <a:cubicBezTo>
                    <a:pt x="270986" y="315754"/>
                    <a:pt x="265176" y="309848"/>
                    <a:pt x="257937" y="309848"/>
                  </a:cubicBezTo>
                  <a:lnTo>
                    <a:pt x="243744" y="309848"/>
                  </a:lnTo>
                  <a:lnTo>
                    <a:pt x="239649" y="263843"/>
                  </a:lnTo>
                  <a:lnTo>
                    <a:pt x="360330" y="263843"/>
                  </a:lnTo>
                  <a:cubicBezTo>
                    <a:pt x="371760" y="263843"/>
                    <a:pt x="381000" y="254603"/>
                    <a:pt x="381000" y="243173"/>
                  </a:cubicBezTo>
                  <a:lnTo>
                    <a:pt x="381000" y="20669"/>
                  </a:lnTo>
                  <a:cubicBezTo>
                    <a:pt x="381000" y="9239"/>
                    <a:pt x="371760" y="0"/>
                    <a:pt x="360330" y="0"/>
                  </a:cubicBezTo>
                  <a:lnTo>
                    <a:pt x="360330" y="0"/>
                  </a:lnTo>
                  <a:close/>
                  <a:moveTo>
                    <a:pt x="232600" y="309753"/>
                  </a:moveTo>
                  <a:lnTo>
                    <a:pt x="148494" y="309753"/>
                  </a:lnTo>
                  <a:lnTo>
                    <a:pt x="152590" y="263747"/>
                  </a:lnTo>
                  <a:lnTo>
                    <a:pt x="168687" y="263747"/>
                  </a:lnTo>
                  <a:lnTo>
                    <a:pt x="168687" y="270891"/>
                  </a:lnTo>
                  <a:cubicBezTo>
                    <a:pt x="168687" y="282988"/>
                    <a:pt x="178498" y="292798"/>
                    <a:pt x="190595" y="292798"/>
                  </a:cubicBezTo>
                  <a:cubicBezTo>
                    <a:pt x="202692" y="292798"/>
                    <a:pt x="212503" y="282988"/>
                    <a:pt x="212503" y="270891"/>
                  </a:cubicBezTo>
                  <a:lnTo>
                    <a:pt x="212503" y="263747"/>
                  </a:lnTo>
                  <a:lnTo>
                    <a:pt x="228600" y="263747"/>
                  </a:lnTo>
                  <a:lnTo>
                    <a:pt x="232696" y="309753"/>
                  </a:lnTo>
                  <a:close/>
                  <a:moveTo>
                    <a:pt x="201263" y="263747"/>
                  </a:moveTo>
                  <a:lnTo>
                    <a:pt x="201263" y="270891"/>
                  </a:lnTo>
                  <a:cubicBezTo>
                    <a:pt x="201263" y="276797"/>
                    <a:pt x="196500" y="281559"/>
                    <a:pt x="190595" y="281559"/>
                  </a:cubicBezTo>
                  <a:cubicBezTo>
                    <a:pt x="184689" y="281559"/>
                    <a:pt x="179927" y="276797"/>
                    <a:pt x="179927" y="270891"/>
                  </a:cubicBezTo>
                  <a:lnTo>
                    <a:pt x="179927" y="263747"/>
                  </a:lnTo>
                  <a:lnTo>
                    <a:pt x="201358" y="263747"/>
                  </a:lnTo>
                  <a:close/>
                  <a:moveTo>
                    <a:pt x="360330" y="252603"/>
                  </a:moveTo>
                  <a:lnTo>
                    <a:pt x="20669" y="252603"/>
                  </a:lnTo>
                  <a:cubicBezTo>
                    <a:pt x="15430" y="252603"/>
                    <a:pt x="11144" y="248317"/>
                    <a:pt x="11144" y="243078"/>
                  </a:cubicBezTo>
                  <a:lnTo>
                    <a:pt x="11144" y="224599"/>
                  </a:lnTo>
                  <a:lnTo>
                    <a:pt x="369855" y="224599"/>
                  </a:lnTo>
                  <a:lnTo>
                    <a:pt x="369855" y="243078"/>
                  </a:lnTo>
                  <a:cubicBezTo>
                    <a:pt x="369855" y="248317"/>
                    <a:pt x="365569" y="252603"/>
                    <a:pt x="360330" y="252603"/>
                  </a:cubicBezTo>
                  <a:lnTo>
                    <a:pt x="360330" y="25260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27"/>
            <p:cNvSpPr/>
            <p:nvPr/>
          </p:nvSpPr>
          <p:spPr>
            <a:xfrm>
              <a:off x="8658415" y="3305446"/>
              <a:ext cx="113537" cy="119076"/>
            </a:xfrm>
            <a:custGeom>
              <a:rect b="b" l="l" r="r" t="t"/>
              <a:pathLst>
                <a:path extrusionOk="0" h="119076" w="113537">
                  <a:moveTo>
                    <a:pt x="107918" y="50782"/>
                  </a:moveTo>
                  <a:cubicBezTo>
                    <a:pt x="110966" y="50782"/>
                    <a:pt x="113538" y="48306"/>
                    <a:pt x="113538" y="45162"/>
                  </a:cubicBezTo>
                  <a:lnTo>
                    <a:pt x="113538" y="11349"/>
                  </a:lnTo>
                  <a:cubicBezTo>
                    <a:pt x="113538" y="7253"/>
                    <a:pt x="111347" y="3443"/>
                    <a:pt x="107728" y="1442"/>
                  </a:cubicBezTo>
                  <a:cubicBezTo>
                    <a:pt x="104108" y="-558"/>
                    <a:pt x="99726" y="-462"/>
                    <a:pt x="96202" y="1633"/>
                  </a:cubicBezTo>
                  <a:lnTo>
                    <a:pt x="56579" y="25541"/>
                  </a:lnTo>
                  <a:lnTo>
                    <a:pt x="17240" y="25541"/>
                  </a:lnTo>
                  <a:cubicBezTo>
                    <a:pt x="7715" y="25541"/>
                    <a:pt x="0" y="33256"/>
                    <a:pt x="0" y="42781"/>
                  </a:cubicBezTo>
                  <a:lnTo>
                    <a:pt x="0" y="76309"/>
                  </a:lnTo>
                  <a:cubicBezTo>
                    <a:pt x="0" y="85834"/>
                    <a:pt x="7715" y="93549"/>
                    <a:pt x="17240" y="93549"/>
                  </a:cubicBezTo>
                  <a:lnTo>
                    <a:pt x="56579" y="93549"/>
                  </a:lnTo>
                  <a:lnTo>
                    <a:pt x="96202" y="117457"/>
                  </a:lnTo>
                  <a:cubicBezTo>
                    <a:pt x="98012" y="118505"/>
                    <a:pt x="100013" y="119076"/>
                    <a:pt x="102108" y="119076"/>
                  </a:cubicBezTo>
                  <a:cubicBezTo>
                    <a:pt x="104013" y="119076"/>
                    <a:pt x="106013" y="118600"/>
                    <a:pt x="107728" y="117648"/>
                  </a:cubicBezTo>
                  <a:cubicBezTo>
                    <a:pt x="111347" y="115647"/>
                    <a:pt x="113538" y="111837"/>
                    <a:pt x="113538" y="107742"/>
                  </a:cubicBezTo>
                  <a:lnTo>
                    <a:pt x="113538" y="70023"/>
                  </a:lnTo>
                  <a:cubicBezTo>
                    <a:pt x="113538" y="66975"/>
                    <a:pt x="111061" y="64403"/>
                    <a:pt x="107918" y="64403"/>
                  </a:cubicBezTo>
                  <a:cubicBezTo>
                    <a:pt x="104775" y="64403"/>
                    <a:pt x="102298" y="66879"/>
                    <a:pt x="102298" y="70023"/>
                  </a:cubicBezTo>
                  <a:lnTo>
                    <a:pt x="102298" y="107742"/>
                  </a:lnTo>
                  <a:cubicBezTo>
                    <a:pt x="102298" y="107742"/>
                    <a:pt x="102298" y="107837"/>
                    <a:pt x="102203" y="107932"/>
                  </a:cubicBezTo>
                  <a:cubicBezTo>
                    <a:pt x="102108" y="107932"/>
                    <a:pt x="102012" y="107932"/>
                    <a:pt x="101917" y="107932"/>
                  </a:cubicBezTo>
                  <a:lnTo>
                    <a:pt x="63722" y="84786"/>
                  </a:lnTo>
                  <a:lnTo>
                    <a:pt x="63722" y="34304"/>
                  </a:lnTo>
                  <a:lnTo>
                    <a:pt x="101917" y="11158"/>
                  </a:lnTo>
                  <a:cubicBezTo>
                    <a:pt x="101917" y="11158"/>
                    <a:pt x="102012" y="11158"/>
                    <a:pt x="102203" y="11158"/>
                  </a:cubicBezTo>
                  <a:cubicBezTo>
                    <a:pt x="102298" y="11158"/>
                    <a:pt x="102298" y="11253"/>
                    <a:pt x="102298" y="11349"/>
                  </a:cubicBezTo>
                  <a:lnTo>
                    <a:pt x="102298" y="45162"/>
                  </a:lnTo>
                  <a:cubicBezTo>
                    <a:pt x="102298" y="48210"/>
                    <a:pt x="104775" y="50782"/>
                    <a:pt x="107918" y="50782"/>
                  </a:cubicBezTo>
                  <a:lnTo>
                    <a:pt x="107918" y="50782"/>
                  </a:lnTo>
                  <a:close/>
                  <a:moveTo>
                    <a:pt x="52673" y="82405"/>
                  </a:moveTo>
                  <a:lnTo>
                    <a:pt x="17336" y="82405"/>
                  </a:lnTo>
                  <a:cubicBezTo>
                    <a:pt x="14001" y="82405"/>
                    <a:pt x="11239" y="79643"/>
                    <a:pt x="11239" y="76309"/>
                  </a:cubicBezTo>
                  <a:lnTo>
                    <a:pt x="11239" y="42781"/>
                  </a:lnTo>
                  <a:cubicBezTo>
                    <a:pt x="11239" y="39447"/>
                    <a:pt x="13906" y="36685"/>
                    <a:pt x="17336" y="36685"/>
                  </a:cubicBezTo>
                  <a:lnTo>
                    <a:pt x="52673" y="36685"/>
                  </a:lnTo>
                  <a:lnTo>
                    <a:pt x="52673" y="823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27"/>
            <p:cNvSpPr/>
            <p:nvPr/>
          </p:nvSpPr>
          <p:spPr>
            <a:xfrm>
              <a:off x="8788717" y="3359467"/>
              <a:ext cx="19050" cy="11144"/>
            </a:xfrm>
            <a:custGeom>
              <a:rect b="b" l="l" r="r" t="t"/>
              <a:pathLst>
                <a:path extrusionOk="0" h="11144" w="19050">
                  <a:moveTo>
                    <a:pt x="5619" y="0"/>
                  </a:moveTo>
                  <a:cubicBezTo>
                    <a:pt x="2571" y="0"/>
                    <a:pt x="0" y="2477"/>
                    <a:pt x="0" y="5525"/>
                  </a:cubicBezTo>
                  <a:cubicBezTo>
                    <a:pt x="0" y="8573"/>
                    <a:pt x="2477" y="11144"/>
                    <a:pt x="5525" y="11144"/>
                  </a:cubicBezTo>
                  <a:lnTo>
                    <a:pt x="13430" y="11144"/>
                  </a:lnTo>
                  <a:cubicBezTo>
                    <a:pt x="13430" y="11144"/>
                    <a:pt x="13430" y="11144"/>
                    <a:pt x="13430" y="11144"/>
                  </a:cubicBezTo>
                  <a:cubicBezTo>
                    <a:pt x="16478" y="11144"/>
                    <a:pt x="18955" y="8668"/>
                    <a:pt x="19050" y="5620"/>
                  </a:cubicBezTo>
                  <a:cubicBezTo>
                    <a:pt x="19050" y="2572"/>
                    <a:pt x="16573" y="0"/>
                    <a:pt x="13525" y="0"/>
                  </a:cubicBezTo>
                  <a:lnTo>
                    <a:pt x="5619" y="0"/>
                  </a:lnTo>
                  <a:cubicBezTo>
                    <a:pt x="5619" y="0"/>
                    <a:pt x="5619" y="0"/>
                    <a:pt x="5619" y="0"/>
                  </a:cubicBezTo>
                  <a:lnTo>
                    <a:pt x="5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27"/>
            <p:cNvSpPr/>
            <p:nvPr/>
          </p:nvSpPr>
          <p:spPr>
            <a:xfrm>
              <a:off x="8785421" y="3335693"/>
              <a:ext cx="18021" cy="15201"/>
            </a:xfrm>
            <a:custGeom>
              <a:rect b="b" l="l" r="r" t="t"/>
              <a:pathLst>
                <a:path extrusionOk="0" h="15201" w="18021">
                  <a:moveTo>
                    <a:pt x="9582" y="819"/>
                  </a:moveTo>
                  <a:lnTo>
                    <a:pt x="2724" y="4915"/>
                  </a:lnTo>
                  <a:cubicBezTo>
                    <a:pt x="57" y="6534"/>
                    <a:pt x="-800" y="9963"/>
                    <a:pt x="819" y="12535"/>
                  </a:cubicBezTo>
                  <a:cubicBezTo>
                    <a:pt x="1867" y="14249"/>
                    <a:pt x="3676" y="15202"/>
                    <a:pt x="5582" y="15202"/>
                  </a:cubicBezTo>
                  <a:cubicBezTo>
                    <a:pt x="6534" y="15202"/>
                    <a:pt x="7582" y="14916"/>
                    <a:pt x="8439" y="14440"/>
                  </a:cubicBezTo>
                  <a:lnTo>
                    <a:pt x="15297" y="10344"/>
                  </a:lnTo>
                  <a:cubicBezTo>
                    <a:pt x="17964" y="8725"/>
                    <a:pt x="18821" y="5296"/>
                    <a:pt x="17202" y="2724"/>
                  </a:cubicBezTo>
                  <a:cubicBezTo>
                    <a:pt x="15583" y="57"/>
                    <a:pt x="12154" y="-800"/>
                    <a:pt x="9582" y="819"/>
                  </a:cubicBezTo>
                  <a:lnTo>
                    <a:pt x="9582" y="8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27"/>
            <p:cNvSpPr/>
            <p:nvPr/>
          </p:nvSpPr>
          <p:spPr>
            <a:xfrm>
              <a:off x="8785326" y="3379127"/>
              <a:ext cx="17925" cy="15201"/>
            </a:xfrm>
            <a:custGeom>
              <a:rect b="b" l="l" r="r" t="t"/>
              <a:pathLst>
                <a:path extrusionOk="0" h="15201" w="17925">
                  <a:moveTo>
                    <a:pt x="2724" y="10344"/>
                  </a:moveTo>
                  <a:lnTo>
                    <a:pt x="9487" y="14440"/>
                  </a:lnTo>
                  <a:cubicBezTo>
                    <a:pt x="10344" y="15011"/>
                    <a:pt x="11392" y="15202"/>
                    <a:pt x="12344" y="15202"/>
                  </a:cubicBezTo>
                  <a:cubicBezTo>
                    <a:pt x="14250" y="15202"/>
                    <a:pt x="16059" y="14249"/>
                    <a:pt x="17107" y="12535"/>
                  </a:cubicBezTo>
                  <a:cubicBezTo>
                    <a:pt x="18726" y="9868"/>
                    <a:pt x="17869" y="6439"/>
                    <a:pt x="15202" y="4915"/>
                  </a:cubicBezTo>
                  <a:lnTo>
                    <a:pt x="8439" y="819"/>
                  </a:lnTo>
                  <a:cubicBezTo>
                    <a:pt x="5772" y="-800"/>
                    <a:pt x="2343" y="57"/>
                    <a:pt x="819" y="2724"/>
                  </a:cubicBezTo>
                  <a:cubicBezTo>
                    <a:pt x="-800" y="5391"/>
                    <a:pt x="57" y="8820"/>
                    <a:pt x="2724" y="10344"/>
                  </a:cubicBezTo>
                  <a:lnTo>
                    <a:pt x="2724" y="103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27"/>
            <p:cNvSpPr/>
            <p:nvPr/>
          </p:nvSpPr>
          <p:spPr>
            <a:xfrm>
              <a:off x="8830912" y="3298031"/>
              <a:ext cx="63626" cy="84867"/>
            </a:xfrm>
            <a:custGeom>
              <a:rect b="b" l="l" r="r" t="t"/>
              <a:pathLst>
                <a:path extrusionOk="0" h="84867" w="63626">
                  <a:moveTo>
                    <a:pt x="0" y="58769"/>
                  </a:moveTo>
                  <a:lnTo>
                    <a:pt x="0" y="75533"/>
                  </a:lnTo>
                  <a:cubicBezTo>
                    <a:pt x="0" y="80677"/>
                    <a:pt x="4191" y="84868"/>
                    <a:pt x="9334" y="84868"/>
                  </a:cubicBezTo>
                  <a:lnTo>
                    <a:pt x="54293" y="84868"/>
                  </a:lnTo>
                  <a:cubicBezTo>
                    <a:pt x="59436" y="84868"/>
                    <a:pt x="63627" y="80677"/>
                    <a:pt x="63627" y="75533"/>
                  </a:cubicBezTo>
                  <a:lnTo>
                    <a:pt x="63627" y="58769"/>
                  </a:lnTo>
                  <a:cubicBezTo>
                    <a:pt x="63627" y="49339"/>
                    <a:pt x="58484" y="41243"/>
                    <a:pt x="50863" y="36957"/>
                  </a:cubicBezTo>
                  <a:cubicBezTo>
                    <a:pt x="53626" y="33147"/>
                    <a:pt x="55245" y="28384"/>
                    <a:pt x="55245" y="23336"/>
                  </a:cubicBezTo>
                  <a:cubicBezTo>
                    <a:pt x="55245" y="10478"/>
                    <a:pt x="44768" y="0"/>
                    <a:pt x="31909" y="0"/>
                  </a:cubicBezTo>
                  <a:cubicBezTo>
                    <a:pt x="19050" y="0"/>
                    <a:pt x="8573" y="10478"/>
                    <a:pt x="8573" y="23336"/>
                  </a:cubicBezTo>
                  <a:cubicBezTo>
                    <a:pt x="8573" y="28384"/>
                    <a:pt x="10192" y="33147"/>
                    <a:pt x="12954" y="36957"/>
                  </a:cubicBezTo>
                  <a:cubicBezTo>
                    <a:pt x="5239" y="41243"/>
                    <a:pt x="191" y="49339"/>
                    <a:pt x="191" y="58769"/>
                  </a:cubicBezTo>
                  <a:lnTo>
                    <a:pt x="191" y="58769"/>
                  </a:lnTo>
                  <a:close/>
                  <a:moveTo>
                    <a:pt x="31813" y="11144"/>
                  </a:moveTo>
                  <a:cubicBezTo>
                    <a:pt x="38576" y="11144"/>
                    <a:pt x="44005" y="16574"/>
                    <a:pt x="44005" y="23336"/>
                  </a:cubicBezTo>
                  <a:cubicBezTo>
                    <a:pt x="44005" y="30099"/>
                    <a:pt x="38481" y="35528"/>
                    <a:pt x="31813" y="35528"/>
                  </a:cubicBezTo>
                  <a:cubicBezTo>
                    <a:pt x="25146" y="35528"/>
                    <a:pt x="19621" y="30099"/>
                    <a:pt x="19621" y="23336"/>
                  </a:cubicBezTo>
                  <a:cubicBezTo>
                    <a:pt x="19621" y="16574"/>
                    <a:pt x="25051" y="11144"/>
                    <a:pt x="31813" y="11144"/>
                  </a:cubicBezTo>
                  <a:lnTo>
                    <a:pt x="31813" y="11144"/>
                  </a:lnTo>
                  <a:close/>
                  <a:moveTo>
                    <a:pt x="11144" y="58769"/>
                  </a:moveTo>
                  <a:cubicBezTo>
                    <a:pt x="11144" y="51721"/>
                    <a:pt x="16383" y="45911"/>
                    <a:pt x="23241" y="45149"/>
                  </a:cubicBezTo>
                  <a:cubicBezTo>
                    <a:pt x="25908" y="46196"/>
                    <a:pt x="28766" y="46768"/>
                    <a:pt x="31813" y="46768"/>
                  </a:cubicBezTo>
                  <a:cubicBezTo>
                    <a:pt x="34861" y="46768"/>
                    <a:pt x="37719" y="46196"/>
                    <a:pt x="40386" y="45149"/>
                  </a:cubicBezTo>
                  <a:cubicBezTo>
                    <a:pt x="47244" y="46006"/>
                    <a:pt x="52483" y="51721"/>
                    <a:pt x="52483" y="58769"/>
                  </a:cubicBezTo>
                  <a:lnTo>
                    <a:pt x="52483" y="73724"/>
                  </a:lnTo>
                  <a:lnTo>
                    <a:pt x="11239" y="73724"/>
                  </a:lnTo>
                  <a:lnTo>
                    <a:pt x="11239" y="5876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27"/>
            <p:cNvSpPr/>
            <p:nvPr/>
          </p:nvSpPr>
          <p:spPr>
            <a:xfrm>
              <a:off x="8904540" y="3298031"/>
              <a:ext cx="63626" cy="84867"/>
            </a:xfrm>
            <a:custGeom>
              <a:rect b="b" l="l" r="r" t="t"/>
              <a:pathLst>
                <a:path extrusionOk="0" h="84867" w="63626">
                  <a:moveTo>
                    <a:pt x="0" y="58769"/>
                  </a:moveTo>
                  <a:lnTo>
                    <a:pt x="0" y="75533"/>
                  </a:lnTo>
                  <a:cubicBezTo>
                    <a:pt x="0" y="80677"/>
                    <a:pt x="4191" y="84868"/>
                    <a:pt x="9335" y="84868"/>
                  </a:cubicBezTo>
                  <a:lnTo>
                    <a:pt x="54293" y="84868"/>
                  </a:lnTo>
                  <a:cubicBezTo>
                    <a:pt x="59436" y="84868"/>
                    <a:pt x="63627" y="80677"/>
                    <a:pt x="63627" y="75533"/>
                  </a:cubicBezTo>
                  <a:lnTo>
                    <a:pt x="63627" y="58769"/>
                  </a:lnTo>
                  <a:cubicBezTo>
                    <a:pt x="63627" y="49339"/>
                    <a:pt x="58484" y="41243"/>
                    <a:pt x="50864" y="36957"/>
                  </a:cubicBezTo>
                  <a:cubicBezTo>
                    <a:pt x="53626" y="33147"/>
                    <a:pt x="55245" y="28384"/>
                    <a:pt x="55245" y="23336"/>
                  </a:cubicBezTo>
                  <a:cubicBezTo>
                    <a:pt x="55245" y="10478"/>
                    <a:pt x="44768" y="0"/>
                    <a:pt x="31909" y="0"/>
                  </a:cubicBezTo>
                  <a:cubicBezTo>
                    <a:pt x="19050" y="0"/>
                    <a:pt x="8573" y="10478"/>
                    <a:pt x="8573" y="23336"/>
                  </a:cubicBezTo>
                  <a:cubicBezTo>
                    <a:pt x="8573" y="28384"/>
                    <a:pt x="10192" y="33147"/>
                    <a:pt x="12954" y="36957"/>
                  </a:cubicBezTo>
                  <a:cubicBezTo>
                    <a:pt x="5239" y="41243"/>
                    <a:pt x="191" y="49339"/>
                    <a:pt x="191" y="58769"/>
                  </a:cubicBezTo>
                  <a:lnTo>
                    <a:pt x="191" y="58769"/>
                  </a:lnTo>
                  <a:close/>
                  <a:moveTo>
                    <a:pt x="31814" y="11144"/>
                  </a:moveTo>
                  <a:cubicBezTo>
                    <a:pt x="38576" y="11144"/>
                    <a:pt x="44005" y="16574"/>
                    <a:pt x="44005" y="23336"/>
                  </a:cubicBezTo>
                  <a:cubicBezTo>
                    <a:pt x="44005" y="30099"/>
                    <a:pt x="38576" y="35528"/>
                    <a:pt x="31814" y="35528"/>
                  </a:cubicBezTo>
                  <a:cubicBezTo>
                    <a:pt x="25051" y="35528"/>
                    <a:pt x="19621" y="30099"/>
                    <a:pt x="19621" y="23336"/>
                  </a:cubicBezTo>
                  <a:cubicBezTo>
                    <a:pt x="19621" y="16574"/>
                    <a:pt x="25051" y="11144"/>
                    <a:pt x="31814" y="11144"/>
                  </a:cubicBezTo>
                  <a:lnTo>
                    <a:pt x="31814" y="11144"/>
                  </a:lnTo>
                  <a:close/>
                  <a:moveTo>
                    <a:pt x="11145" y="58769"/>
                  </a:moveTo>
                  <a:cubicBezTo>
                    <a:pt x="11145" y="51721"/>
                    <a:pt x="16383" y="45911"/>
                    <a:pt x="23241" y="45149"/>
                  </a:cubicBezTo>
                  <a:cubicBezTo>
                    <a:pt x="25908" y="46196"/>
                    <a:pt x="28766" y="46768"/>
                    <a:pt x="31814" y="46768"/>
                  </a:cubicBezTo>
                  <a:cubicBezTo>
                    <a:pt x="34862" y="46768"/>
                    <a:pt x="37719" y="46196"/>
                    <a:pt x="40386" y="45149"/>
                  </a:cubicBezTo>
                  <a:cubicBezTo>
                    <a:pt x="47244" y="46006"/>
                    <a:pt x="52483" y="51721"/>
                    <a:pt x="52483" y="58769"/>
                  </a:cubicBezTo>
                  <a:lnTo>
                    <a:pt x="52483" y="73724"/>
                  </a:lnTo>
                  <a:lnTo>
                    <a:pt x="11239" y="73724"/>
                  </a:lnTo>
                  <a:lnTo>
                    <a:pt x="11239" y="5876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27"/>
            <p:cNvSpPr/>
            <p:nvPr/>
          </p:nvSpPr>
          <p:spPr>
            <a:xfrm>
              <a:off x="8831293" y="3424808"/>
              <a:ext cx="136779" cy="11239"/>
            </a:xfrm>
            <a:custGeom>
              <a:rect b="b" l="l" r="r" t="t"/>
              <a:pathLst>
                <a:path extrusionOk="0" h="11239" w="136779">
                  <a:moveTo>
                    <a:pt x="5620" y="11240"/>
                  </a:moveTo>
                  <a:lnTo>
                    <a:pt x="131159" y="11240"/>
                  </a:lnTo>
                  <a:cubicBezTo>
                    <a:pt x="134208" y="11240"/>
                    <a:pt x="136779" y="8763"/>
                    <a:pt x="136779" y="5620"/>
                  </a:cubicBezTo>
                  <a:cubicBezTo>
                    <a:pt x="136779" y="2477"/>
                    <a:pt x="134303" y="0"/>
                    <a:pt x="131159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27"/>
            <p:cNvSpPr/>
            <p:nvPr/>
          </p:nvSpPr>
          <p:spPr>
            <a:xfrm>
              <a:off x="8831293" y="3401949"/>
              <a:ext cx="24098" cy="11239"/>
            </a:xfrm>
            <a:custGeom>
              <a:rect b="b" l="l" r="r" t="t"/>
              <a:pathLst>
                <a:path extrusionOk="0" h="11239" w="24098">
                  <a:moveTo>
                    <a:pt x="5620" y="11239"/>
                  </a:moveTo>
                  <a:lnTo>
                    <a:pt x="18479" y="11239"/>
                  </a:lnTo>
                  <a:cubicBezTo>
                    <a:pt x="21527" y="11239"/>
                    <a:pt x="24099" y="8763"/>
                    <a:pt x="24099" y="5620"/>
                  </a:cubicBezTo>
                  <a:cubicBezTo>
                    <a:pt x="24099" y="2476"/>
                    <a:pt x="21622" y="0"/>
                    <a:pt x="18479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27"/>
            <p:cNvSpPr/>
            <p:nvPr/>
          </p:nvSpPr>
          <p:spPr>
            <a:xfrm>
              <a:off x="8865393" y="3401949"/>
              <a:ext cx="102774" cy="11239"/>
            </a:xfrm>
            <a:custGeom>
              <a:rect b="b" l="l" r="r" t="t"/>
              <a:pathLst>
                <a:path extrusionOk="0" h="11239" w="102774">
                  <a:moveTo>
                    <a:pt x="0" y="5620"/>
                  </a:moveTo>
                  <a:cubicBezTo>
                    <a:pt x="0" y="8668"/>
                    <a:pt x="2477" y="11239"/>
                    <a:pt x="5620" y="11239"/>
                  </a:cubicBezTo>
                  <a:lnTo>
                    <a:pt x="97155" y="11239"/>
                  </a:lnTo>
                  <a:cubicBezTo>
                    <a:pt x="100203" y="11239"/>
                    <a:pt x="102775" y="8763"/>
                    <a:pt x="102775" y="5620"/>
                  </a:cubicBezTo>
                  <a:cubicBezTo>
                    <a:pt x="102775" y="2476"/>
                    <a:pt x="100299" y="0"/>
                    <a:pt x="97155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4" name="Google Shape;1044;p27"/>
          <p:cNvGrpSpPr/>
          <p:nvPr/>
        </p:nvGrpSpPr>
        <p:grpSpPr>
          <a:xfrm>
            <a:off x="6568143" y="2642381"/>
            <a:ext cx="352266" cy="426270"/>
            <a:chOff x="7878603" y="3238451"/>
            <a:chExt cx="314973" cy="381143"/>
          </a:xfrm>
        </p:grpSpPr>
        <p:grpSp>
          <p:nvGrpSpPr>
            <p:cNvPr id="1045" name="Google Shape;1045;p27"/>
            <p:cNvGrpSpPr/>
            <p:nvPr/>
          </p:nvGrpSpPr>
          <p:grpSpPr>
            <a:xfrm>
              <a:off x="7878603" y="3238451"/>
              <a:ext cx="314973" cy="381143"/>
              <a:chOff x="7878603" y="3238451"/>
              <a:chExt cx="314973" cy="381143"/>
            </a:xfrm>
          </p:grpSpPr>
          <p:sp>
            <p:nvSpPr>
              <p:cNvPr id="1046" name="Google Shape;1046;p27"/>
              <p:cNvSpPr/>
              <p:nvPr/>
            </p:nvSpPr>
            <p:spPr>
              <a:xfrm>
                <a:off x="7878698" y="3280600"/>
                <a:ext cx="314878" cy="338994"/>
              </a:xfrm>
              <a:custGeom>
                <a:rect b="b" l="l" r="r" t="t"/>
                <a:pathLst>
                  <a:path extrusionOk="0" h="338994" w="314878">
                    <a:moveTo>
                      <a:pt x="314802" y="268986"/>
                    </a:moveTo>
                    <a:lnTo>
                      <a:pt x="305848" y="211265"/>
                    </a:lnTo>
                    <a:cubicBezTo>
                      <a:pt x="305371" y="208217"/>
                      <a:pt x="302514" y="206121"/>
                      <a:pt x="299466" y="206597"/>
                    </a:cubicBezTo>
                    <a:cubicBezTo>
                      <a:pt x="296419" y="207074"/>
                      <a:pt x="294323" y="209931"/>
                      <a:pt x="294799" y="212979"/>
                    </a:cubicBezTo>
                    <a:lnTo>
                      <a:pt x="303752" y="270700"/>
                    </a:lnTo>
                    <a:cubicBezTo>
                      <a:pt x="303848" y="271653"/>
                      <a:pt x="303562" y="272320"/>
                      <a:pt x="303276" y="272605"/>
                    </a:cubicBezTo>
                    <a:cubicBezTo>
                      <a:pt x="303086" y="272891"/>
                      <a:pt x="302514" y="273463"/>
                      <a:pt x="301562" y="273653"/>
                    </a:cubicBezTo>
                    <a:lnTo>
                      <a:pt x="234791" y="284036"/>
                    </a:lnTo>
                    <a:lnTo>
                      <a:pt x="234791" y="255937"/>
                    </a:lnTo>
                    <a:lnTo>
                      <a:pt x="273272" y="249936"/>
                    </a:lnTo>
                    <a:cubicBezTo>
                      <a:pt x="276320" y="249460"/>
                      <a:pt x="278416" y="246602"/>
                      <a:pt x="277940" y="243554"/>
                    </a:cubicBezTo>
                    <a:cubicBezTo>
                      <a:pt x="277463" y="240506"/>
                      <a:pt x="274606" y="238411"/>
                      <a:pt x="271558" y="238887"/>
                    </a:cubicBezTo>
                    <a:lnTo>
                      <a:pt x="234791" y="244602"/>
                    </a:lnTo>
                    <a:lnTo>
                      <a:pt x="234791" y="67246"/>
                    </a:lnTo>
                    <a:cubicBezTo>
                      <a:pt x="234791" y="65723"/>
                      <a:pt x="234220" y="64389"/>
                      <a:pt x="233172" y="63341"/>
                    </a:cubicBezTo>
                    <a:lnTo>
                      <a:pt x="171450" y="1619"/>
                    </a:lnTo>
                    <a:cubicBezTo>
                      <a:pt x="170402" y="571"/>
                      <a:pt x="168974" y="0"/>
                      <a:pt x="167545" y="0"/>
                    </a:cubicBezTo>
                    <a:lnTo>
                      <a:pt x="139065" y="0"/>
                    </a:lnTo>
                    <a:cubicBezTo>
                      <a:pt x="136017" y="0"/>
                      <a:pt x="133445" y="2476"/>
                      <a:pt x="133445" y="5620"/>
                    </a:cubicBezTo>
                    <a:cubicBezTo>
                      <a:pt x="133445" y="8763"/>
                      <a:pt x="135922" y="11240"/>
                      <a:pt x="139065" y="11240"/>
                    </a:cubicBezTo>
                    <a:lnTo>
                      <a:pt x="162020" y="11240"/>
                    </a:lnTo>
                    <a:lnTo>
                      <a:pt x="162020" y="47720"/>
                    </a:lnTo>
                    <a:lnTo>
                      <a:pt x="157258" y="47720"/>
                    </a:lnTo>
                    <a:cubicBezTo>
                      <a:pt x="150590" y="47720"/>
                      <a:pt x="145066" y="53150"/>
                      <a:pt x="145066" y="59912"/>
                    </a:cubicBezTo>
                    <a:lnTo>
                      <a:pt x="145066" y="165545"/>
                    </a:lnTo>
                    <a:cubicBezTo>
                      <a:pt x="145066" y="172212"/>
                      <a:pt x="150495" y="177737"/>
                      <a:pt x="157258" y="177737"/>
                    </a:cubicBezTo>
                    <a:lnTo>
                      <a:pt x="186214" y="177737"/>
                    </a:lnTo>
                    <a:cubicBezTo>
                      <a:pt x="192881" y="177737"/>
                      <a:pt x="198406" y="172307"/>
                      <a:pt x="198406" y="165545"/>
                    </a:cubicBezTo>
                    <a:lnTo>
                      <a:pt x="198406" y="72962"/>
                    </a:lnTo>
                    <a:lnTo>
                      <a:pt x="223743" y="72962"/>
                    </a:lnTo>
                    <a:lnTo>
                      <a:pt x="223743" y="325279"/>
                    </a:lnTo>
                    <a:cubicBezTo>
                      <a:pt x="223743" y="326708"/>
                      <a:pt x="222600" y="327850"/>
                      <a:pt x="221171" y="327850"/>
                    </a:cubicBezTo>
                    <a:lnTo>
                      <a:pt x="13811" y="327850"/>
                    </a:lnTo>
                    <a:cubicBezTo>
                      <a:pt x="12383" y="327850"/>
                      <a:pt x="11240" y="326708"/>
                      <a:pt x="11240" y="325279"/>
                    </a:cubicBezTo>
                    <a:lnTo>
                      <a:pt x="11240" y="256794"/>
                    </a:lnTo>
                    <a:cubicBezTo>
                      <a:pt x="11240" y="253746"/>
                      <a:pt x="8763" y="251174"/>
                      <a:pt x="5620" y="251174"/>
                    </a:cubicBezTo>
                    <a:cubicBezTo>
                      <a:pt x="2477" y="251174"/>
                      <a:pt x="0" y="253651"/>
                      <a:pt x="0" y="256794"/>
                    </a:cubicBezTo>
                    <a:lnTo>
                      <a:pt x="0" y="325279"/>
                    </a:lnTo>
                    <a:cubicBezTo>
                      <a:pt x="0" y="332804"/>
                      <a:pt x="6191" y="338995"/>
                      <a:pt x="13716" y="338995"/>
                    </a:cubicBezTo>
                    <a:lnTo>
                      <a:pt x="221075" y="338995"/>
                    </a:lnTo>
                    <a:cubicBezTo>
                      <a:pt x="228600" y="338995"/>
                      <a:pt x="234791" y="332804"/>
                      <a:pt x="234791" y="325279"/>
                    </a:cubicBezTo>
                    <a:lnTo>
                      <a:pt x="234791" y="295275"/>
                    </a:lnTo>
                    <a:cubicBezTo>
                      <a:pt x="234791" y="295275"/>
                      <a:pt x="235078" y="295275"/>
                      <a:pt x="235172" y="295275"/>
                    </a:cubicBezTo>
                    <a:cubicBezTo>
                      <a:pt x="235458" y="295275"/>
                      <a:pt x="235744" y="295275"/>
                      <a:pt x="236030" y="295275"/>
                    </a:cubicBezTo>
                    <a:lnTo>
                      <a:pt x="303276" y="284798"/>
                    </a:lnTo>
                    <a:cubicBezTo>
                      <a:pt x="306896" y="284226"/>
                      <a:pt x="310039" y="282321"/>
                      <a:pt x="312230" y="279368"/>
                    </a:cubicBezTo>
                    <a:cubicBezTo>
                      <a:pt x="314420" y="276416"/>
                      <a:pt x="315278" y="272796"/>
                      <a:pt x="314706" y="269176"/>
                    </a:cubicBezTo>
                    <a:lnTo>
                      <a:pt x="314706" y="269176"/>
                    </a:lnTo>
                    <a:close/>
                    <a:moveTo>
                      <a:pt x="175641" y="61722"/>
                    </a:moveTo>
                    <a:cubicBezTo>
                      <a:pt x="174213" y="61722"/>
                      <a:pt x="173070" y="60579"/>
                      <a:pt x="173070" y="59150"/>
                    </a:cubicBezTo>
                    <a:lnTo>
                      <a:pt x="173070" y="19050"/>
                    </a:lnTo>
                    <a:lnTo>
                      <a:pt x="215741" y="61722"/>
                    </a:lnTo>
                    <a:lnTo>
                      <a:pt x="175641" y="61722"/>
                    </a:lnTo>
                    <a:close/>
                    <a:moveTo>
                      <a:pt x="187166" y="165449"/>
                    </a:moveTo>
                    <a:cubicBezTo>
                      <a:pt x="187166" y="166021"/>
                      <a:pt x="186690" y="166497"/>
                      <a:pt x="186119" y="166497"/>
                    </a:cubicBezTo>
                    <a:lnTo>
                      <a:pt x="157163" y="166497"/>
                    </a:lnTo>
                    <a:cubicBezTo>
                      <a:pt x="156591" y="166497"/>
                      <a:pt x="156115" y="166021"/>
                      <a:pt x="156115" y="165449"/>
                    </a:cubicBezTo>
                    <a:lnTo>
                      <a:pt x="156115" y="59817"/>
                    </a:lnTo>
                    <a:cubicBezTo>
                      <a:pt x="156115" y="59246"/>
                      <a:pt x="156591" y="58769"/>
                      <a:pt x="157163" y="58769"/>
                    </a:cubicBezTo>
                    <a:lnTo>
                      <a:pt x="161925" y="58769"/>
                    </a:lnTo>
                    <a:lnTo>
                      <a:pt x="161925" y="59055"/>
                    </a:lnTo>
                    <a:cubicBezTo>
                      <a:pt x="161925" y="66580"/>
                      <a:pt x="168116" y="72771"/>
                      <a:pt x="175641" y="72771"/>
                    </a:cubicBezTo>
                    <a:lnTo>
                      <a:pt x="187166" y="72771"/>
                    </a:lnTo>
                    <a:lnTo>
                      <a:pt x="187166" y="1653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27"/>
              <p:cNvSpPr/>
              <p:nvPr/>
            </p:nvSpPr>
            <p:spPr>
              <a:xfrm>
                <a:off x="7878603" y="3238451"/>
                <a:ext cx="302200" cy="279606"/>
              </a:xfrm>
              <a:custGeom>
                <a:rect b="b" l="l" r="r" t="t"/>
                <a:pathLst>
                  <a:path extrusionOk="0" h="279606" w="302200">
                    <a:moveTo>
                      <a:pt x="5715" y="279607"/>
                    </a:moveTo>
                    <a:cubicBezTo>
                      <a:pt x="8763" y="279607"/>
                      <a:pt x="11335" y="277130"/>
                      <a:pt x="11335" y="273987"/>
                    </a:cubicBezTo>
                    <a:lnTo>
                      <a:pt x="11335" y="55769"/>
                    </a:lnTo>
                    <a:cubicBezTo>
                      <a:pt x="11335" y="54341"/>
                      <a:pt x="12478" y="53198"/>
                      <a:pt x="13906" y="53198"/>
                    </a:cubicBezTo>
                    <a:lnTo>
                      <a:pt x="70771" y="53198"/>
                    </a:lnTo>
                    <a:lnTo>
                      <a:pt x="70771" y="103775"/>
                    </a:lnTo>
                    <a:cubicBezTo>
                      <a:pt x="70771" y="107300"/>
                      <a:pt x="67913" y="110157"/>
                      <a:pt x="64389" y="110157"/>
                    </a:cubicBezTo>
                    <a:cubicBezTo>
                      <a:pt x="60864" y="110157"/>
                      <a:pt x="58007" y="107300"/>
                      <a:pt x="58007" y="103775"/>
                    </a:cubicBezTo>
                    <a:lnTo>
                      <a:pt x="58007" y="83582"/>
                    </a:lnTo>
                    <a:cubicBezTo>
                      <a:pt x="58007" y="75391"/>
                      <a:pt x="51339" y="68723"/>
                      <a:pt x="43148" y="68723"/>
                    </a:cubicBezTo>
                    <a:cubicBezTo>
                      <a:pt x="34957" y="68723"/>
                      <a:pt x="28289" y="75391"/>
                      <a:pt x="28289" y="83582"/>
                    </a:cubicBezTo>
                    <a:lnTo>
                      <a:pt x="28289" y="103775"/>
                    </a:lnTo>
                    <a:cubicBezTo>
                      <a:pt x="28289" y="123683"/>
                      <a:pt x="44482" y="139875"/>
                      <a:pt x="64389" y="139875"/>
                    </a:cubicBezTo>
                    <a:cubicBezTo>
                      <a:pt x="84296" y="139875"/>
                      <a:pt x="100489" y="123683"/>
                      <a:pt x="100489" y="103775"/>
                    </a:cubicBezTo>
                    <a:lnTo>
                      <a:pt x="100489" y="53198"/>
                    </a:lnTo>
                    <a:lnTo>
                      <a:pt x="114395" y="53198"/>
                    </a:lnTo>
                    <a:cubicBezTo>
                      <a:pt x="117443" y="53198"/>
                      <a:pt x="120015" y="50721"/>
                      <a:pt x="120015" y="47578"/>
                    </a:cubicBezTo>
                    <a:cubicBezTo>
                      <a:pt x="120015" y="44435"/>
                      <a:pt x="117538" y="41958"/>
                      <a:pt x="114395" y="41958"/>
                    </a:cubicBezTo>
                    <a:lnTo>
                      <a:pt x="100489" y="41958"/>
                    </a:lnTo>
                    <a:lnTo>
                      <a:pt x="100489" y="32814"/>
                    </a:lnTo>
                    <a:cubicBezTo>
                      <a:pt x="100489" y="30719"/>
                      <a:pt x="100203" y="28623"/>
                      <a:pt x="99822" y="26623"/>
                    </a:cubicBezTo>
                    <a:lnTo>
                      <a:pt x="194691" y="11859"/>
                    </a:lnTo>
                    <a:lnTo>
                      <a:pt x="202025" y="59294"/>
                    </a:lnTo>
                    <a:cubicBezTo>
                      <a:pt x="203072" y="66056"/>
                      <a:pt x="208979" y="70914"/>
                      <a:pt x="215551" y="70914"/>
                    </a:cubicBezTo>
                    <a:cubicBezTo>
                      <a:pt x="216217" y="70914"/>
                      <a:pt x="216979" y="70914"/>
                      <a:pt x="217646" y="70724"/>
                    </a:cubicBezTo>
                    <a:lnTo>
                      <a:pt x="265080" y="63389"/>
                    </a:lnTo>
                    <a:lnTo>
                      <a:pt x="291084" y="230648"/>
                    </a:lnTo>
                    <a:cubicBezTo>
                      <a:pt x="291465" y="233411"/>
                      <a:pt x="293846" y="235411"/>
                      <a:pt x="296608" y="235411"/>
                    </a:cubicBezTo>
                    <a:cubicBezTo>
                      <a:pt x="296894" y="235411"/>
                      <a:pt x="297180" y="235411"/>
                      <a:pt x="297466" y="235411"/>
                    </a:cubicBezTo>
                    <a:cubicBezTo>
                      <a:pt x="300514" y="234935"/>
                      <a:pt x="302609" y="232077"/>
                      <a:pt x="302133" y="229029"/>
                    </a:cubicBezTo>
                    <a:lnTo>
                      <a:pt x="275272" y="56246"/>
                    </a:lnTo>
                    <a:cubicBezTo>
                      <a:pt x="275082" y="54817"/>
                      <a:pt x="274225" y="53483"/>
                      <a:pt x="273082" y="52626"/>
                    </a:cubicBezTo>
                    <a:lnTo>
                      <a:pt x="202596" y="1096"/>
                    </a:lnTo>
                    <a:cubicBezTo>
                      <a:pt x="201358" y="239"/>
                      <a:pt x="199930" y="-142"/>
                      <a:pt x="198405" y="48"/>
                    </a:cubicBezTo>
                    <a:lnTo>
                      <a:pt x="94964" y="16145"/>
                    </a:lnTo>
                    <a:cubicBezTo>
                      <a:pt x="89725" y="8811"/>
                      <a:pt x="81153" y="4049"/>
                      <a:pt x="71438" y="4049"/>
                    </a:cubicBezTo>
                    <a:lnTo>
                      <a:pt x="48101" y="4049"/>
                    </a:lnTo>
                    <a:cubicBezTo>
                      <a:pt x="32195" y="4049"/>
                      <a:pt x="19145" y="17003"/>
                      <a:pt x="19145" y="32909"/>
                    </a:cubicBezTo>
                    <a:lnTo>
                      <a:pt x="19145" y="42053"/>
                    </a:lnTo>
                    <a:lnTo>
                      <a:pt x="13716" y="42053"/>
                    </a:lnTo>
                    <a:cubicBezTo>
                      <a:pt x="6191" y="42053"/>
                      <a:pt x="0" y="48245"/>
                      <a:pt x="0" y="55769"/>
                    </a:cubicBezTo>
                    <a:lnTo>
                      <a:pt x="0" y="273987"/>
                    </a:lnTo>
                    <a:cubicBezTo>
                      <a:pt x="0" y="277035"/>
                      <a:pt x="2476" y="279607"/>
                      <a:pt x="5619" y="279607"/>
                    </a:cubicBezTo>
                    <a:lnTo>
                      <a:pt x="5619" y="279607"/>
                    </a:lnTo>
                    <a:close/>
                    <a:moveTo>
                      <a:pt x="215932" y="59865"/>
                    </a:moveTo>
                    <a:cubicBezTo>
                      <a:pt x="214503" y="60056"/>
                      <a:pt x="213264" y="59103"/>
                      <a:pt x="212979" y="57770"/>
                    </a:cubicBezTo>
                    <a:lnTo>
                      <a:pt x="206787" y="18146"/>
                    </a:lnTo>
                    <a:lnTo>
                      <a:pt x="255460" y="53769"/>
                    </a:lnTo>
                    <a:lnTo>
                      <a:pt x="215836" y="59960"/>
                    </a:lnTo>
                    <a:close/>
                    <a:moveTo>
                      <a:pt x="48958" y="42149"/>
                    </a:moveTo>
                    <a:lnTo>
                      <a:pt x="48958" y="33862"/>
                    </a:lnTo>
                    <a:lnTo>
                      <a:pt x="70675" y="33862"/>
                    </a:lnTo>
                    <a:lnTo>
                      <a:pt x="70675" y="42149"/>
                    </a:lnTo>
                    <a:lnTo>
                      <a:pt x="48958" y="42149"/>
                    </a:lnTo>
                    <a:close/>
                    <a:moveTo>
                      <a:pt x="30480" y="33005"/>
                    </a:moveTo>
                    <a:cubicBezTo>
                      <a:pt x="30480" y="23194"/>
                      <a:pt x="38481" y="15288"/>
                      <a:pt x="48196" y="15288"/>
                    </a:cubicBezTo>
                    <a:lnTo>
                      <a:pt x="71532" y="15288"/>
                    </a:lnTo>
                    <a:cubicBezTo>
                      <a:pt x="81343" y="15288"/>
                      <a:pt x="89249" y="23289"/>
                      <a:pt x="89249" y="33005"/>
                    </a:cubicBezTo>
                    <a:lnTo>
                      <a:pt x="89249" y="103966"/>
                    </a:lnTo>
                    <a:cubicBezTo>
                      <a:pt x="89249" y="117682"/>
                      <a:pt x="78105" y="128921"/>
                      <a:pt x="64294" y="128921"/>
                    </a:cubicBezTo>
                    <a:cubicBezTo>
                      <a:pt x="50482" y="128921"/>
                      <a:pt x="39338" y="117777"/>
                      <a:pt x="39338" y="103966"/>
                    </a:cubicBezTo>
                    <a:lnTo>
                      <a:pt x="39338" y="83773"/>
                    </a:lnTo>
                    <a:cubicBezTo>
                      <a:pt x="39338" y="81773"/>
                      <a:pt x="40957" y="80058"/>
                      <a:pt x="43053" y="80058"/>
                    </a:cubicBezTo>
                    <a:cubicBezTo>
                      <a:pt x="45148" y="80058"/>
                      <a:pt x="46767" y="81677"/>
                      <a:pt x="46767" y="83773"/>
                    </a:cubicBezTo>
                    <a:lnTo>
                      <a:pt x="46767" y="103966"/>
                    </a:lnTo>
                    <a:cubicBezTo>
                      <a:pt x="46767" y="113681"/>
                      <a:pt x="54673" y="121492"/>
                      <a:pt x="64294" y="121492"/>
                    </a:cubicBezTo>
                    <a:cubicBezTo>
                      <a:pt x="73914" y="121492"/>
                      <a:pt x="81819" y="113586"/>
                      <a:pt x="81819" y="103966"/>
                    </a:cubicBezTo>
                    <a:lnTo>
                      <a:pt x="81819" y="33005"/>
                    </a:lnTo>
                    <a:cubicBezTo>
                      <a:pt x="81819" y="27290"/>
                      <a:pt x="77152" y="22622"/>
                      <a:pt x="71438" y="22622"/>
                    </a:cubicBezTo>
                    <a:lnTo>
                      <a:pt x="48101" y="22622"/>
                    </a:lnTo>
                    <a:cubicBezTo>
                      <a:pt x="42386" y="22622"/>
                      <a:pt x="37719" y="27290"/>
                      <a:pt x="37719" y="33005"/>
                    </a:cubicBezTo>
                    <a:lnTo>
                      <a:pt x="37719" y="42149"/>
                    </a:lnTo>
                    <a:lnTo>
                      <a:pt x="30289" y="42149"/>
                    </a:lnTo>
                    <a:lnTo>
                      <a:pt x="30289" y="33005"/>
                    </a:lnTo>
                    <a:lnTo>
                      <a:pt x="30289" y="3300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8" name="Google Shape;1048;p27"/>
            <p:cNvSpPr/>
            <p:nvPr/>
          </p:nvSpPr>
          <p:spPr>
            <a:xfrm>
              <a:off x="8024431" y="3569398"/>
              <a:ext cx="56673" cy="11239"/>
            </a:xfrm>
            <a:custGeom>
              <a:rect b="b" l="l" r="r" t="t"/>
              <a:pathLst>
                <a:path extrusionOk="0" h="11239" w="56673">
                  <a:moveTo>
                    <a:pt x="51054" y="0"/>
                  </a:move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19" y="11239"/>
                  </a:cubicBezTo>
                  <a:lnTo>
                    <a:pt x="51054" y="11239"/>
                  </a:lnTo>
                  <a:cubicBezTo>
                    <a:pt x="54102" y="11239"/>
                    <a:pt x="56673" y="8763"/>
                    <a:pt x="56673" y="5620"/>
                  </a:cubicBezTo>
                  <a:cubicBezTo>
                    <a:pt x="56673" y="2476"/>
                    <a:pt x="54197" y="0"/>
                    <a:pt x="51054" y="0"/>
                  </a:cubicBezTo>
                  <a:lnTo>
                    <a:pt x="510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27"/>
            <p:cNvSpPr/>
            <p:nvPr/>
          </p:nvSpPr>
          <p:spPr>
            <a:xfrm>
              <a:off x="7921465" y="3387470"/>
              <a:ext cx="87915" cy="70866"/>
            </a:xfrm>
            <a:custGeom>
              <a:rect b="b" l="l" r="r" t="t"/>
              <a:pathLst>
                <a:path extrusionOk="0" h="70866" w="87915">
                  <a:moveTo>
                    <a:pt x="82582" y="59626"/>
                  </a:moveTo>
                  <a:lnTo>
                    <a:pt x="69532" y="59626"/>
                  </a:lnTo>
                  <a:lnTo>
                    <a:pt x="69532" y="12097"/>
                  </a:lnTo>
                  <a:cubicBezTo>
                    <a:pt x="69532" y="9049"/>
                    <a:pt x="67056" y="6477"/>
                    <a:pt x="63912" y="6477"/>
                  </a:cubicBezTo>
                  <a:cubicBezTo>
                    <a:pt x="60770" y="6477"/>
                    <a:pt x="58293" y="8954"/>
                    <a:pt x="58293" y="12097"/>
                  </a:cubicBezTo>
                  <a:lnTo>
                    <a:pt x="58293" y="59626"/>
                  </a:lnTo>
                  <a:lnTo>
                    <a:pt x="49720" y="59626"/>
                  </a:lnTo>
                  <a:lnTo>
                    <a:pt x="49720" y="42196"/>
                  </a:lnTo>
                  <a:cubicBezTo>
                    <a:pt x="49720" y="39148"/>
                    <a:pt x="47244" y="36576"/>
                    <a:pt x="44101" y="36576"/>
                  </a:cubicBezTo>
                  <a:cubicBezTo>
                    <a:pt x="40957" y="36576"/>
                    <a:pt x="38481" y="39053"/>
                    <a:pt x="38481" y="42196"/>
                  </a:cubicBezTo>
                  <a:lnTo>
                    <a:pt x="38481" y="59626"/>
                  </a:lnTo>
                  <a:lnTo>
                    <a:pt x="29908" y="59626"/>
                  </a:lnTo>
                  <a:lnTo>
                    <a:pt x="29908" y="28289"/>
                  </a:lnTo>
                  <a:cubicBezTo>
                    <a:pt x="29908" y="25241"/>
                    <a:pt x="27432" y="22670"/>
                    <a:pt x="24289" y="22670"/>
                  </a:cubicBezTo>
                  <a:cubicBezTo>
                    <a:pt x="21145" y="22670"/>
                    <a:pt x="18669" y="25146"/>
                    <a:pt x="18669" y="28289"/>
                  </a:cubicBezTo>
                  <a:lnTo>
                    <a:pt x="18669" y="59626"/>
                  </a:lnTo>
                  <a:lnTo>
                    <a:pt x="11239" y="59626"/>
                  </a:lnTo>
                  <a:lnTo>
                    <a:pt x="11239" y="5620"/>
                  </a:lnTo>
                  <a:cubicBezTo>
                    <a:pt x="11239" y="2572"/>
                    <a:pt x="8763" y="0"/>
                    <a:pt x="5619" y="0"/>
                  </a:cubicBezTo>
                  <a:cubicBezTo>
                    <a:pt x="2476" y="0"/>
                    <a:pt x="0" y="2476"/>
                    <a:pt x="0" y="5620"/>
                  </a:cubicBezTo>
                  <a:lnTo>
                    <a:pt x="0" y="65246"/>
                  </a:lnTo>
                  <a:cubicBezTo>
                    <a:pt x="0" y="68294"/>
                    <a:pt x="2476" y="70866"/>
                    <a:pt x="5619" y="70866"/>
                  </a:cubicBezTo>
                  <a:lnTo>
                    <a:pt x="82296" y="70866"/>
                  </a:lnTo>
                  <a:cubicBezTo>
                    <a:pt x="85344" y="70866"/>
                    <a:pt x="87916" y="68390"/>
                    <a:pt x="87916" y="65246"/>
                  </a:cubicBezTo>
                  <a:cubicBezTo>
                    <a:pt x="87916" y="62103"/>
                    <a:pt x="85439" y="59626"/>
                    <a:pt x="82296" y="59626"/>
                  </a:cubicBezTo>
                  <a:lnTo>
                    <a:pt x="82296" y="596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27"/>
            <p:cNvSpPr/>
            <p:nvPr/>
          </p:nvSpPr>
          <p:spPr>
            <a:xfrm>
              <a:off x="7919537" y="3532322"/>
              <a:ext cx="27384" cy="21359"/>
            </a:xfrm>
            <a:custGeom>
              <a:rect b="b" l="l" r="r" t="t"/>
              <a:pathLst>
                <a:path extrusionOk="0" h="21359" w="27384">
                  <a:moveTo>
                    <a:pt x="17836" y="1738"/>
                  </a:moveTo>
                  <a:lnTo>
                    <a:pt x="11644" y="7930"/>
                  </a:lnTo>
                  <a:lnTo>
                    <a:pt x="9549" y="5739"/>
                  </a:lnTo>
                  <a:cubicBezTo>
                    <a:pt x="7358" y="3548"/>
                    <a:pt x="3833" y="3548"/>
                    <a:pt x="1643" y="5739"/>
                  </a:cubicBezTo>
                  <a:cubicBezTo>
                    <a:pt x="-548" y="7930"/>
                    <a:pt x="-548" y="11454"/>
                    <a:pt x="1643" y="13645"/>
                  </a:cubicBezTo>
                  <a:lnTo>
                    <a:pt x="7739" y="19741"/>
                  </a:lnTo>
                  <a:cubicBezTo>
                    <a:pt x="8787" y="20788"/>
                    <a:pt x="10216" y="21360"/>
                    <a:pt x="11644" y="21360"/>
                  </a:cubicBezTo>
                  <a:cubicBezTo>
                    <a:pt x="13073" y="21360"/>
                    <a:pt x="14501" y="20788"/>
                    <a:pt x="15550" y="19741"/>
                  </a:cubicBezTo>
                  <a:lnTo>
                    <a:pt x="25741" y="9549"/>
                  </a:lnTo>
                  <a:cubicBezTo>
                    <a:pt x="27932" y="7358"/>
                    <a:pt x="27932" y="3834"/>
                    <a:pt x="25741" y="1643"/>
                  </a:cubicBezTo>
                  <a:cubicBezTo>
                    <a:pt x="23550" y="-548"/>
                    <a:pt x="20026" y="-548"/>
                    <a:pt x="17836" y="1643"/>
                  </a:cubicBezTo>
                  <a:lnTo>
                    <a:pt x="17836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27"/>
            <p:cNvSpPr/>
            <p:nvPr/>
          </p:nvSpPr>
          <p:spPr>
            <a:xfrm>
              <a:off x="7998427" y="3537489"/>
              <a:ext cx="83915" cy="11239"/>
            </a:xfrm>
            <a:custGeom>
              <a:rect b="b" l="l" r="r" t="t"/>
              <a:pathLst>
                <a:path extrusionOk="0" h="11239" w="83915">
                  <a:moveTo>
                    <a:pt x="78296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78296" y="11240"/>
                  </a:lnTo>
                  <a:cubicBezTo>
                    <a:pt x="81344" y="11240"/>
                    <a:pt x="83915" y="8763"/>
                    <a:pt x="83915" y="5620"/>
                  </a:cubicBezTo>
                  <a:cubicBezTo>
                    <a:pt x="83915" y="2476"/>
                    <a:pt x="81439" y="0"/>
                    <a:pt x="78296" y="0"/>
                  </a:cubicBezTo>
                  <a:lnTo>
                    <a:pt x="782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27"/>
            <p:cNvSpPr/>
            <p:nvPr/>
          </p:nvSpPr>
          <p:spPr>
            <a:xfrm>
              <a:off x="7961280" y="3537489"/>
              <a:ext cx="29813" cy="11239"/>
            </a:xfrm>
            <a:custGeom>
              <a:rect b="b" l="l" r="r" t="t"/>
              <a:pathLst>
                <a:path extrusionOk="0" h="11239" w="29813">
                  <a:moveTo>
                    <a:pt x="5619" y="0"/>
                  </a:move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24193" y="11240"/>
                  </a:lnTo>
                  <a:cubicBezTo>
                    <a:pt x="27241" y="11240"/>
                    <a:pt x="29813" y="8763"/>
                    <a:pt x="29813" y="5620"/>
                  </a:cubicBezTo>
                  <a:cubicBezTo>
                    <a:pt x="29813" y="2476"/>
                    <a:pt x="27337" y="0"/>
                    <a:pt x="24193" y="0"/>
                  </a:cubicBezTo>
                  <a:lnTo>
                    <a:pt x="5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27"/>
            <p:cNvSpPr/>
            <p:nvPr/>
          </p:nvSpPr>
          <p:spPr>
            <a:xfrm>
              <a:off x="7919537" y="3505271"/>
              <a:ext cx="27384" cy="21359"/>
            </a:xfrm>
            <a:custGeom>
              <a:rect b="b" l="l" r="r" t="t"/>
              <a:pathLst>
                <a:path extrusionOk="0" h="21359" w="27384">
                  <a:moveTo>
                    <a:pt x="25741" y="1643"/>
                  </a:moveTo>
                  <a:cubicBezTo>
                    <a:pt x="23550" y="-548"/>
                    <a:pt x="20026" y="-548"/>
                    <a:pt x="17836" y="1643"/>
                  </a:cubicBezTo>
                  <a:lnTo>
                    <a:pt x="11644" y="7834"/>
                  </a:lnTo>
                  <a:lnTo>
                    <a:pt x="9549" y="5739"/>
                  </a:lnTo>
                  <a:cubicBezTo>
                    <a:pt x="7358" y="3548"/>
                    <a:pt x="3833" y="3548"/>
                    <a:pt x="1643" y="5739"/>
                  </a:cubicBezTo>
                  <a:cubicBezTo>
                    <a:pt x="-548" y="7930"/>
                    <a:pt x="-548" y="11454"/>
                    <a:pt x="1643" y="13645"/>
                  </a:cubicBezTo>
                  <a:lnTo>
                    <a:pt x="7739" y="19741"/>
                  </a:lnTo>
                  <a:cubicBezTo>
                    <a:pt x="8787" y="20788"/>
                    <a:pt x="10216" y="21360"/>
                    <a:pt x="11644" y="21360"/>
                  </a:cubicBezTo>
                  <a:cubicBezTo>
                    <a:pt x="13073" y="21360"/>
                    <a:pt x="14501" y="20788"/>
                    <a:pt x="15550" y="19741"/>
                  </a:cubicBezTo>
                  <a:lnTo>
                    <a:pt x="25741" y="9549"/>
                  </a:lnTo>
                  <a:cubicBezTo>
                    <a:pt x="27932" y="7358"/>
                    <a:pt x="27932" y="3834"/>
                    <a:pt x="25741" y="1643"/>
                  </a:cubicBezTo>
                  <a:lnTo>
                    <a:pt x="25741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27"/>
            <p:cNvSpPr/>
            <p:nvPr/>
          </p:nvSpPr>
          <p:spPr>
            <a:xfrm>
              <a:off x="8067388" y="3510343"/>
              <a:ext cx="14954" cy="11239"/>
            </a:xfrm>
            <a:custGeom>
              <a:rect b="b" l="l" r="r" t="t"/>
              <a:pathLst>
                <a:path extrusionOk="0" h="11239" w="14954">
                  <a:moveTo>
                    <a:pt x="9335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9335" y="11240"/>
                  </a:lnTo>
                  <a:cubicBezTo>
                    <a:pt x="12383" y="11240"/>
                    <a:pt x="14954" y="8763"/>
                    <a:pt x="14954" y="5620"/>
                  </a:cubicBezTo>
                  <a:cubicBezTo>
                    <a:pt x="14954" y="2477"/>
                    <a:pt x="12478" y="0"/>
                    <a:pt x="9335" y="0"/>
                  </a:cubicBezTo>
                  <a:lnTo>
                    <a:pt x="93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27"/>
            <p:cNvSpPr/>
            <p:nvPr/>
          </p:nvSpPr>
          <p:spPr>
            <a:xfrm>
              <a:off x="8028907" y="3510343"/>
              <a:ext cx="29432" cy="11239"/>
            </a:xfrm>
            <a:custGeom>
              <a:rect b="b" l="l" r="r" t="t"/>
              <a:pathLst>
                <a:path extrusionOk="0" h="11239" w="29432">
                  <a:moveTo>
                    <a:pt x="23813" y="11240"/>
                  </a:moveTo>
                  <a:cubicBezTo>
                    <a:pt x="26861" y="11240"/>
                    <a:pt x="29433" y="8763"/>
                    <a:pt x="29433" y="5620"/>
                  </a:cubicBezTo>
                  <a:cubicBezTo>
                    <a:pt x="29433" y="2477"/>
                    <a:pt x="26956" y="0"/>
                    <a:pt x="23813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23813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27"/>
            <p:cNvSpPr/>
            <p:nvPr/>
          </p:nvSpPr>
          <p:spPr>
            <a:xfrm>
              <a:off x="7961185" y="3510343"/>
              <a:ext cx="60293" cy="11239"/>
            </a:xfrm>
            <a:custGeom>
              <a:rect b="b" l="l" r="r" t="t"/>
              <a:pathLst>
                <a:path extrusionOk="0" h="11239" w="60293">
                  <a:moveTo>
                    <a:pt x="60293" y="5620"/>
                  </a:moveTo>
                  <a:cubicBezTo>
                    <a:pt x="60293" y="2572"/>
                    <a:pt x="57817" y="0"/>
                    <a:pt x="54673" y="0"/>
                  </a:cubicBezTo>
                  <a:lnTo>
                    <a:pt x="5619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19" y="11240"/>
                  </a:cubicBezTo>
                  <a:lnTo>
                    <a:pt x="54673" y="11240"/>
                  </a:lnTo>
                  <a:cubicBezTo>
                    <a:pt x="57721" y="11240"/>
                    <a:pt x="60293" y="8763"/>
                    <a:pt x="60293" y="5620"/>
                  </a:cubicBezTo>
                  <a:lnTo>
                    <a:pt x="60293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27"/>
            <p:cNvSpPr/>
            <p:nvPr/>
          </p:nvSpPr>
          <p:spPr>
            <a:xfrm>
              <a:off x="7919537" y="3478220"/>
              <a:ext cx="27384" cy="21359"/>
            </a:xfrm>
            <a:custGeom>
              <a:rect b="b" l="l" r="r" t="t"/>
              <a:pathLst>
                <a:path extrusionOk="0" h="21359" w="27384">
                  <a:moveTo>
                    <a:pt x="25741" y="1643"/>
                  </a:moveTo>
                  <a:cubicBezTo>
                    <a:pt x="23550" y="-548"/>
                    <a:pt x="20026" y="-548"/>
                    <a:pt x="17836" y="1643"/>
                  </a:cubicBezTo>
                  <a:lnTo>
                    <a:pt x="11644" y="7834"/>
                  </a:lnTo>
                  <a:lnTo>
                    <a:pt x="9549" y="5739"/>
                  </a:lnTo>
                  <a:cubicBezTo>
                    <a:pt x="7358" y="3548"/>
                    <a:pt x="3833" y="3548"/>
                    <a:pt x="1643" y="5739"/>
                  </a:cubicBezTo>
                  <a:cubicBezTo>
                    <a:pt x="-548" y="7930"/>
                    <a:pt x="-548" y="11454"/>
                    <a:pt x="1643" y="13645"/>
                  </a:cubicBezTo>
                  <a:lnTo>
                    <a:pt x="7739" y="19741"/>
                  </a:lnTo>
                  <a:cubicBezTo>
                    <a:pt x="8787" y="20788"/>
                    <a:pt x="10216" y="21360"/>
                    <a:pt x="11644" y="21360"/>
                  </a:cubicBezTo>
                  <a:cubicBezTo>
                    <a:pt x="13073" y="21360"/>
                    <a:pt x="14501" y="20788"/>
                    <a:pt x="15550" y="19741"/>
                  </a:cubicBezTo>
                  <a:lnTo>
                    <a:pt x="25741" y="9549"/>
                  </a:lnTo>
                  <a:cubicBezTo>
                    <a:pt x="27932" y="7358"/>
                    <a:pt x="27932" y="3834"/>
                    <a:pt x="25741" y="1643"/>
                  </a:cubicBezTo>
                  <a:lnTo>
                    <a:pt x="25741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27"/>
            <p:cNvSpPr/>
            <p:nvPr/>
          </p:nvSpPr>
          <p:spPr>
            <a:xfrm>
              <a:off x="7998427" y="3483292"/>
              <a:ext cx="83915" cy="11239"/>
            </a:xfrm>
            <a:custGeom>
              <a:rect b="b" l="l" r="r" t="t"/>
              <a:pathLst>
                <a:path extrusionOk="0" h="11239" w="83915">
                  <a:moveTo>
                    <a:pt x="78296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78296" y="11240"/>
                  </a:lnTo>
                  <a:cubicBezTo>
                    <a:pt x="81344" y="11240"/>
                    <a:pt x="83915" y="8763"/>
                    <a:pt x="83915" y="5620"/>
                  </a:cubicBezTo>
                  <a:cubicBezTo>
                    <a:pt x="83915" y="2477"/>
                    <a:pt x="81439" y="0"/>
                    <a:pt x="78296" y="0"/>
                  </a:cubicBezTo>
                  <a:lnTo>
                    <a:pt x="782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27"/>
            <p:cNvSpPr/>
            <p:nvPr/>
          </p:nvSpPr>
          <p:spPr>
            <a:xfrm>
              <a:off x="7961280" y="3483197"/>
              <a:ext cx="29813" cy="11239"/>
            </a:xfrm>
            <a:custGeom>
              <a:rect b="b" l="l" r="r" t="t"/>
              <a:pathLst>
                <a:path extrusionOk="0" h="11239" w="29813">
                  <a:moveTo>
                    <a:pt x="5619" y="11239"/>
                  </a:moveTo>
                  <a:lnTo>
                    <a:pt x="24193" y="11239"/>
                  </a:lnTo>
                  <a:cubicBezTo>
                    <a:pt x="27241" y="11239"/>
                    <a:pt x="29813" y="8763"/>
                    <a:pt x="29813" y="5620"/>
                  </a:cubicBezTo>
                  <a:cubicBezTo>
                    <a:pt x="29813" y="2476"/>
                    <a:pt x="27337" y="0"/>
                    <a:pt x="24193" y="0"/>
                  </a:cubicBezTo>
                  <a:lnTo>
                    <a:pt x="5619" y="0"/>
                  </a:lnTo>
                  <a:cubicBezTo>
                    <a:pt x="2571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5619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0" name="Google Shape;1060;p27"/>
          <p:cNvGrpSpPr/>
          <p:nvPr/>
        </p:nvGrpSpPr>
        <p:grpSpPr>
          <a:xfrm>
            <a:off x="5662126" y="2699427"/>
            <a:ext cx="426109" cy="312125"/>
            <a:chOff x="7068502" y="3289458"/>
            <a:chExt cx="380999" cy="279082"/>
          </a:xfrm>
        </p:grpSpPr>
        <p:sp>
          <p:nvSpPr>
            <p:cNvPr id="1061" name="Google Shape;1061;p27"/>
            <p:cNvSpPr/>
            <p:nvPr/>
          </p:nvSpPr>
          <p:spPr>
            <a:xfrm>
              <a:off x="7068502" y="3289458"/>
              <a:ext cx="380999" cy="279082"/>
            </a:xfrm>
            <a:custGeom>
              <a:rect b="b" l="l" r="r" t="t"/>
              <a:pathLst>
                <a:path extrusionOk="0" h="279082" w="380999">
                  <a:moveTo>
                    <a:pt x="362807" y="0"/>
                  </a:moveTo>
                  <a:lnTo>
                    <a:pt x="233362" y="0"/>
                  </a:lnTo>
                  <a:cubicBezTo>
                    <a:pt x="230315" y="0"/>
                    <a:pt x="227743" y="2476"/>
                    <a:pt x="227743" y="5620"/>
                  </a:cubicBezTo>
                  <a:cubicBezTo>
                    <a:pt x="227743" y="8763"/>
                    <a:pt x="230219" y="11239"/>
                    <a:pt x="233362" y="11239"/>
                  </a:cubicBezTo>
                  <a:lnTo>
                    <a:pt x="362807" y="11239"/>
                  </a:lnTo>
                  <a:cubicBezTo>
                    <a:pt x="366712" y="11239"/>
                    <a:pt x="369856" y="14383"/>
                    <a:pt x="369856" y="18288"/>
                  </a:cubicBezTo>
                  <a:lnTo>
                    <a:pt x="369856" y="23527"/>
                  </a:lnTo>
                  <a:lnTo>
                    <a:pt x="257937" y="23527"/>
                  </a:lnTo>
                  <a:cubicBezTo>
                    <a:pt x="254889" y="23527"/>
                    <a:pt x="252317" y="26003"/>
                    <a:pt x="252317" y="29146"/>
                  </a:cubicBezTo>
                  <a:cubicBezTo>
                    <a:pt x="252317" y="32290"/>
                    <a:pt x="254793" y="34766"/>
                    <a:pt x="257937" y="34766"/>
                  </a:cubicBezTo>
                  <a:lnTo>
                    <a:pt x="369856" y="34766"/>
                  </a:lnTo>
                  <a:lnTo>
                    <a:pt x="369856" y="58674"/>
                  </a:lnTo>
                  <a:cubicBezTo>
                    <a:pt x="367665" y="57721"/>
                    <a:pt x="365284" y="57245"/>
                    <a:pt x="362807" y="57245"/>
                  </a:cubicBezTo>
                  <a:lnTo>
                    <a:pt x="18193" y="57245"/>
                  </a:lnTo>
                  <a:cubicBezTo>
                    <a:pt x="15716" y="57245"/>
                    <a:pt x="13335" y="57721"/>
                    <a:pt x="11144" y="58674"/>
                  </a:cubicBezTo>
                  <a:lnTo>
                    <a:pt x="11144" y="42577"/>
                  </a:lnTo>
                  <a:lnTo>
                    <a:pt x="144399" y="42577"/>
                  </a:lnTo>
                  <a:cubicBezTo>
                    <a:pt x="147447" y="42577"/>
                    <a:pt x="150019" y="40100"/>
                    <a:pt x="150019" y="36957"/>
                  </a:cubicBezTo>
                  <a:cubicBezTo>
                    <a:pt x="150019" y="33814"/>
                    <a:pt x="147542" y="31337"/>
                    <a:pt x="144399" y="31337"/>
                  </a:cubicBezTo>
                  <a:lnTo>
                    <a:pt x="11144" y="31337"/>
                  </a:lnTo>
                  <a:lnTo>
                    <a:pt x="11144" y="18288"/>
                  </a:lnTo>
                  <a:cubicBezTo>
                    <a:pt x="11144" y="14383"/>
                    <a:pt x="14288" y="11239"/>
                    <a:pt x="18193" y="11239"/>
                  </a:cubicBezTo>
                  <a:lnTo>
                    <a:pt x="208502" y="11239"/>
                  </a:lnTo>
                  <a:cubicBezTo>
                    <a:pt x="211550" y="11239"/>
                    <a:pt x="214122" y="8763"/>
                    <a:pt x="214122" y="5620"/>
                  </a:cubicBezTo>
                  <a:cubicBezTo>
                    <a:pt x="214122" y="2476"/>
                    <a:pt x="211646" y="0"/>
                    <a:pt x="208502" y="0"/>
                  </a:cubicBezTo>
                  <a:lnTo>
                    <a:pt x="18193" y="0"/>
                  </a:lnTo>
                  <a:cubicBezTo>
                    <a:pt x="8191" y="0"/>
                    <a:pt x="0" y="8192"/>
                    <a:pt x="0" y="18193"/>
                  </a:cubicBezTo>
                  <a:lnTo>
                    <a:pt x="0" y="164497"/>
                  </a:lnTo>
                  <a:cubicBezTo>
                    <a:pt x="0" y="167545"/>
                    <a:pt x="2476" y="170117"/>
                    <a:pt x="5620" y="170117"/>
                  </a:cubicBezTo>
                  <a:cubicBezTo>
                    <a:pt x="8763" y="170117"/>
                    <a:pt x="11239" y="167640"/>
                    <a:pt x="11239" y="164497"/>
                  </a:cubicBezTo>
                  <a:lnTo>
                    <a:pt x="11239" y="75247"/>
                  </a:lnTo>
                  <a:cubicBezTo>
                    <a:pt x="11239" y="71342"/>
                    <a:pt x="14383" y="68199"/>
                    <a:pt x="18288" y="68199"/>
                  </a:cubicBezTo>
                  <a:lnTo>
                    <a:pt x="362903" y="68199"/>
                  </a:lnTo>
                  <a:cubicBezTo>
                    <a:pt x="366808" y="68199"/>
                    <a:pt x="369951" y="71342"/>
                    <a:pt x="369951" y="75247"/>
                  </a:cubicBezTo>
                  <a:lnTo>
                    <a:pt x="369951" y="260890"/>
                  </a:lnTo>
                  <a:cubicBezTo>
                    <a:pt x="369951" y="264795"/>
                    <a:pt x="366808" y="267938"/>
                    <a:pt x="362903" y="267938"/>
                  </a:cubicBezTo>
                  <a:lnTo>
                    <a:pt x="18288" y="267938"/>
                  </a:lnTo>
                  <a:cubicBezTo>
                    <a:pt x="14383" y="267938"/>
                    <a:pt x="11239" y="264795"/>
                    <a:pt x="11239" y="260890"/>
                  </a:cubicBezTo>
                  <a:lnTo>
                    <a:pt x="11239" y="189262"/>
                  </a:lnTo>
                  <a:cubicBezTo>
                    <a:pt x="11239" y="186214"/>
                    <a:pt x="8763" y="183642"/>
                    <a:pt x="5620" y="183642"/>
                  </a:cubicBezTo>
                  <a:cubicBezTo>
                    <a:pt x="2476" y="183642"/>
                    <a:pt x="0" y="186118"/>
                    <a:pt x="0" y="189262"/>
                  </a:cubicBezTo>
                  <a:lnTo>
                    <a:pt x="0" y="260890"/>
                  </a:lnTo>
                  <a:cubicBezTo>
                    <a:pt x="0" y="270891"/>
                    <a:pt x="8191" y="279082"/>
                    <a:pt x="18193" y="279082"/>
                  </a:cubicBezTo>
                  <a:lnTo>
                    <a:pt x="362807" y="279082"/>
                  </a:lnTo>
                  <a:cubicBezTo>
                    <a:pt x="372808" y="279082"/>
                    <a:pt x="381000" y="270891"/>
                    <a:pt x="381000" y="260890"/>
                  </a:cubicBezTo>
                  <a:lnTo>
                    <a:pt x="381000" y="18193"/>
                  </a:lnTo>
                  <a:cubicBezTo>
                    <a:pt x="381000" y="8192"/>
                    <a:pt x="372808" y="0"/>
                    <a:pt x="362807" y="0"/>
                  </a:cubicBezTo>
                  <a:lnTo>
                    <a:pt x="362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27"/>
            <p:cNvSpPr/>
            <p:nvPr/>
          </p:nvSpPr>
          <p:spPr>
            <a:xfrm>
              <a:off x="7093743" y="3371659"/>
              <a:ext cx="330517" cy="171640"/>
            </a:xfrm>
            <a:custGeom>
              <a:rect b="b" l="l" r="r" t="t"/>
              <a:pathLst>
                <a:path extrusionOk="0" h="171640" w="330517">
                  <a:moveTo>
                    <a:pt x="228029" y="171641"/>
                  </a:moveTo>
                  <a:lnTo>
                    <a:pt x="324898" y="171641"/>
                  </a:lnTo>
                  <a:cubicBezTo>
                    <a:pt x="327946" y="171641"/>
                    <a:pt x="330518" y="169164"/>
                    <a:pt x="330518" y="166021"/>
                  </a:cubicBezTo>
                  <a:lnTo>
                    <a:pt x="330518" y="5620"/>
                  </a:lnTo>
                  <a:cubicBezTo>
                    <a:pt x="330518" y="2572"/>
                    <a:pt x="328041" y="0"/>
                    <a:pt x="324898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lnTo>
                    <a:pt x="0" y="166021"/>
                  </a:lnTo>
                  <a:cubicBezTo>
                    <a:pt x="0" y="169069"/>
                    <a:pt x="2477" y="171641"/>
                    <a:pt x="5620" y="171641"/>
                  </a:cubicBezTo>
                  <a:lnTo>
                    <a:pt x="203264" y="171641"/>
                  </a:lnTo>
                  <a:cubicBezTo>
                    <a:pt x="206311" y="171641"/>
                    <a:pt x="208883" y="169164"/>
                    <a:pt x="208883" y="166021"/>
                  </a:cubicBezTo>
                  <a:cubicBezTo>
                    <a:pt x="208883" y="162878"/>
                    <a:pt x="206407" y="160401"/>
                    <a:pt x="203264" y="160401"/>
                  </a:cubicBezTo>
                  <a:lnTo>
                    <a:pt x="86392" y="160401"/>
                  </a:lnTo>
                  <a:lnTo>
                    <a:pt x="86392" y="132398"/>
                  </a:lnTo>
                  <a:cubicBezTo>
                    <a:pt x="86392" y="127254"/>
                    <a:pt x="82201" y="123063"/>
                    <a:pt x="77057" y="123063"/>
                  </a:cubicBezTo>
                  <a:lnTo>
                    <a:pt x="55816" y="123063"/>
                  </a:lnTo>
                  <a:cubicBezTo>
                    <a:pt x="50673" y="123063"/>
                    <a:pt x="46482" y="127254"/>
                    <a:pt x="46482" y="132398"/>
                  </a:cubicBezTo>
                  <a:lnTo>
                    <a:pt x="46482" y="160401"/>
                  </a:lnTo>
                  <a:lnTo>
                    <a:pt x="11144" y="160401"/>
                  </a:lnTo>
                  <a:lnTo>
                    <a:pt x="11144" y="11240"/>
                  </a:lnTo>
                  <a:lnTo>
                    <a:pt x="243935" y="11240"/>
                  </a:lnTo>
                  <a:lnTo>
                    <a:pt x="243935" y="39243"/>
                  </a:lnTo>
                  <a:cubicBezTo>
                    <a:pt x="243935" y="44387"/>
                    <a:pt x="248126" y="48578"/>
                    <a:pt x="253270" y="48578"/>
                  </a:cubicBezTo>
                  <a:lnTo>
                    <a:pt x="274511" y="48578"/>
                  </a:lnTo>
                  <a:cubicBezTo>
                    <a:pt x="279654" y="48578"/>
                    <a:pt x="283845" y="44387"/>
                    <a:pt x="283845" y="39243"/>
                  </a:cubicBezTo>
                  <a:lnTo>
                    <a:pt x="283845" y="11240"/>
                  </a:lnTo>
                  <a:lnTo>
                    <a:pt x="319278" y="11240"/>
                  </a:lnTo>
                  <a:lnTo>
                    <a:pt x="319278" y="160401"/>
                  </a:lnTo>
                  <a:lnTo>
                    <a:pt x="227933" y="160401"/>
                  </a:lnTo>
                  <a:cubicBezTo>
                    <a:pt x="224885" y="160401"/>
                    <a:pt x="222314" y="162878"/>
                    <a:pt x="222314" y="166021"/>
                  </a:cubicBezTo>
                  <a:cubicBezTo>
                    <a:pt x="222314" y="169164"/>
                    <a:pt x="224790" y="171641"/>
                    <a:pt x="227933" y="171641"/>
                  </a:cubicBezTo>
                  <a:lnTo>
                    <a:pt x="227933" y="171641"/>
                  </a:lnTo>
                  <a:close/>
                  <a:moveTo>
                    <a:pt x="57721" y="134303"/>
                  </a:moveTo>
                  <a:lnTo>
                    <a:pt x="75247" y="134303"/>
                  </a:lnTo>
                  <a:lnTo>
                    <a:pt x="75247" y="160496"/>
                  </a:lnTo>
                  <a:lnTo>
                    <a:pt x="57721" y="160496"/>
                  </a:lnTo>
                  <a:lnTo>
                    <a:pt x="57721" y="134303"/>
                  </a:lnTo>
                  <a:close/>
                  <a:moveTo>
                    <a:pt x="272796" y="37433"/>
                  </a:moveTo>
                  <a:lnTo>
                    <a:pt x="255270" y="37433"/>
                  </a:lnTo>
                  <a:lnTo>
                    <a:pt x="255270" y="11240"/>
                  </a:lnTo>
                  <a:lnTo>
                    <a:pt x="272796" y="11240"/>
                  </a:lnTo>
                  <a:lnTo>
                    <a:pt x="272796" y="374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27"/>
            <p:cNvSpPr/>
            <p:nvPr/>
          </p:nvSpPr>
          <p:spPr>
            <a:xfrm>
              <a:off x="7238523" y="3421379"/>
              <a:ext cx="40957" cy="72675"/>
            </a:xfrm>
            <a:custGeom>
              <a:rect b="b" l="l" r="r" t="t"/>
              <a:pathLst>
                <a:path extrusionOk="0" h="72675" w="40957">
                  <a:moveTo>
                    <a:pt x="24003" y="31052"/>
                  </a:moveTo>
                  <a:lnTo>
                    <a:pt x="17050" y="31052"/>
                  </a:lnTo>
                  <a:cubicBezTo>
                    <a:pt x="13811" y="31052"/>
                    <a:pt x="11239" y="28384"/>
                    <a:pt x="11239" y="25241"/>
                  </a:cubicBezTo>
                  <a:cubicBezTo>
                    <a:pt x="11239" y="22098"/>
                    <a:pt x="13906" y="19431"/>
                    <a:pt x="17050" y="19431"/>
                  </a:cubicBezTo>
                  <a:lnTo>
                    <a:pt x="24003" y="19431"/>
                  </a:lnTo>
                  <a:cubicBezTo>
                    <a:pt x="25908" y="19431"/>
                    <a:pt x="27717" y="20383"/>
                    <a:pt x="28861" y="22003"/>
                  </a:cubicBezTo>
                  <a:cubicBezTo>
                    <a:pt x="30575" y="24575"/>
                    <a:pt x="34099" y="25241"/>
                    <a:pt x="36576" y="23527"/>
                  </a:cubicBezTo>
                  <a:cubicBezTo>
                    <a:pt x="39148" y="21812"/>
                    <a:pt x="39814" y="18288"/>
                    <a:pt x="38100" y="15812"/>
                  </a:cubicBezTo>
                  <a:cubicBezTo>
                    <a:pt x="35338" y="11716"/>
                    <a:pt x="30956" y="9049"/>
                    <a:pt x="26098" y="8477"/>
                  </a:cubicBezTo>
                  <a:lnTo>
                    <a:pt x="26098" y="5620"/>
                  </a:lnTo>
                  <a:cubicBezTo>
                    <a:pt x="26098" y="2572"/>
                    <a:pt x="23622" y="0"/>
                    <a:pt x="20479" y="0"/>
                  </a:cubicBezTo>
                  <a:cubicBezTo>
                    <a:pt x="17335" y="0"/>
                    <a:pt x="14859" y="2477"/>
                    <a:pt x="14859" y="5620"/>
                  </a:cubicBezTo>
                  <a:lnTo>
                    <a:pt x="14859" y="8477"/>
                  </a:lnTo>
                  <a:cubicBezTo>
                    <a:pt x="6477" y="9525"/>
                    <a:pt x="0" y="16669"/>
                    <a:pt x="0" y="25337"/>
                  </a:cubicBezTo>
                  <a:cubicBezTo>
                    <a:pt x="0" y="34671"/>
                    <a:pt x="7620" y="42386"/>
                    <a:pt x="17050" y="42386"/>
                  </a:cubicBezTo>
                  <a:lnTo>
                    <a:pt x="24003" y="42386"/>
                  </a:lnTo>
                  <a:cubicBezTo>
                    <a:pt x="27241" y="42386"/>
                    <a:pt x="29813" y="45053"/>
                    <a:pt x="29813" y="48196"/>
                  </a:cubicBezTo>
                  <a:cubicBezTo>
                    <a:pt x="29813" y="51340"/>
                    <a:pt x="27146" y="54007"/>
                    <a:pt x="24003" y="54007"/>
                  </a:cubicBezTo>
                  <a:lnTo>
                    <a:pt x="17050" y="54007"/>
                  </a:lnTo>
                  <a:cubicBezTo>
                    <a:pt x="14668" y="54007"/>
                    <a:pt x="12573" y="52578"/>
                    <a:pt x="11621" y="50387"/>
                  </a:cubicBezTo>
                  <a:cubicBezTo>
                    <a:pt x="10382" y="47530"/>
                    <a:pt x="7144" y="46196"/>
                    <a:pt x="4286" y="47434"/>
                  </a:cubicBezTo>
                  <a:cubicBezTo>
                    <a:pt x="1429" y="48673"/>
                    <a:pt x="95" y="51911"/>
                    <a:pt x="1333" y="54769"/>
                  </a:cubicBezTo>
                  <a:cubicBezTo>
                    <a:pt x="3715" y="60388"/>
                    <a:pt x="8954" y="64294"/>
                    <a:pt x="14859" y="65056"/>
                  </a:cubicBezTo>
                  <a:lnTo>
                    <a:pt x="14859" y="67056"/>
                  </a:lnTo>
                  <a:cubicBezTo>
                    <a:pt x="14859" y="70104"/>
                    <a:pt x="17335" y="72676"/>
                    <a:pt x="20479" y="72676"/>
                  </a:cubicBezTo>
                  <a:cubicBezTo>
                    <a:pt x="23622" y="72676"/>
                    <a:pt x="26098" y="70199"/>
                    <a:pt x="26098" y="67056"/>
                  </a:cubicBezTo>
                  <a:lnTo>
                    <a:pt x="26098" y="65056"/>
                  </a:lnTo>
                  <a:cubicBezTo>
                    <a:pt x="34480" y="64008"/>
                    <a:pt x="40957" y="56864"/>
                    <a:pt x="40957" y="48196"/>
                  </a:cubicBezTo>
                  <a:cubicBezTo>
                    <a:pt x="40957" y="38767"/>
                    <a:pt x="33338" y="31147"/>
                    <a:pt x="23908" y="31147"/>
                  </a:cubicBezTo>
                  <a:lnTo>
                    <a:pt x="23908" y="311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27"/>
            <p:cNvSpPr/>
            <p:nvPr/>
          </p:nvSpPr>
          <p:spPr>
            <a:xfrm>
              <a:off x="7199851" y="3398424"/>
              <a:ext cx="118300" cy="118300"/>
            </a:xfrm>
            <a:custGeom>
              <a:rect b="b" l="l" r="r" t="t"/>
              <a:pathLst>
                <a:path extrusionOk="0" h="118300" w="118300">
                  <a:moveTo>
                    <a:pt x="59150" y="0"/>
                  </a:moveTo>
                  <a:cubicBezTo>
                    <a:pt x="26575" y="0"/>
                    <a:pt x="0" y="26480"/>
                    <a:pt x="0" y="59150"/>
                  </a:cubicBezTo>
                  <a:cubicBezTo>
                    <a:pt x="0" y="91821"/>
                    <a:pt x="26479" y="118301"/>
                    <a:pt x="59150" y="118301"/>
                  </a:cubicBezTo>
                  <a:cubicBezTo>
                    <a:pt x="91821" y="118301"/>
                    <a:pt x="118300" y="91821"/>
                    <a:pt x="118300" y="59150"/>
                  </a:cubicBezTo>
                  <a:cubicBezTo>
                    <a:pt x="118300" y="26480"/>
                    <a:pt x="91821" y="0"/>
                    <a:pt x="59150" y="0"/>
                  </a:cubicBezTo>
                  <a:lnTo>
                    <a:pt x="59150" y="0"/>
                  </a:lnTo>
                  <a:close/>
                  <a:moveTo>
                    <a:pt x="59150" y="107061"/>
                  </a:moveTo>
                  <a:cubicBezTo>
                    <a:pt x="32671" y="107061"/>
                    <a:pt x="11239" y="85535"/>
                    <a:pt x="11239" y="59150"/>
                  </a:cubicBezTo>
                  <a:cubicBezTo>
                    <a:pt x="11239" y="32766"/>
                    <a:pt x="32766" y="11240"/>
                    <a:pt x="59150" y="11240"/>
                  </a:cubicBezTo>
                  <a:cubicBezTo>
                    <a:pt x="85534" y="11240"/>
                    <a:pt x="107061" y="32766"/>
                    <a:pt x="107061" y="59150"/>
                  </a:cubicBezTo>
                  <a:cubicBezTo>
                    <a:pt x="107061" y="85535"/>
                    <a:pt x="85534" y="107061"/>
                    <a:pt x="59150" y="107061"/>
                  </a:cubicBezTo>
                  <a:lnTo>
                    <a:pt x="59150" y="1070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27"/>
            <p:cNvSpPr/>
            <p:nvPr/>
          </p:nvSpPr>
          <p:spPr>
            <a:xfrm>
              <a:off x="7333582" y="3433191"/>
              <a:ext cx="48577" cy="48577"/>
            </a:xfrm>
            <a:custGeom>
              <a:rect b="b" l="l" r="r" t="t"/>
              <a:pathLst>
                <a:path extrusionOk="0" h="48577" w="48577">
                  <a:moveTo>
                    <a:pt x="24289" y="0"/>
                  </a:moveTo>
                  <a:cubicBezTo>
                    <a:pt x="10859" y="0"/>
                    <a:pt x="0" y="10954"/>
                    <a:pt x="0" y="24289"/>
                  </a:cubicBezTo>
                  <a:cubicBezTo>
                    <a:pt x="0" y="37624"/>
                    <a:pt x="10954" y="48577"/>
                    <a:pt x="24289" y="48577"/>
                  </a:cubicBezTo>
                  <a:cubicBezTo>
                    <a:pt x="37624" y="48577"/>
                    <a:pt x="48578" y="37624"/>
                    <a:pt x="48578" y="24289"/>
                  </a:cubicBezTo>
                  <a:cubicBezTo>
                    <a:pt x="48578" y="10954"/>
                    <a:pt x="37624" y="0"/>
                    <a:pt x="24289" y="0"/>
                  </a:cubicBezTo>
                  <a:lnTo>
                    <a:pt x="24289" y="0"/>
                  </a:lnTo>
                  <a:close/>
                  <a:moveTo>
                    <a:pt x="24289" y="37529"/>
                  </a:moveTo>
                  <a:cubicBezTo>
                    <a:pt x="17050" y="37529"/>
                    <a:pt x="11144" y="31623"/>
                    <a:pt x="11144" y="24384"/>
                  </a:cubicBezTo>
                  <a:cubicBezTo>
                    <a:pt x="11144" y="17145"/>
                    <a:pt x="17050" y="11239"/>
                    <a:pt x="24289" y="11239"/>
                  </a:cubicBezTo>
                  <a:cubicBezTo>
                    <a:pt x="31528" y="11239"/>
                    <a:pt x="37433" y="17145"/>
                    <a:pt x="37433" y="24384"/>
                  </a:cubicBezTo>
                  <a:cubicBezTo>
                    <a:pt x="37433" y="31623"/>
                    <a:pt x="31528" y="37529"/>
                    <a:pt x="24289" y="37529"/>
                  </a:cubicBezTo>
                  <a:lnTo>
                    <a:pt x="24289" y="375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27"/>
            <p:cNvSpPr/>
            <p:nvPr/>
          </p:nvSpPr>
          <p:spPr>
            <a:xfrm>
              <a:off x="7135938" y="3433286"/>
              <a:ext cx="48577" cy="48577"/>
            </a:xfrm>
            <a:custGeom>
              <a:rect b="b" l="l" r="r" t="t"/>
              <a:pathLst>
                <a:path extrusionOk="0" h="48577" w="48577">
                  <a:moveTo>
                    <a:pt x="24289" y="48578"/>
                  </a:moveTo>
                  <a:cubicBezTo>
                    <a:pt x="37719" y="48578"/>
                    <a:pt x="48578" y="37624"/>
                    <a:pt x="48578" y="24289"/>
                  </a:cubicBezTo>
                  <a:cubicBezTo>
                    <a:pt x="48578" y="10954"/>
                    <a:pt x="37624" y="0"/>
                    <a:pt x="24289" y="0"/>
                  </a:cubicBezTo>
                  <a:cubicBezTo>
                    <a:pt x="10954" y="0"/>
                    <a:pt x="0" y="10954"/>
                    <a:pt x="0" y="24289"/>
                  </a:cubicBezTo>
                  <a:cubicBezTo>
                    <a:pt x="0" y="37624"/>
                    <a:pt x="10954" y="48578"/>
                    <a:pt x="24289" y="48578"/>
                  </a:cubicBezTo>
                  <a:lnTo>
                    <a:pt x="24289" y="48578"/>
                  </a:lnTo>
                  <a:close/>
                  <a:moveTo>
                    <a:pt x="24289" y="11049"/>
                  </a:moveTo>
                  <a:cubicBezTo>
                    <a:pt x="31528" y="11049"/>
                    <a:pt x="37433" y="16954"/>
                    <a:pt x="37433" y="24194"/>
                  </a:cubicBezTo>
                  <a:cubicBezTo>
                    <a:pt x="37433" y="31433"/>
                    <a:pt x="31528" y="37338"/>
                    <a:pt x="24289" y="37338"/>
                  </a:cubicBezTo>
                  <a:cubicBezTo>
                    <a:pt x="17050" y="37338"/>
                    <a:pt x="11144" y="31433"/>
                    <a:pt x="11144" y="24194"/>
                  </a:cubicBezTo>
                  <a:cubicBezTo>
                    <a:pt x="11144" y="16954"/>
                    <a:pt x="17050" y="11049"/>
                    <a:pt x="24289" y="11049"/>
                  </a:cubicBezTo>
                  <a:lnTo>
                    <a:pt x="24289" y="110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27"/>
            <p:cNvSpPr/>
            <p:nvPr/>
          </p:nvSpPr>
          <p:spPr>
            <a:xfrm>
              <a:off x="7326248" y="3510057"/>
              <a:ext cx="76581" cy="11239"/>
            </a:xfrm>
            <a:custGeom>
              <a:rect b="b" l="l" r="r" t="t"/>
              <a:pathLst>
                <a:path extrusionOk="0" h="11239" w="76581">
                  <a:moveTo>
                    <a:pt x="0" y="5620"/>
                  </a:moveTo>
                  <a:cubicBezTo>
                    <a:pt x="0" y="8668"/>
                    <a:pt x="2477" y="11240"/>
                    <a:pt x="5620" y="11240"/>
                  </a:cubicBezTo>
                  <a:lnTo>
                    <a:pt x="70961" y="11240"/>
                  </a:lnTo>
                  <a:cubicBezTo>
                    <a:pt x="74009" y="11240"/>
                    <a:pt x="76581" y="8763"/>
                    <a:pt x="76581" y="5620"/>
                  </a:cubicBezTo>
                  <a:cubicBezTo>
                    <a:pt x="76581" y="2477"/>
                    <a:pt x="74105" y="0"/>
                    <a:pt x="70961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27"/>
            <p:cNvSpPr/>
            <p:nvPr/>
          </p:nvSpPr>
          <p:spPr>
            <a:xfrm>
              <a:off x="7115174" y="3393757"/>
              <a:ext cx="76581" cy="11239"/>
            </a:xfrm>
            <a:custGeom>
              <a:rect b="b" l="l" r="r" t="t"/>
              <a:pathLst>
                <a:path extrusionOk="0" h="11239" w="76581">
                  <a:moveTo>
                    <a:pt x="76581" y="5620"/>
                  </a:moveTo>
                  <a:cubicBezTo>
                    <a:pt x="76581" y="2572"/>
                    <a:pt x="74104" y="0"/>
                    <a:pt x="70961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70961" y="11239"/>
                  </a:lnTo>
                  <a:cubicBezTo>
                    <a:pt x="74009" y="11239"/>
                    <a:pt x="76581" y="8763"/>
                    <a:pt x="76581" y="5620"/>
                  </a:cubicBezTo>
                  <a:lnTo>
                    <a:pt x="76581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27"/>
            <p:cNvSpPr/>
            <p:nvPr/>
          </p:nvSpPr>
          <p:spPr>
            <a:xfrm>
              <a:off x="7116222" y="3411474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39"/>
                    <a:pt x="5620" y="11239"/>
                  </a:cubicBezTo>
                  <a:cubicBezTo>
                    <a:pt x="8763" y="11239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6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27"/>
            <p:cNvSpPr/>
            <p:nvPr/>
          </p:nvSpPr>
          <p:spPr>
            <a:xfrm>
              <a:off x="7132986" y="3411569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11239" y="5620"/>
                  </a:moveTo>
                  <a:lnTo>
                    <a:pt x="11239" y="5620"/>
                  </a:lnTo>
                  <a:cubicBezTo>
                    <a:pt x="11239" y="2476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27"/>
            <p:cNvSpPr/>
            <p:nvPr/>
          </p:nvSpPr>
          <p:spPr>
            <a:xfrm>
              <a:off x="7149845" y="3411569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11239" y="5620"/>
                  </a:moveTo>
                  <a:lnTo>
                    <a:pt x="11239" y="5620"/>
                  </a:lnTo>
                  <a:cubicBezTo>
                    <a:pt x="11239" y="2476"/>
                    <a:pt x="8763" y="0"/>
                    <a:pt x="5620" y="0"/>
                  </a:cubicBezTo>
                  <a:cubicBezTo>
                    <a:pt x="2476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6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27"/>
            <p:cNvSpPr/>
            <p:nvPr/>
          </p:nvSpPr>
          <p:spPr>
            <a:xfrm>
              <a:off x="7357014" y="3493674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40"/>
                    <a:pt x="5619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19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27"/>
            <p:cNvSpPr/>
            <p:nvPr/>
          </p:nvSpPr>
          <p:spPr>
            <a:xfrm>
              <a:off x="7373873" y="3493674"/>
              <a:ext cx="11240" cy="11239"/>
            </a:xfrm>
            <a:custGeom>
              <a:rect b="b" l="l" r="r" t="t"/>
              <a:pathLst>
                <a:path extrusionOk="0" h="11239" w="11240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7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27"/>
            <p:cNvSpPr/>
            <p:nvPr/>
          </p:nvSpPr>
          <p:spPr>
            <a:xfrm>
              <a:off x="7390637" y="3493674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11239" y="5620"/>
                  </a:move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5" name="Google Shape;1075;p27"/>
          <p:cNvGrpSpPr/>
          <p:nvPr/>
        </p:nvGrpSpPr>
        <p:grpSpPr>
          <a:xfrm>
            <a:off x="4816404" y="2642436"/>
            <a:ext cx="379877" cy="426003"/>
            <a:chOff x="6312312" y="3238500"/>
            <a:chExt cx="339661" cy="380904"/>
          </a:xfrm>
        </p:grpSpPr>
        <p:sp>
          <p:nvSpPr>
            <p:cNvPr id="1076" name="Google Shape;1076;p27"/>
            <p:cNvSpPr/>
            <p:nvPr/>
          </p:nvSpPr>
          <p:spPr>
            <a:xfrm>
              <a:off x="6312312" y="3238500"/>
              <a:ext cx="339661" cy="380904"/>
            </a:xfrm>
            <a:custGeom>
              <a:rect b="b" l="l" r="r" t="t"/>
              <a:pathLst>
                <a:path extrusionOk="0" h="380904" w="339661">
                  <a:moveTo>
                    <a:pt x="335185" y="180784"/>
                  </a:moveTo>
                  <a:lnTo>
                    <a:pt x="290894" y="138589"/>
                  </a:lnTo>
                  <a:lnTo>
                    <a:pt x="290894" y="14002"/>
                  </a:lnTo>
                  <a:cubicBezTo>
                    <a:pt x="290894" y="6287"/>
                    <a:pt x="284607" y="0"/>
                    <a:pt x="276892" y="0"/>
                  </a:cubicBezTo>
                  <a:lnTo>
                    <a:pt x="62389" y="0"/>
                  </a:lnTo>
                  <a:cubicBezTo>
                    <a:pt x="54674" y="0"/>
                    <a:pt x="48387" y="6287"/>
                    <a:pt x="48387" y="14002"/>
                  </a:cubicBezTo>
                  <a:lnTo>
                    <a:pt x="48387" y="65437"/>
                  </a:lnTo>
                  <a:cubicBezTo>
                    <a:pt x="48387" y="68485"/>
                    <a:pt x="50863" y="71057"/>
                    <a:pt x="54007" y="71057"/>
                  </a:cubicBezTo>
                  <a:cubicBezTo>
                    <a:pt x="57150" y="71057"/>
                    <a:pt x="59627" y="68580"/>
                    <a:pt x="59627" y="65437"/>
                  </a:cubicBezTo>
                  <a:lnTo>
                    <a:pt x="59627" y="14002"/>
                  </a:lnTo>
                  <a:cubicBezTo>
                    <a:pt x="59627" y="12478"/>
                    <a:pt x="60865" y="11144"/>
                    <a:pt x="62484" y="11144"/>
                  </a:cubicBezTo>
                  <a:lnTo>
                    <a:pt x="276987" y="11144"/>
                  </a:lnTo>
                  <a:cubicBezTo>
                    <a:pt x="278511" y="11144"/>
                    <a:pt x="279845" y="12383"/>
                    <a:pt x="279845" y="14002"/>
                  </a:cubicBezTo>
                  <a:lnTo>
                    <a:pt x="279845" y="226504"/>
                  </a:lnTo>
                  <a:lnTo>
                    <a:pt x="230981" y="279083"/>
                  </a:lnTo>
                  <a:lnTo>
                    <a:pt x="200311" y="250317"/>
                  </a:lnTo>
                  <a:cubicBezTo>
                    <a:pt x="196120" y="246412"/>
                    <a:pt x="190786" y="244316"/>
                    <a:pt x="185071" y="244316"/>
                  </a:cubicBezTo>
                  <a:lnTo>
                    <a:pt x="155734" y="244316"/>
                  </a:lnTo>
                  <a:cubicBezTo>
                    <a:pt x="150114" y="244316"/>
                    <a:pt x="144685" y="246412"/>
                    <a:pt x="140589" y="250222"/>
                  </a:cubicBezTo>
                  <a:lnTo>
                    <a:pt x="109061" y="279463"/>
                  </a:lnTo>
                  <a:lnTo>
                    <a:pt x="59817" y="226409"/>
                  </a:lnTo>
                  <a:lnTo>
                    <a:pt x="59817" y="90107"/>
                  </a:lnTo>
                  <a:cubicBezTo>
                    <a:pt x="59817" y="87058"/>
                    <a:pt x="57341" y="84487"/>
                    <a:pt x="54197" y="84487"/>
                  </a:cubicBezTo>
                  <a:cubicBezTo>
                    <a:pt x="51054" y="84487"/>
                    <a:pt x="48578" y="86963"/>
                    <a:pt x="48578" y="90107"/>
                  </a:cubicBezTo>
                  <a:lnTo>
                    <a:pt x="48578" y="138493"/>
                  </a:lnTo>
                  <a:lnTo>
                    <a:pt x="4191" y="180784"/>
                  </a:lnTo>
                  <a:cubicBezTo>
                    <a:pt x="1524" y="183356"/>
                    <a:pt x="0" y="187071"/>
                    <a:pt x="0" y="190786"/>
                  </a:cubicBezTo>
                  <a:lnTo>
                    <a:pt x="0" y="366998"/>
                  </a:lnTo>
                  <a:cubicBezTo>
                    <a:pt x="0" y="374713"/>
                    <a:pt x="6287" y="380905"/>
                    <a:pt x="13907" y="380905"/>
                  </a:cubicBezTo>
                  <a:lnTo>
                    <a:pt x="325755" y="380905"/>
                  </a:lnTo>
                  <a:cubicBezTo>
                    <a:pt x="333470" y="380905"/>
                    <a:pt x="339662" y="374618"/>
                    <a:pt x="339662" y="366998"/>
                  </a:cubicBezTo>
                  <a:lnTo>
                    <a:pt x="339662" y="313658"/>
                  </a:lnTo>
                  <a:cubicBezTo>
                    <a:pt x="339662" y="310610"/>
                    <a:pt x="337185" y="308038"/>
                    <a:pt x="334042" y="308038"/>
                  </a:cubicBezTo>
                  <a:cubicBezTo>
                    <a:pt x="330899" y="308038"/>
                    <a:pt x="328422" y="310515"/>
                    <a:pt x="328422" y="313658"/>
                  </a:cubicBezTo>
                  <a:lnTo>
                    <a:pt x="328422" y="366998"/>
                  </a:lnTo>
                  <a:cubicBezTo>
                    <a:pt x="328422" y="367951"/>
                    <a:pt x="327946" y="368713"/>
                    <a:pt x="327279" y="369189"/>
                  </a:cubicBezTo>
                  <a:lnTo>
                    <a:pt x="239173" y="286607"/>
                  </a:lnTo>
                  <a:lnTo>
                    <a:pt x="323660" y="195643"/>
                  </a:lnTo>
                  <a:cubicBezTo>
                    <a:pt x="324803" y="194405"/>
                    <a:pt x="326136" y="194786"/>
                    <a:pt x="326708" y="194977"/>
                  </a:cubicBezTo>
                  <a:cubicBezTo>
                    <a:pt x="327279" y="195167"/>
                    <a:pt x="328422" y="195834"/>
                    <a:pt x="328422" y="197549"/>
                  </a:cubicBezTo>
                  <a:lnTo>
                    <a:pt x="328422" y="288798"/>
                  </a:lnTo>
                  <a:cubicBezTo>
                    <a:pt x="328422" y="291846"/>
                    <a:pt x="330899" y="294418"/>
                    <a:pt x="334042" y="294418"/>
                  </a:cubicBezTo>
                  <a:cubicBezTo>
                    <a:pt x="337185" y="294418"/>
                    <a:pt x="339662" y="291941"/>
                    <a:pt x="339662" y="288798"/>
                  </a:cubicBezTo>
                  <a:lnTo>
                    <a:pt x="339662" y="190786"/>
                  </a:lnTo>
                  <a:cubicBezTo>
                    <a:pt x="339662" y="187071"/>
                    <a:pt x="338138" y="183356"/>
                    <a:pt x="335375" y="180689"/>
                  </a:cubicBezTo>
                  <a:lnTo>
                    <a:pt x="335375" y="180689"/>
                  </a:lnTo>
                  <a:close/>
                  <a:moveTo>
                    <a:pt x="12002" y="369284"/>
                  </a:moveTo>
                  <a:cubicBezTo>
                    <a:pt x="11335" y="368808"/>
                    <a:pt x="10859" y="367951"/>
                    <a:pt x="10859" y="366998"/>
                  </a:cubicBezTo>
                  <a:lnTo>
                    <a:pt x="10859" y="197644"/>
                  </a:lnTo>
                  <a:cubicBezTo>
                    <a:pt x="10859" y="195929"/>
                    <a:pt x="12097" y="195263"/>
                    <a:pt x="12573" y="195072"/>
                  </a:cubicBezTo>
                  <a:cubicBezTo>
                    <a:pt x="13145" y="194882"/>
                    <a:pt x="14478" y="194500"/>
                    <a:pt x="15621" y="195739"/>
                  </a:cubicBezTo>
                  <a:lnTo>
                    <a:pt x="100489" y="287084"/>
                  </a:lnTo>
                  <a:lnTo>
                    <a:pt x="12002" y="369189"/>
                  </a:lnTo>
                  <a:close/>
                  <a:moveTo>
                    <a:pt x="48292" y="214503"/>
                  </a:moveTo>
                  <a:lnTo>
                    <a:pt x="23813" y="188214"/>
                  </a:lnTo>
                  <a:cubicBezTo>
                    <a:pt x="21812" y="186118"/>
                    <a:pt x="19336" y="184690"/>
                    <a:pt x="16669" y="184118"/>
                  </a:cubicBezTo>
                  <a:lnTo>
                    <a:pt x="48196" y="154114"/>
                  </a:lnTo>
                  <a:lnTo>
                    <a:pt x="48196" y="214598"/>
                  </a:lnTo>
                  <a:close/>
                  <a:moveTo>
                    <a:pt x="27908" y="369856"/>
                  </a:moveTo>
                  <a:lnTo>
                    <a:pt x="147923" y="258509"/>
                  </a:lnTo>
                  <a:cubicBezTo>
                    <a:pt x="150019" y="256604"/>
                    <a:pt x="152686" y="255556"/>
                    <a:pt x="155543" y="255556"/>
                  </a:cubicBezTo>
                  <a:lnTo>
                    <a:pt x="184880" y="255556"/>
                  </a:lnTo>
                  <a:cubicBezTo>
                    <a:pt x="187738" y="255556"/>
                    <a:pt x="190405" y="256604"/>
                    <a:pt x="192500" y="258604"/>
                  </a:cubicBezTo>
                  <a:lnTo>
                    <a:pt x="311372" y="369951"/>
                  </a:lnTo>
                  <a:lnTo>
                    <a:pt x="27908" y="369951"/>
                  </a:lnTo>
                  <a:close/>
                  <a:moveTo>
                    <a:pt x="290798" y="214503"/>
                  </a:moveTo>
                  <a:lnTo>
                    <a:pt x="290798" y="154019"/>
                  </a:lnTo>
                  <a:lnTo>
                    <a:pt x="322326" y="184023"/>
                  </a:lnTo>
                  <a:cubicBezTo>
                    <a:pt x="319659" y="184595"/>
                    <a:pt x="317183" y="186023"/>
                    <a:pt x="315182" y="188119"/>
                  </a:cubicBezTo>
                  <a:lnTo>
                    <a:pt x="290703" y="2144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27"/>
            <p:cNvSpPr/>
            <p:nvPr/>
          </p:nvSpPr>
          <p:spPr>
            <a:xfrm>
              <a:off x="6417372" y="3587210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39"/>
                    <a:pt x="5620" y="11239"/>
                  </a:cubicBezTo>
                  <a:cubicBezTo>
                    <a:pt x="8763" y="11239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6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27"/>
            <p:cNvSpPr/>
            <p:nvPr/>
          </p:nvSpPr>
          <p:spPr>
            <a:xfrm>
              <a:off x="6399751" y="3587210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6" y="11239"/>
                    <a:pt x="5620" y="11239"/>
                  </a:cubicBezTo>
                  <a:cubicBezTo>
                    <a:pt x="8763" y="11239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6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27"/>
            <p:cNvSpPr/>
            <p:nvPr/>
          </p:nvSpPr>
          <p:spPr>
            <a:xfrm>
              <a:off x="6382035" y="3587210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39"/>
                    <a:pt x="5620" y="11239"/>
                  </a:cubicBezTo>
                  <a:cubicBezTo>
                    <a:pt x="8763" y="11239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6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27"/>
            <p:cNvSpPr/>
            <p:nvPr/>
          </p:nvSpPr>
          <p:spPr>
            <a:xfrm>
              <a:off x="6388321" y="3263836"/>
              <a:ext cx="21621" cy="11239"/>
            </a:xfrm>
            <a:custGeom>
              <a:rect b="b" l="l" r="r" t="t"/>
              <a:pathLst>
                <a:path extrusionOk="0" h="11239" w="21621">
                  <a:moveTo>
                    <a:pt x="16002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6002" y="11239"/>
                  </a:lnTo>
                  <a:cubicBezTo>
                    <a:pt x="19050" y="11239"/>
                    <a:pt x="21622" y="8763"/>
                    <a:pt x="21622" y="5620"/>
                  </a:cubicBezTo>
                  <a:cubicBezTo>
                    <a:pt x="21622" y="2476"/>
                    <a:pt x="19145" y="0"/>
                    <a:pt x="16002" y="0"/>
                  </a:cubicBezTo>
                  <a:lnTo>
                    <a:pt x="16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27"/>
            <p:cNvSpPr/>
            <p:nvPr/>
          </p:nvSpPr>
          <p:spPr>
            <a:xfrm>
              <a:off x="6453663" y="3295168"/>
              <a:ext cx="121254" cy="115734"/>
            </a:xfrm>
            <a:custGeom>
              <a:rect b="b" l="l" r="r" t="t"/>
              <a:pathLst>
                <a:path extrusionOk="0" h="115734" w="121254">
                  <a:moveTo>
                    <a:pt x="103537" y="12102"/>
                  </a:moveTo>
                  <a:cubicBezTo>
                    <a:pt x="99155" y="7626"/>
                    <a:pt x="94107" y="4006"/>
                    <a:pt x="88583" y="1149"/>
                  </a:cubicBezTo>
                  <a:cubicBezTo>
                    <a:pt x="86011" y="-185"/>
                    <a:pt x="82963" y="-375"/>
                    <a:pt x="80201" y="672"/>
                  </a:cubicBezTo>
                  <a:cubicBezTo>
                    <a:pt x="77438" y="1720"/>
                    <a:pt x="75248" y="3816"/>
                    <a:pt x="74104" y="6578"/>
                  </a:cubicBezTo>
                  <a:lnTo>
                    <a:pt x="57055" y="49059"/>
                  </a:lnTo>
                  <a:lnTo>
                    <a:pt x="11525" y="44392"/>
                  </a:lnTo>
                  <a:cubicBezTo>
                    <a:pt x="8573" y="44106"/>
                    <a:pt x="5620" y="45059"/>
                    <a:pt x="3524" y="47059"/>
                  </a:cubicBezTo>
                  <a:cubicBezTo>
                    <a:pt x="1334" y="49059"/>
                    <a:pt x="95" y="51917"/>
                    <a:pt x="0" y="54870"/>
                  </a:cubicBezTo>
                  <a:cubicBezTo>
                    <a:pt x="0" y="71443"/>
                    <a:pt x="6382" y="86874"/>
                    <a:pt x="18193" y="98494"/>
                  </a:cubicBezTo>
                  <a:cubicBezTo>
                    <a:pt x="23146" y="103256"/>
                    <a:pt x="28766" y="107162"/>
                    <a:pt x="34957" y="110115"/>
                  </a:cubicBezTo>
                  <a:cubicBezTo>
                    <a:pt x="37719" y="111448"/>
                    <a:pt x="41053" y="110115"/>
                    <a:pt x="42386" y="107352"/>
                  </a:cubicBezTo>
                  <a:cubicBezTo>
                    <a:pt x="43720" y="104590"/>
                    <a:pt x="42386" y="101256"/>
                    <a:pt x="39719" y="99923"/>
                  </a:cubicBezTo>
                  <a:cubicBezTo>
                    <a:pt x="34671" y="97542"/>
                    <a:pt x="30004" y="94398"/>
                    <a:pt x="26003" y="90493"/>
                  </a:cubicBezTo>
                  <a:cubicBezTo>
                    <a:pt x="16574" y="81254"/>
                    <a:pt x="11240" y="68871"/>
                    <a:pt x="11144" y="55631"/>
                  </a:cubicBezTo>
                  <a:lnTo>
                    <a:pt x="58103" y="60489"/>
                  </a:lnTo>
                  <a:lnTo>
                    <a:pt x="91440" y="93827"/>
                  </a:lnTo>
                  <a:cubicBezTo>
                    <a:pt x="82963" y="100590"/>
                    <a:pt x="72485" y="104304"/>
                    <a:pt x="61436" y="104495"/>
                  </a:cubicBezTo>
                  <a:cubicBezTo>
                    <a:pt x="58388" y="104495"/>
                    <a:pt x="55912" y="107067"/>
                    <a:pt x="55912" y="110210"/>
                  </a:cubicBezTo>
                  <a:cubicBezTo>
                    <a:pt x="55912" y="113258"/>
                    <a:pt x="58484" y="115734"/>
                    <a:pt x="61532" y="115734"/>
                  </a:cubicBezTo>
                  <a:cubicBezTo>
                    <a:pt x="61532" y="115734"/>
                    <a:pt x="61532" y="115734"/>
                    <a:pt x="61532" y="115734"/>
                  </a:cubicBezTo>
                  <a:cubicBezTo>
                    <a:pt x="77058" y="115449"/>
                    <a:pt x="91726" y="109448"/>
                    <a:pt x="102775" y="98685"/>
                  </a:cubicBezTo>
                  <a:cubicBezTo>
                    <a:pt x="102965" y="98494"/>
                    <a:pt x="103061" y="98399"/>
                    <a:pt x="103251" y="98208"/>
                  </a:cubicBezTo>
                  <a:cubicBezTo>
                    <a:pt x="103251" y="98208"/>
                    <a:pt x="103346" y="98113"/>
                    <a:pt x="103442" y="98018"/>
                  </a:cubicBezTo>
                  <a:cubicBezTo>
                    <a:pt x="103442" y="98018"/>
                    <a:pt x="103632" y="97827"/>
                    <a:pt x="103727" y="97732"/>
                  </a:cubicBezTo>
                  <a:cubicBezTo>
                    <a:pt x="114871" y="86397"/>
                    <a:pt x="121158" y="71538"/>
                    <a:pt x="121253" y="55536"/>
                  </a:cubicBezTo>
                  <a:cubicBezTo>
                    <a:pt x="121349" y="39153"/>
                    <a:pt x="115062" y="23818"/>
                    <a:pt x="103442" y="12198"/>
                  </a:cubicBezTo>
                  <a:lnTo>
                    <a:pt x="103442" y="12198"/>
                  </a:lnTo>
                  <a:close/>
                  <a:moveTo>
                    <a:pt x="84201" y="11436"/>
                  </a:moveTo>
                  <a:cubicBezTo>
                    <a:pt x="88392" y="13722"/>
                    <a:pt x="92297" y="16579"/>
                    <a:pt x="95726" y="20008"/>
                  </a:cubicBezTo>
                  <a:cubicBezTo>
                    <a:pt x="105156" y="29438"/>
                    <a:pt x="110300" y="42011"/>
                    <a:pt x="110204" y="55346"/>
                  </a:cubicBezTo>
                  <a:cubicBezTo>
                    <a:pt x="110204" y="66585"/>
                    <a:pt x="106299" y="77158"/>
                    <a:pt x="99441" y="85826"/>
                  </a:cubicBezTo>
                  <a:lnTo>
                    <a:pt x="67246" y="53631"/>
                  </a:lnTo>
                  <a:lnTo>
                    <a:pt x="84201" y="114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27"/>
            <p:cNvSpPr/>
            <p:nvPr/>
          </p:nvSpPr>
          <p:spPr>
            <a:xfrm>
              <a:off x="6442687" y="3268547"/>
              <a:ext cx="84125" cy="65773"/>
            </a:xfrm>
            <a:custGeom>
              <a:rect b="b" l="l" r="r" t="t"/>
              <a:pathLst>
                <a:path extrusionOk="0" h="65773" w="84125">
                  <a:moveTo>
                    <a:pt x="76699" y="2433"/>
                  </a:moveTo>
                  <a:cubicBezTo>
                    <a:pt x="55363" y="-3759"/>
                    <a:pt x="32407" y="2052"/>
                    <a:pt x="16786" y="17768"/>
                  </a:cubicBezTo>
                  <a:cubicBezTo>
                    <a:pt x="8309" y="26245"/>
                    <a:pt x="2594" y="36913"/>
                    <a:pt x="213" y="48534"/>
                  </a:cubicBezTo>
                  <a:cubicBezTo>
                    <a:pt x="-359" y="51486"/>
                    <a:pt x="213" y="54439"/>
                    <a:pt x="2022" y="56820"/>
                  </a:cubicBezTo>
                  <a:cubicBezTo>
                    <a:pt x="3737" y="59202"/>
                    <a:pt x="6404" y="60726"/>
                    <a:pt x="9357" y="61011"/>
                  </a:cubicBezTo>
                  <a:lnTo>
                    <a:pt x="55363" y="65774"/>
                  </a:lnTo>
                  <a:cubicBezTo>
                    <a:pt x="55363" y="65774"/>
                    <a:pt x="56029" y="65774"/>
                    <a:pt x="56410" y="65774"/>
                  </a:cubicBezTo>
                  <a:cubicBezTo>
                    <a:pt x="60601" y="65774"/>
                    <a:pt x="64507" y="63202"/>
                    <a:pt x="66126" y="59202"/>
                  </a:cubicBezTo>
                  <a:lnTo>
                    <a:pt x="83366" y="16244"/>
                  </a:lnTo>
                  <a:cubicBezTo>
                    <a:pt x="84509" y="13482"/>
                    <a:pt x="84319" y="10434"/>
                    <a:pt x="83080" y="7767"/>
                  </a:cubicBezTo>
                  <a:cubicBezTo>
                    <a:pt x="81842" y="5100"/>
                    <a:pt x="79461" y="3195"/>
                    <a:pt x="76699" y="2337"/>
                  </a:cubicBezTo>
                  <a:lnTo>
                    <a:pt x="76699" y="2337"/>
                  </a:lnTo>
                  <a:close/>
                  <a:moveTo>
                    <a:pt x="56125" y="54630"/>
                  </a:moveTo>
                  <a:lnTo>
                    <a:pt x="11357" y="50058"/>
                  </a:lnTo>
                  <a:cubicBezTo>
                    <a:pt x="13357" y="40818"/>
                    <a:pt x="17929" y="32341"/>
                    <a:pt x="24692" y="25674"/>
                  </a:cubicBezTo>
                  <a:cubicBezTo>
                    <a:pt x="37265" y="13101"/>
                    <a:pt x="55648" y="8243"/>
                    <a:pt x="72793" y="12910"/>
                  </a:cubicBezTo>
                  <a:lnTo>
                    <a:pt x="56029" y="546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27"/>
            <p:cNvSpPr/>
            <p:nvPr/>
          </p:nvSpPr>
          <p:spPr>
            <a:xfrm>
              <a:off x="6397084" y="3396138"/>
              <a:ext cx="43815" cy="11239"/>
            </a:xfrm>
            <a:custGeom>
              <a:rect b="b" l="l" r="r" t="t"/>
              <a:pathLst>
                <a:path extrusionOk="0" h="11239" w="43815">
                  <a:moveTo>
                    <a:pt x="38195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38195" y="11239"/>
                  </a:lnTo>
                  <a:cubicBezTo>
                    <a:pt x="41243" y="11239"/>
                    <a:pt x="43815" y="8763"/>
                    <a:pt x="43815" y="5620"/>
                  </a:cubicBezTo>
                  <a:cubicBezTo>
                    <a:pt x="43815" y="2476"/>
                    <a:pt x="41339" y="0"/>
                    <a:pt x="38195" y="0"/>
                  </a:cubicBezTo>
                  <a:lnTo>
                    <a:pt x="381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27"/>
            <p:cNvSpPr/>
            <p:nvPr/>
          </p:nvSpPr>
          <p:spPr>
            <a:xfrm>
              <a:off x="6489477" y="3420617"/>
              <a:ext cx="12858" cy="11239"/>
            </a:xfrm>
            <a:custGeom>
              <a:rect b="b" l="l" r="r" t="t"/>
              <a:pathLst>
                <a:path extrusionOk="0" h="11239" w="12858">
                  <a:moveTo>
                    <a:pt x="72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7239" y="11240"/>
                  </a:lnTo>
                  <a:cubicBezTo>
                    <a:pt x="10287" y="11240"/>
                    <a:pt x="12859" y="8763"/>
                    <a:pt x="12859" y="5620"/>
                  </a:cubicBezTo>
                  <a:cubicBezTo>
                    <a:pt x="12859" y="2477"/>
                    <a:pt x="10382" y="0"/>
                    <a:pt x="7239" y="0"/>
                  </a:cubicBezTo>
                  <a:lnTo>
                    <a:pt x="7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27"/>
            <p:cNvSpPr/>
            <p:nvPr/>
          </p:nvSpPr>
          <p:spPr>
            <a:xfrm>
              <a:off x="6454806" y="3420522"/>
              <a:ext cx="25145" cy="11239"/>
            </a:xfrm>
            <a:custGeom>
              <a:rect b="b" l="l" r="r" t="t"/>
              <a:pathLst>
                <a:path extrusionOk="0" h="11239" w="25145">
                  <a:moveTo>
                    <a:pt x="19526" y="11239"/>
                  </a:moveTo>
                  <a:cubicBezTo>
                    <a:pt x="22574" y="11239"/>
                    <a:pt x="25146" y="8763"/>
                    <a:pt x="25146" y="5620"/>
                  </a:cubicBezTo>
                  <a:cubicBezTo>
                    <a:pt x="25146" y="2476"/>
                    <a:pt x="22669" y="0"/>
                    <a:pt x="19526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19526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27"/>
            <p:cNvSpPr/>
            <p:nvPr/>
          </p:nvSpPr>
          <p:spPr>
            <a:xfrm>
              <a:off x="6397084" y="3420617"/>
              <a:ext cx="48196" cy="11239"/>
            </a:xfrm>
            <a:custGeom>
              <a:rect b="b" l="l" r="r" t="t"/>
              <a:pathLst>
                <a:path extrusionOk="0" h="11239" w="48196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42577" y="11240"/>
                  </a:lnTo>
                  <a:cubicBezTo>
                    <a:pt x="45625" y="11240"/>
                    <a:pt x="48197" y="8763"/>
                    <a:pt x="48197" y="5620"/>
                  </a:cubicBezTo>
                  <a:cubicBezTo>
                    <a:pt x="48197" y="2477"/>
                    <a:pt x="45720" y="0"/>
                    <a:pt x="42577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27"/>
            <p:cNvSpPr/>
            <p:nvPr/>
          </p:nvSpPr>
          <p:spPr>
            <a:xfrm>
              <a:off x="6431088" y="3440906"/>
              <a:ext cx="71247" cy="11239"/>
            </a:xfrm>
            <a:custGeom>
              <a:rect b="b" l="l" r="r" t="t"/>
              <a:pathLst>
                <a:path extrusionOk="0" h="11239" w="71247">
                  <a:moveTo>
                    <a:pt x="65627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65627" y="11239"/>
                  </a:lnTo>
                  <a:cubicBezTo>
                    <a:pt x="68675" y="11239"/>
                    <a:pt x="71247" y="8763"/>
                    <a:pt x="71247" y="5620"/>
                  </a:cubicBezTo>
                  <a:cubicBezTo>
                    <a:pt x="71247" y="2476"/>
                    <a:pt x="68771" y="0"/>
                    <a:pt x="65627" y="0"/>
                  </a:cubicBezTo>
                  <a:lnTo>
                    <a:pt x="656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27"/>
            <p:cNvSpPr/>
            <p:nvPr/>
          </p:nvSpPr>
          <p:spPr>
            <a:xfrm>
              <a:off x="6397084" y="3440906"/>
              <a:ext cx="24574" cy="11239"/>
            </a:xfrm>
            <a:custGeom>
              <a:rect b="b" l="l" r="r" t="t"/>
              <a:pathLst>
                <a:path extrusionOk="0" h="11239" w="24574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8955" y="11239"/>
                  </a:lnTo>
                  <a:cubicBezTo>
                    <a:pt x="22003" y="11239"/>
                    <a:pt x="24575" y="8763"/>
                    <a:pt x="24575" y="5620"/>
                  </a:cubicBezTo>
                  <a:cubicBezTo>
                    <a:pt x="24575" y="2476"/>
                    <a:pt x="22098" y="0"/>
                    <a:pt x="18955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27"/>
            <p:cNvSpPr/>
            <p:nvPr/>
          </p:nvSpPr>
          <p:spPr>
            <a:xfrm>
              <a:off x="6443947" y="3461099"/>
              <a:ext cx="58388" cy="11239"/>
            </a:xfrm>
            <a:custGeom>
              <a:rect b="b" l="l" r="r" t="t"/>
              <a:pathLst>
                <a:path extrusionOk="0" h="11239" w="58388">
                  <a:moveTo>
                    <a:pt x="5276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2769" y="11240"/>
                  </a:lnTo>
                  <a:cubicBezTo>
                    <a:pt x="55817" y="11240"/>
                    <a:pt x="58388" y="8763"/>
                    <a:pt x="58388" y="5620"/>
                  </a:cubicBezTo>
                  <a:cubicBezTo>
                    <a:pt x="58388" y="2477"/>
                    <a:pt x="55912" y="0"/>
                    <a:pt x="52769" y="0"/>
                  </a:cubicBezTo>
                  <a:lnTo>
                    <a:pt x="527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27"/>
            <p:cNvSpPr/>
            <p:nvPr/>
          </p:nvSpPr>
          <p:spPr>
            <a:xfrm>
              <a:off x="6524719" y="3415665"/>
              <a:ext cx="36099" cy="62674"/>
            </a:xfrm>
            <a:custGeom>
              <a:rect b="b" l="l" r="r" t="t"/>
              <a:pathLst>
                <a:path extrusionOk="0" h="62674" w="36099">
                  <a:moveTo>
                    <a:pt x="18002" y="62579"/>
                  </a:moveTo>
                  <a:cubicBezTo>
                    <a:pt x="21050" y="62579"/>
                    <a:pt x="23622" y="60103"/>
                    <a:pt x="23622" y="56959"/>
                  </a:cubicBezTo>
                  <a:lnTo>
                    <a:pt x="23622" y="56102"/>
                  </a:lnTo>
                  <a:cubicBezTo>
                    <a:pt x="30671" y="54864"/>
                    <a:pt x="36100" y="48673"/>
                    <a:pt x="36100" y="41243"/>
                  </a:cubicBezTo>
                  <a:cubicBezTo>
                    <a:pt x="36100" y="32861"/>
                    <a:pt x="29337" y="26098"/>
                    <a:pt x="20955" y="26098"/>
                  </a:cubicBezTo>
                  <a:lnTo>
                    <a:pt x="15145" y="26098"/>
                  </a:lnTo>
                  <a:cubicBezTo>
                    <a:pt x="12954" y="26098"/>
                    <a:pt x="11144" y="24289"/>
                    <a:pt x="11144" y="22098"/>
                  </a:cubicBezTo>
                  <a:cubicBezTo>
                    <a:pt x="11144" y="19907"/>
                    <a:pt x="12954" y="18097"/>
                    <a:pt x="15145" y="18097"/>
                  </a:cubicBezTo>
                  <a:lnTo>
                    <a:pt x="20955" y="18097"/>
                  </a:lnTo>
                  <a:cubicBezTo>
                    <a:pt x="22288" y="18097"/>
                    <a:pt x="23527" y="18764"/>
                    <a:pt x="24289" y="19812"/>
                  </a:cubicBezTo>
                  <a:cubicBezTo>
                    <a:pt x="26003" y="22384"/>
                    <a:pt x="29527" y="23050"/>
                    <a:pt x="32004" y="21336"/>
                  </a:cubicBezTo>
                  <a:cubicBezTo>
                    <a:pt x="34576" y="19621"/>
                    <a:pt x="35242" y="16097"/>
                    <a:pt x="33528" y="13621"/>
                  </a:cubicBezTo>
                  <a:cubicBezTo>
                    <a:pt x="31242" y="10192"/>
                    <a:pt x="27622" y="7906"/>
                    <a:pt x="23717" y="7239"/>
                  </a:cubicBezTo>
                  <a:lnTo>
                    <a:pt x="23717" y="5620"/>
                  </a:lnTo>
                  <a:cubicBezTo>
                    <a:pt x="23717" y="2572"/>
                    <a:pt x="21241" y="0"/>
                    <a:pt x="18097" y="0"/>
                  </a:cubicBezTo>
                  <a:cubicBezTo>
                    <a:pt x="14954" y="0"/>
                    <a:pt x="12478" y="2476"/>
                    <a:pt x="12478" y="5620"/>
                  </a:cubicBezTo>
                  <a:lnTo>
                    <a:pt x="12478" y="7239"/>
                  </a:lnTo>
                  <a:cubicBezTo>
                    <a:pt x="5429" y="8477"/>
                    <a:pt x="0" y="14668"/>
                    <a:pt x="0" y="22098"/>
                  </a:cubicBezTo>
                  <a:cubicBezTo>
                    <a:pt x="0" y="30480"/>
                    <a:pt x="6763" y="37243"/>
                    <a:pt x="15145" y="37243"/>
                  </a:cubicBezTo>
                  <a:lnTo>
                    <a:pt x="20955" y="37243"/>
                  </a:lnTo>
                  <a:cubicBezTo>
                    <a:pt x="23146" y="37243"/>
                    <a:pt x="24955" y="39052"/>
                    <a:pt x="24955" y="41243"/>
                  </a:cubicBezTo>
                  <a:cubicBezTo>
                    <a:pt x="24955" y="43434"/>
                    <a:pt x="23146" y="45244"/>
                    <a:pt x="20955" y="45244"/>
                  </a:cubicBezTo>
                  <a:lnTo>
                    <a:pt x="15145" y="45244"/>
                  </a:lnTo>
                  <a:cubicBezTo>
                    <a:pt x="13525" y="45244"/>
                    <a:pt x="12097" y="44291"/>
                    <a:pt x="11525" y="42863"/>
                  </a:cubicBezTo>
                  <a:cubicBezTo>
                    <a:pt x="10287" y="40005"/>
                    <a:pt x="7048" y="38671"/>
                    <a:pt x="4191" y="39910"/>
                  </a:cubicBezTo>
                  <a:cubicBezTo>
                    <a:pt x="1333" y="41148"/>
                    <a:pt x="0" y="44386"/>
                    <a:pt x="1238" y="47244"/>
                  </a:cubicBezTo>
                  <a:cubicBezTo>
                    <a:pt x="3238" y="52006"/>
                    <a:pt x="7525" y="55340"/>
                    <a:pt x="12478" y="56197"/>
                  </a:cubicBezTo>
                  <a:lnTo>
                    <a:pt x="12478" y="57055"/>
                  </a:lnTo>
                  <a:cubicBezTo>
                    <a:pt x="12478" y="60103"/>
                    <a:pt x="14954" y="62674"/>
                    <a:pt x="18097" y="62674"/>
                  </a:cubicBezTo>
                  <a:lnTo>
                    <a:pt x="18097" y="626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27"/>
            <p:cNvSpPr/>
            <p:nvPr/>
          </p:nvSpPr>
          <p:spPr>
            <a:xfrm>
              <a:off x="6398489" y="3357348"/>
              <a:ext cx="27479" cy="21359"/>
            </a:xfrm>
            <a:custGeom>
              <a:rect b="b" l="l" r="r" t="t"/>
              <a:pathLst>
                <a:path extrusionOk="0" h="21359" w="27479">
                  <a:moveTo>
                    <a:pt x="7834" y="19741"/>
                  </a:moveTo>
                  <a:cubicBezTo>
                    <a:pt x="8882" y="20788"/>
                    <a:pt x="10311" y="21360"/>
                    <a:pt x="11739" y="21360"/>
                  </a:cubicBezTo>
                  <a:cubicBezTo>
                    <a:pt x="13168" y="21360"/>
                    <a:pt x="14597" y="20788"/>
                    <a:pt x="15645" y="19741"/>
                  </a:cubicBezTo>
                  <a:lnTo>
                    <a:pt x="25837" y="9549"/>
                  </a:lnTo>
                  <a:cubicBezTo>
                    <a:pt x="28027" y="7358"/>
                    <a:pt x="28027" y="3834"/>
                    <a:pt x="25837" y="1643"/>
                  </a:cubicBezTo>
                  <a:cubicBezTo>
                    <a:pt x="23646" y="-548"/>
                    <a:pt x="20121" y="-548"/>
                    <a:pt x="17931" y="1643"/>
                  </a:cubicBezTo>
                  <a:lnTo>
                    <a:pt x="11739" y="7834"/>
                  </a:lnTo>
                  <a:lnTo>
                    <a:pt x="9549" y="5739"/>
                  </a:lnTo>
                  <a:cubicBezTo>
                    <a:pt x="7358" y="3548"/>
                    <a:pt x="3834" y="3548"/>
                    <a:pt x="1643" y="5739"/>
                  </a:cubicBezTo>
                  <a:cubicBezTo>
                    <a:pt x="-548" y="7930"/>
                    <a:pt x="-548" y="11454"/>
                    <a:pt x="1643" y="13645"/>
                  </a:cubicBezTo>
                  <a:lnTo>
                    <a:pt x="7739" y="19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27"/>
            <p:cNvSpPr/>
            <p:nvPr/>
          </p:nvSpPr>
          <p:spPr>
            <a:xfrm>
              <a:off x="6398584" y="3330297"/>
              <a:ext cx="27384" cy="21359"/>
            </a:xfrm>
            <a:custGeom>
              <a:rect b="b" l="l" r="r" t="t"/>
              <a:pathLst>
                <a:path extrusionOk="0" h="21359" w="27384">
                  <a:moveTo>
                    <a:pt x="17931" y="1643"/>
                  </a:moveTo>
                  <a:lnTo>
                    <a:pt x="11740" y="7834"/>
                  </a:lnTo>
                  <a:lnTo>
                    <a:pt x="9549" y="5739"/>
                  </a:lnTo>
                  <a:cubicBezTo>
                    <a:pt x="7358" y="3548"/>
                    <a:pt x="3834" y="3548"/>
                    <a:pt x="1643" y="5739"/>
                  </a:cubicBezTo>
                  <a:cubicBezTo>
                    <a:pt x="-548" y="7930"/>
                    <a:pt x="-548" y="11454"/>
                    <a:pt x="1643" y="13645"/>
                  </a:cubicBezTo>
                  <a:lnTo>
                    <a:pt x="7739" y="19741"/>
                  </a:lnTo>
                  <a:cubicBezTo>
                    <a:pt x="8787" y="20788"/>
                    <a:pt x="10216" y="21360"/>
                    <a:pt x="11644" y="21360"/>
                  </a:cubicBezTo>
                  <a:cubicBezTo>
                    <a:pt x="13073" y="21360"/>
                    <a:pt x="14502" y="20788"/>
                    <a:pt x="15550" y="19741"/>
                  </a:cubicBezTo>
                  <a:lnTo>
                    <a:pt x="25741" y="9549"/>
                  </a:lnTo>
                  <a:cubicBezTo>
                    <a:pt x="27932" y="7358"/>
                    <a:pt x="27932" y="3834"/>
                    <a:pt x="25741" y="1643"/>
                  </a:cubicBezTo>
                  <a:cubicBezTo>
                    <a:pt x="23551" y="-548"/>
                    <a:pt x="20026" y="-548"/>
                    <a:pt x="17836" y="1643"/>
                  </a:cubicBezTo>
                  <a:lnTo>
                    <a:pt x="17836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3" name="Google Shape;1093;p27"/>
          <p:cNvGrpSpPr/>
          <p:nvPr/>
        </p:nvGrpSpPr>
        <p:grpSpPr>
          <a:xfrm>
            <a:off x="3923702" y="2661930"/>
            <a:ext cx="426217" cy="387441"/>
            <a:chOff x="5514117" y="3255930"/>
            <a:chExt cx="381095" cy="346424"/>
          </a:xfrm>
        </p:grpSpPr>
        <p:sp>
          <p:nvSpPr>
            <p:cNvPr id="1094" name="Google Shape;1094;p27"/>
            <p:cNvSpPr/>
            <p:nvPr/>
          </p:nvSpPr>
          <p:spPr>
            <a:xfrm>
              <a:off x="5514117" y="3255930"/>
              <a:ext cx="381095" cy="346424"/>
            </a:xfrm>
            <a:custGeom>
              <a:rect b="b" l="l" r="r" t="t"/>
              <a:pathLst>
                <a:path extrusionOk="0" h="346424" w="381095">
                  <a:moveTo>
                    <a:pt x="381095" y="97917"/>
                  </a:moveTo>
                  <a:cubicBezTo>
                    <a:pt x="381095" y="86106"/>
                    <a:pt x="371475" y="76486"/>
                    <a:pt x="359664" y="76486"/>
                  </a:cubicBezTo>
                  <a:lnTo>
                    <a:pt x="311182" y="76486"/>
                  </a:lnTo>
                  <a:lnTo>
                    <a:pt x="311182" y="68389"/>
                  </a:lnTo>
                  <a:cubicBezTo>
                    <a:pt x="311182" y="62198"/>
                    <a:pt x="307181" y="56864"/>
                    <a:pt x="301562" y="54959"/>
                  </a:cubicBezTo>
                  <a:lnTo>
                    <a:pt x="301562" y="23050"/>
                  </a:lnTo>
                  <a:cubicBezTo>
                    <a:pt x="301562" y="10287"/>
                    <a:pt x="291179" y="0"/>
                    <a:pt x="278511" y="0"/>
                  </a:cubicBezTo>
                  <a:lnTo>
                    <a:pt x="136779" y="0"/>
                  </a:lnTo>
                  <a:cubicBezTo>
                    <a:pt x="124015" y="0"/>
                    <a:pt x="113729" y="10382"/>
                    <a:pt x="113729" y="23050"/>
                  </a:cubicBezTo>
                  <a:lnTo>
                    <a:pt x="113729" y="54959"/>
                  </a:lnTo>
                  <a:cubicBezTo>
                    <a:pt x="108109" y="56864"/>
                    <a:pt x="104108" y="62103"/>
                    <a:pt x="104108" y="68389"/>
                  </a:cubicBezTo>
                  <a:lnTo>
                    <a:pt x="104108" y="76486"/>
                  </a:lnTo>
                  <a:lnTo>
                    <a:pt x="55626" y="76486"/>
                  </a:lnTo>
                  <a:cubicBezTo>
                    <a:pt x="43815" y="76486"/>
                    <a:pt x="34195" y="86106"/>
                    <a:pt x="34195" y="97917"/>
                  </a:cubicBezTo>
                  <a:lnTo>
                    <a:pt x="34195" y="118872"/>
                  </a:lnTo>
                  <a:cubicBezTo>
                    <a:pt x="34195" y="121920"/>
                    <a:pt x="36671" y="124492"/>
                    <a:pt x="39814" y="124492"/>
                  </a:cubicBezTo>
                  <a:cubicBezTo>
                    <a:pt x="42958" y="124492"/>
                    <a:pt x="45434" y="122015"/>
                    <a:pt x="45434" y="118872"/>
                  </a:cubicBezTo>
                  <a:lnTo>
                    <a:pt x="45434" y="97917"/>
                  </a:lnTo>
                  <a:cubicBezTo>
                    <a:pt x="45434" y="92297"/>
                    <a:pt x="50006" y="87725"/>
                    <a:pt x="55626" y="87725"/>
                  </a:cubicBezTo>
                  <a:lnTo>
                    <a:pt x="359664" y="87725"/>
                  </a:lnTo>
                  <a:cubicBezTo>
                    <a:pt x="365284" y="87725"/>
                    <a:pt x="369951" y="92297"/>
                    <a:pt x="369951" y="97917"/>
                  </a:cubicBezTo>
                  <a:lnTo>
                    <a:pt x="369951" y="175450"/>
                  </a:lnTo>
                  <a:cubicBezTo>
                    <a:pt x="369951" y="176403"/>
                    <a:pt x="369189" y="177165"/>
                    <a:pt x="368237" y="177165"/>
                  </a:cubicBezTo>
                  <a:lnTo>
                    <a:pt x="332708" y="177165"/>
                  </a:lnTo>
                  <a:cubicBezTo>
                    <a:pt x="329660" y="177165"/>
                    <a:pt x="327088" y="179642"/>
                    <a:pt x="327088" y="182785"/>
                  </a:cubicBezTo>
                  <a:cubicBezTo>
                    <a:pt x="327088" y="185928"/>
                    <a:pt x="329565" y="188404"/>
                    <a:pt x="332708" y="188404"/>
                  </a:cubicBezTo>
                  <a:lnTo>
                    <a:pt x="368237" y="188404"/>
                  </a:lnTo>
                  <a:cubicBezTo>
                    <a:pt x="368808" y="188404"/>
                    <a:pt x="369380" y="188404"/>
                    <a:pt x="369951" y="188309"/>
                  </a:cubicBezTo>
                  <a:lnTo>
                    <a:pt x="369951" y="308896"/>
                  </a:lnTo>
                  <a:cubicBezTo>
                    <a:pt x="369951" y="314516"/>
                    <a:pt x="365379" y="319183"/>
                    <a:pt x="359664" y="319183"/>
                  </a:cubicBezTo>
                  <a:lnTo>
                    <a:pt x="131445" y="319183"/>
                  </a:lnTo>
                  <a:cubicBezTo>
                    <a:pt x="141827" y="306419"/>
                    <a:pt x="148114" y="290131"/>
                    <a:pt x="148114" y="272510"/>
                  </a:cubicBezTo>
                  <a:cubicBezTo>
                    <a:pt x="148114" y="231743"/>
                    <a:pt x="114871" y="198501"/>
                    <a:pt x="74104" y="198501"/>
                  </a:cubicBezTo>
                  <a:cubicBezTo>
                    <a:pt x="63913" y="198501"/>
                    <a:pt x="54197" y="200596"/>
                    <a:pt x="45339" y="204311"/>
                  </a:cubicBezTo>
                  <a:lnTo>
                    <a:pt x="45339" y="188404"/>
                  </a:lnTo>
                  <a:cubicBezTo>
                    <a:pt x="45911" y="188404"/>
                    <a:pt x="46482" y="188500"/>
                    <a:pt x="47054" y="188500"/>
                  </a:cubicBezTo>
                  <a:lnTo>
                    <a:pt x="157734" y="188500"/>
                  </a:lnTo>
                  <a:lnTo>
                    <a:pt x="157734" y="199168"/>
                  </a:lnTo>
                  <a:cubicBezTo>
                    <a:pt x="157734" y="214027"/>
                    <a:pt x="169831" y="226028"/>
                    <a:pt x="184595" y="226028"/>
                  </a:cubicBezTo>
                  <a:lnTo>
                    <a:pt x="230505" y="226028"/>
                  </a:lnTo>
                  <a:cubicBezTo>
                    <a:pt x="245364" y="226028"/>
                    <a:pt x="257365" y="213931"/>
                    <a:pt x="257365" y="199168"/>
                  </a:cubicBezTo>
                  <a:lnTo>
                    <a:pt x="257365" y="188500"/>
                  </a:lnTo>
                  <a:lnTo>
                    <a:pt x="307753" y="188500"/>
                  </a:lnTo>
                  <a:cubicBezTo>
                    <a:pt x="310801" y="188500"/>
                    <a:pt x="313372" y="186023"/>
                    <a:pt x="313372" y="182880"/>
                  </a:cubicBezTo>
                  <a:cubicBezTo>
                    <a:pt x="313372" y="179737"/>
                    <a:pt x="310896" y="177260"/>
                    <a:pt x="307753" y="177260"/>
                  </a:cubicBezTo>
                  <a:lnTo>
                    <a:pt x="257365" y="177260"/>
                  </a:lnTo>
                  <a:lnTo>
                    <a:pt x="257365" y="175450"/>
                  </a:lnTo>
                  <a:cubicBezTo>
                    <a:pt x="257365" y="168497"/>
                    <a:pt x="251650" y="162782"/>
                    <a:pt x="244697" y="162782"/>
                  </a:cubicBezTo>
                  <a:lnTo>
                    <a:pt x="170402" y="162782"/>
                  </a:lnTo>
                  <a:cubicBezTo>
                    <a:pt x="163449" y="162782"/>
                    <a:pt x="157734" y="168497"/>
                    <a:pt x="157734" y="175450"/>
                  </a:cubicBezTo>
                  <a:lnTo>
                    <a:pt x="157734" y="177260"/>
                  </a:lnTo>
                  <a:lnTo>
                    <a:pt x="47054" y="177260"/>
                  </a:lnTo>
                  <a:cubicBezTo>
                    <a:pt x="46101" y="177260"/>
                    <a:pt x="45339" y="176498"/>
                    <a:pt x="45339" y="175546"/>
                  </a:cubicBezTo>
                  <a:lnTo>
                    <a:pt x="45339" y="143827"/>
                  </a:lnTo>
                  <a:cubicBezTo>
                    <a:pt x="45339" y="140779"/>
                    <a:pt x="42863" y="138208"/>
                    <a:pt x="39719" y="138208"/>
                  </a:cubicBezTo>
                  <a:cubicBezTo>
                    <a:pt x="36576" y="138208"/>
                    <a:pt x="34099" y="140684"/>
                    <a:pt x="34099" y="143827"/>
                  </a:cubicBezTo>
                  <a:lnTo>
                    <a:pt x="34099" y="210121"/>
                  </a:lnTo>
                  <a:cubicBezTo>
                    <a:pt x="13621" y="223266"/>
                    <a:pt x="0" y="246317"/>
                    <a:pt x="0" y="272415"/>
                  </a:cubicBezTo>
                  <a:cubicBezTo>
                    <a:pt x="0" y="313182"/>
                    <a:pt x="33242" y="346424"/>
                    <a:pt x="74009" y="346424"/>
                  </a:cubicBezTo>
                  <a:cubicBezTo>
                    <a:pt x="91440" y="346424"/>
                    <a:pt x="107442" y="340424"/>
                    <a:pt x="120110" y="330327"/>
                  </a:cubicBezTo>
                  <a:lnTo>
                    <a:pt x="359664" y="330327"/>
                  </a:lnTo>
                  <a:cubicBezTo>
                    <a:pt x="371475" y="330327"/>
                    <a:pt x="381095" y="320707"/>
                    <a:pt x="381095" y="308896"/>
                  </a:cubicBezTo>
                  <a:lnTo>
                    <a:pt x="381095" y="98012"/>
                  </a:lnTo>
                  <a:close/>
                  <a:moveTo>
                    <a:pt x="154210" y="54959"/>
                  </a:moveTo>
                  <a:lnTo>
                    <a:pt x="154210" y="40386"/>
                  </a:lnTo>
                  <a:lnTo>
                    <a:pt x="261175" y="40386"/>
                  </a:lnTo>
                  <a:lnTo>
                    <a:pt x="261175" y="54959"/>
                  </a:lnTo>
                  <a:cubicBezTo>
                    <a:pt x="255556" y="56864"/>
                    <a:pt x="251555" y="62103"/>
                    <a:pt x="251555" y="68389"/>
                  </a:cubicBezTo>
                  <a:lnTo>
                    <a:pt x="251555" y="76486"/>
                  </a:lnTo>
                  <a:lnTo>
                    <a:pt x="163925" y="76486"/>
                  </a:lnTo>
                  <a:lnTo>
                    <a:pt x="163925" y="68389"/>
                  </a:lnTo>
                  <a:cubicBezTo>
                    <a:pt x="163925" y="62198"/>
                    <a:pt x="159925" y="56864"/>
                    <a:pt x="154305" y="54959"/>
                  </a:cubicBezTo>
                  <a:lnTo>
                    <a:pt x="154305" y="54959"/>
                  </a:lnTo>
                  <a:close/>
                  <a:moveTo>
                    <a:pt x="262699" y="68294"/>
                  </a:moveTo>
                  <a:cubicBezTo>
                    <a:pt x="262699" y="66675"/>
                    <a:pt x="264033" y="65342"/>
                    <a:pt x="265652" y="65342"/>
                  </a:cubicBezTo>
                  <a:lnTo>
                    <a:pt x="297085" y="65342"/>
                  </a:lnTo>
                  <a:cubicBezTo>
                    <a:pt x="298704" y="65342"/>
                    <a:pt x="300038" y="66675"/>
                    <a:pt x="300038" y="68294"/>
                  </a:cubicBezTo>
                  <a:lnTo>
                    <a:pt x="300038" y="76391"/>
                  </a:lnTo>
                  <a:lnTo>
                    <a:pt x="262604" y="76391"/>
                  </a:lnTo>
                  <a:lnTo>
                    <a:pt x="262604" y="68294"/>
                  </a:lnTo>
                  <a:close/>
                  <a:moveTo>
                    <a:pt x="136779" y="11049"/>
                  </a:moveTo>
                  <a:lnTo>
                    <a:pt x="278511" y="11049"/>
                  </a:lnTo>
                  <a:cubicBezTo>
                    <a:pt x="285083" y="11049"/>
                    <a:pt x="290417" y="16383"/>
                    <a:pt x="290417" y="22955"/>
                  </a:cubicBezTo>
                  <a:lnTo>
                    <a:pt x="290417" y="54197"/>
                  </a:lnTo>
                  <a:lnTo>
                    <a:pt x="272224" y="54197"/>
                  </a:lnTo>
                  <a:lnTo>
                    <a:pt x="272224" y="34862"/>
                  </a:lnTo>
                  <a:cubicBezTo>
                    <a:pt x="272224" y="31813"/>
                    <a:pt x="269748" y="29242"/>
                    <a:pt x="266605" y="29242"/>
                  </a:cubicBezTo>
                  <a:lnTo>
                    <a:pt x="148495" y="29242"/>
                  </a:lnTo>
                  <a:cubicBezTo>
                    <a:pt x="145447" y="29242"/>
                    <a:pt x="142875" y="31718"/>
                    <a:pt x="142875" y="34862"/>
                  </a:cubicBezTo>
                  <a:lnTo>
                    <a:pt x="142875" y="54197"/>
                  </a:lnTo>
                  <a:lnTo>
                    <a:pt x="124682" y="54197"/>
                  </a:lnTo>
                  <a:lnTo>
                    <a:pt x="124682" y="22955"/>
                  </a:lnTo>
                  <a:cubicBezTo>
                    <a:pt x="124682" y="16383"/>
                    <a:pt x="130016" y="11049"/>
                    <a:pt x="136588" y="11049"/>
                  </a:cubicBezTo>
                  <a:lnTo>
                    <a:pt x="136588" y="11049"/>
                  </a:lnTo>
                  <a:close/>
                  <a:moveTo>
                    <a:pt x="115253" y="68294"/>
                  </a:moveTo>
                  <a:cubicBezTo>
                    <a:pt x="115253" y="66675"/>
                    <a:pt x="116586" y="65342"/>
                    <a:pt x="118205" y="65342"/>
                  </a:cubicBezTo>
                  <a:lnTo>
                    <a:pt x="149638" y="65342"/>
                  </a:lnTo>
                  <a:cubicBezTo>
                    <a:pt x="151257" y="65342"/>
                    <a:pt x="152590" y="66675"/>
                    <a:pt x="152590" y="68294"/>
                  </a:cubicBezTo>
                  <a:lnTo>
                    <a:pt x="152590" y="76391"/>
                  </a:lnTo>
                  <a:lnTo>
                    <a:pt x="115157" y="76391"/>
                  </a:lnTo>
                  <a:lnTo>
                    <a:pt x="115157" y="68294"/>
                  </a:lnTo>
                  <a:close/>
                  <a:moveTo>
                    <a:pt x="170497" y="173831"/>
                  </a:moveTo>
                  <a:lnTo>
                    <a:pt x="244792" y="173831"/>
                  </a:lnTo>
                  <a:cubicBezTo>
                    <a:pt x="245650" y="173831"/>
                    <a:pt x="246316" y="174498"/>
                    <a:pt x="246316" y="175355"/>
                  </a:cubicBezTo>
                  <a:lnTo>
                    <a:pt x="246316" y="182689"/>
                  </a:lnTo>
                  <a:lnTo>
                    <a:pt x="246316" y="182689"/>
                  </a:lnTo>
                  <a:lnTo>
                    <a:pt x="246316" y="198882"/>
                  </a:lnTo>
                  <a:cubicBezTo>
                    <a:pt x="246316" y="207550"/>
                    <a:pt x="239268" y="214598"/>
                    <a:pt x="230600" y="214598"/>
                  </a:cubicBezTo>
                  <a:lnTo>
                    <a:pt x="184690" y="214598"/>
                  </a:lnTo>
                  <a:cubicBezTo>
                    <a:pt x="176022" y="214598"/>
                    <a:pt x="168973" y="207550"/>
                    <a:pt x="168973" y="198882"/>
                  </a:cubicBezTo>
                  <a:lnTo>
                    <a:pt x="168973" y="182689"/>
                  </a:lnTo>
                  <a:lnTo>
                    <a:pt x="168973" y="182689"/>
                  </a:lnTo>
                  <a:lnTo>
                    <a:pt x="168973" y="175355"/>
                  </a:lnTo>
                  <a:cubicBezTo>
                    <a:pt x="168973" y="174498"/>
                    <a:pt x="169640" y="173831"/>
                    <a:pt x="170497" y="173831"/>
                  </a:cubicBezTo>
                  <a:lnTo>
                    <a:pt x="170497" y="173831"/>
                  </a:lnTo>
                  <a:close/>
                  <a:moveTo>
                    <a:pt x="11239" y="272225"/>
                  </a:moveTo>
                  <a:cubicBezTo>
                    <a:pt x="11239" y="237554"/>
                    <a:pt x="39433" y="209359"/>
                    <a:pt x="74104" y="209359"/>
                  </a:cubicBezTo>
                  <a:cubicBezTo>
                    <a:pt x="108775" y="209359"/>
                    <a:pt x="136970" y="237554"/>
                    <a:pt x="136970" y="272225"/>
                  </a:cubicBezTo>
                  <a:cubicBezTo>
                    <a:pt x="136970" y="306896"/>
                    <a:pt x="108775" y="335089"/>
                    <a:pt x="74104" y="335089"/>
                  </a:cubicBezTo>
                  <a:cubicBezTo>
                    <a:pt x="39433" y="335089"/>
                    <a:pt x="11239" y="306896"/>
                    <a:pt x="11239" y="272225"/>
                  </a:cubicBezTo>
                  <a:lnTo>
                    <a:pt x="11239" y="2722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27"/>
            <p:cNvSpPr/>
            <p:nvPr/>
          </p:nvSpPr>
          <p:spPr>
            <a:xfrm>
              <a:off x="5695187" y="3438144"/>
              <a:ext cx="53244" cy="11239"/>
            </a:xfrm>
            <a:custGeom>
              <a:rect b="b" l="l" r="r" t="t"/>
              <a:pathLst>
                <a:path extrusionOk="0" h="11239" w="53244">
                  <a:moveTo>
                    <a:pt x="5620" y="11239"/>
                  </a:moveTo>
                  <a:lnTo>
                    <a:pt x="47625" y="11239"/>
                  </a:lnTo>
                  <a:cubicBezTo>
                    <a:pt x="50673" y="11239"/>
                    <a:pt x="53245" y="8763"/>
                    <a:pt x="53245" y="5620"/>
                  </a:cubicBezTo>
                  <a:cubicBezTo>
                    <a:pt x="53245" y="2476"/>
                    <a:pt x="50768" y="0"/>
                    <a:pt x="47625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7"/>
            <p:cNvSpPr/>
            <p:nvPr/>
          </p:nvSpPr>
          <p:spPr>
            <a:xfrm>
              <a:off x="5569267" y="3495008"/>
              <a:ext cx="37909" cy="66198"/>
            </a:xfrm>
            <a:custGeom>
              <a:rect b="b" l="l" r="r" t="t"/>
              <a:pathLst>
                <a:path extrusionOk="0" h="66198" w="37909">
                  <a:moveTo>
                    <a:pt x="18955" y="66199"/>
                  </a:moveTo>
                  <a:cubicBezTo>
                    <a:pt x="22003" y="66199"/>
                    <a:pt x="24574" y="63722"/>
                    <a:pt x="24574" y="60579"/>
                  </a:cubicBezTo>
                  <a:lnTo>
                    <a:pt x="24574" y="59341"/>
                  </a:lnTo>
                  <a:cubicBezTo>
                    <a:pt x="32099" y="58103"/>
                    <a:pt x="37909" y="51626"/>
                    <a:pt x="37909" y="43815"/>
                  </a:cubicBezTo>
                  <a:cubicBezTo>
                    <a:pt x="37909" y="35147"/>
                    <a:pt x="30861" y="28004"/>
                    <a:pt x="22098" y="28004"/>
                  </a:cubicBezTo>
                  <a:lnTo>
                    <a:pt x="15907" y="28004"/>
                  </a:lnTo>
                  <a:cubicBezTo>
                    <a:pt x="13335" y="28004"/>
                    <a:pt x="11239" y="25908"/>
                    <a:pt x="11239" y="23336"/>
                  </a:cubicBezTo>
                  <a:cubicBezTo>
                    <a:pt x="11239" y="20765"/>
                    <a:pt x="13335" y="18669"/>
                    <a:pt x="15907" y="18669"/>
                  </a:cubicBezTo>
                  <a:lnTo>
                    <a:pt x="22098" y="18669"/>
                  </a:lnTo>
                  <a:cubicBezTo>
                    <a:pt x="23622" y="18669"/>
                    <a:pt x="25051" y="19431"/>
                    <a:pt x="25908" y="20669"/>
                  </a:cubicBezTo>
                  <a:cubicBezTo>
                    <a:pt x="27622" y="23241"/>
                    <a:pt x="31147" y="23908"/>
                    <a:pt x="33623" y="22193"/>
                  </a:cubicBezTo>
                  <a:cubicBezTo>
                    <a:pt x="36195" y="20479"/>
                    <a:pt x="36862" y="16955"/>
                    <a:pt x="35147" y="14478"/>
                  </a:cubicBezTo>
                  <a:cubicBezTo>
                    <a:pt x="32671" y="10859"/>
                    <a:pt x="28861" y="8382"/>
                    <a:pt x="24574" y="7715"/>
                  </a:cubicBezTo>
                  <a:lnTo>
                    <a:pt x="24574" y="5620"/>
                  </a:lnTo>
                  <a:cubicBezTo>
                    <a:pt x="24574" y="2572"/>
                    <a:pt x="22098" y="0"/>
                    <a:pt x="18955" y="0"/>
                  </a:cubicBezTo>
                  <a:cubicBezTo>
                    <a:pt x="15811" y="0"/>
                    <a:pt x="13335" y="2477"/>
                    <a:pt x="13335" y="5620"/>
                  </a:cubicBezTo>
                  <a:lnTo>
                    <a:pt x="13335" y="7715"/>
                  </a:lnTo>
                  <a:cubicBezTo>
                    <a:pt x="5810" y="8954"/>
                    <a:pt x="0" y="15431"/>
                    <a:pt x="0" y="23241"/>
                  </a:cubicBezTo>
                  <a:cubicBezTo>
                    <a:pt x="0" y="31909"/>
                    <a:pt x="7048" y="39053"/>
                    <a:pt x="15811" y="39053"/>
                  </a:cubicBezTo>
                  <a:lnTo>
                    <a:pt x="22003" y="39053"/>
                  </a:lnTo>
                  <a:cubicBezTo>
                    <a:pt x="24574" y="39053"/>
                    <a:pt x="26670" y="41148"/>
                    <a:pt x="26670" y="43720"/>
                  </a:cubicBezTo>
                  <a:cubicBezTo>
                    <a:pt x="26670" y="46292"/>
                    <a:pt x="24574" y="48387"/>
                    <a:pt x="22003" y="48387"/>
                  </a:cubicBezTo>
                  <a:lnTo>
                    <a:pt x="15811" y="48387"/>
                  </a:lnTo>
                  <a:cubicBezTo>
                    <a:pt x="13906" y="48387"/>
                    <a:pt x="12287" y="47244"/>
                    <a:pt x="11525" y="45530"/>
                  </a:cubicBezTo>
                  <a:cubicBezTo>
                    <a:pt x="10287" y="42672"/>
                    <a:pt x="7048" y="41339"/>
                    <a:pt x="4191" y="42577"/>
                  </a:cubicBezTo>
                  <a:cubicBezTo>
                    <a:pt x="1333" y="43815"/>
                    <a:pt x="0" y="47054"/>
                    <a:pt x="1238" y="49911"/>
                  </a:cubicBezTo>
                  <a:cubicBezTo>
                    <a:pt x="3429" y="54959"/>
                    <a:pt x="8001" y="58484"/>
                    <a:pt x="13240" y="59341"/>
                  </a:cubicBezTo>
                  <a:lnTo>
                    <a:pt x="13240" y="60579"/>
                  </a:lnTo>
                  <a:cubicBezTo>
                    <a:pt x="13240" y="63627"/>
                    <a:pt x="15716" y="66199"/>
                    <a:pt x="18859" y="66199"/>
                  </a:cubicBezTo>
                  <a:lnTo>
                    <a:pt x="18859" y="661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27"/>
            <p:cNvSpPr/>
            <p:nvPr/>
          </p:nvSpPr>
          <p:spPr>
            <a:xfrm>
              <a:off x="5534881" y="3474815"/>
              <a:ext cx="105139" cy="106679"/>
            </a:xfrm>
            <a:custGeom>
              <a:rect b="b" l="l" r="r" t="t"/>
              <a:pathLst>
                <a:path extrusionOk="0" h="106679" w="105139">
                  <a:moveTo>
                    <a:pt x="100870" y="60674"/>
                  </a:moveTo>
                  <a:cubicBezTo>
                    <a:pt x="97917" y="59817"/>
                    <a:pt x="94869" y="61627"/>
                    <a:pt x="94012" y="64579"/>
                  </a:cubicBezTo>
                  <a:cubicBezTo>
                    <a:pt x="88963" y="82772"/>
                    <a:pt x="72295" y="95536"/>
                    <a:pt x="53340" y="95536"/>
                  </a:cubicBezTo>
                  <a:cubicBezTo>
                    <a:pt x="30099" y="95536"/>
                    <a:pt x="11144" y="76581"/>
                    <a:pt x="11144" y="53340"/>
                  </a:cubicBezTo>
                  <a:cubicBezTo>
                    <a:pt x="11144" y="30099"/>
                    <a:pt x="30099" y="11144"/>
                    <a:pt x="53340" y="11144"/>
                  </a:cubicBezTo>
                  <a:cubicBezTo>
                    <a:pt x="72580" y="11144"/>
                    <a:pt x="89345" y="24098"/>
                    <a:pt x="94202" y="42672"/>
                  </a:cubicBezTo>
                  <a:cubicBezTo>
                    <a:pt x="94964" y="45625"/>
                    <a:pt x="98012" y="47434"/>
                    <a:pt x="100965" y="46673"/>
                  </a:cubicBezTo>
                  <a:cubicBezTo>
                    <a:pt x="103918" y="45911"/>
                    <a:pt x="105728" y="42863"/>
                    <a:pt x="104965" y="39910"/>
                  </a:cubicBezTo>
                  <a:cubicBezTo>
                    <a:pt x="98870" y="16383"/>
                    <a:pt x="77629" y="0"/>
                    <a:pt x="53340" y="0"/>
                  </a:cubicBezTo>
                  <a:cubicBezTo>
                    <a:pt x="23908" y="0"/>
                    <a:pt x="0" y="23908"/>
                    <a:pt x="0" y="53340"/>
                  </a:cubicBezTo>
                  <a:cubicBezTo>
                    <a:pt x="0" y="82772"/>
                    <a:pt x="23908" y="106680"/>
                    <a:pt x="53340" y="106680"/>
                  </a:cubicBezTo>
                  <a:cubicBezTo>
                    <a:pt x="77248" y="106680"/>
                    <a:pt x="98393" y="90583"/>
                    <a:pt x="104775" y="67532"/>
                  </a:cubicBezTo>
                  <a:cubicBezTo>
                    <a:pt x="105632" y="64579"/>
                    <a:pt x="103822" y="61532"/>
                    <a:pt x="100870" y="60674"/>
                  </a:cubicBezTo>
                  <a:lnTo>
                    <a:pt x="100870" y="606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8" name="Google Shape;1098;p27"/>
          <p:cNvSpPr/>
          <p:nvPr/>
        </p:nvSpPr>
        <p:spPr>
          <a:xfrm>
            <a:off x="3150855" y="2642415"/>
            <a:ext cx="233949" cy="426506"/>
          </a:xfrm>
          <a:custGeom>
            <a:rect b="b" l="l" r="r" t="t"/>
            <a:pathLst>
              <a:path extrusionOk="0" h="380809" w="208883">
                <a:moveTo>
                  <a:pt x="206978" y="16669"/>
                </a:moveTo>
                <a:lnTo>
                  <a:pt x="206978" y="16669"/>
                </a:lnTo>
                <a:cubicBezTo>
                  <a:pt x="204883" y="14954"/>
                  <a:pt x="184404" y="0"/>
                  <a:pt x="104489" y="0"/>
                </a:cubicBezTo>
                <a:cubicBezTo>
                  <a:pt x="24575" y="0"/>
                  <a:pt x="4096" y="14954"/>
                  <a:pt x="2000" y="16669"/>
                </a:cubicBezTo>
                <a:cubicBezTo>
                  <a:pt x="2000" y="16669"/>
                  <a:pt x="2000" y="16669"/>
                  <a:pt x="2000" y="16669"/>
                </a:cubicBezTo>
                <a:cubicBezTo>
                  <a:pt x="762" y="17717"/>
                  <a:pt x="0" y="19241"/>
                  <a:pt x="0" y="20955"/>
                </a:cubicBezTo>
                <a:lnTo>
                  <a:pt x="0" y="54864"/>
                </a:lnTo>
                <a:cubicBezTo>
                  <a:pt x="0" y="58293"/>
                  <a:pt x="1333" y="61627"/>
                  <a:pt x="3810" y="64008"/>
                </a:cubicBezTo>
                <a:lnTo>
                  <a:pt x="40672" y="100965"/>
                </a:lnTo>
                <a:cubicBezTo>
                  <a:pt x="43148" y="103442"/>
                  <a:pt x="46482" y="104775"/>
                  <a:pt x="49911" y="104775"/>
                </a:cubicBezTo>
                <a:cubicBezTo>
                  <a:pt x="50578" y="104775"/>
                  <a:pt x="51340" y="104775"/>
                  <a:pt x="52007" y="104584"/>
                </a:cubicBezTo>
                <a:cubicBezTo>
                  <a:pt x="54864" y="104108"/>
                  <a:pt x="57341" y="102775"/>
                  <a:pt x="59245" y="100775"/>
                </a:cubicBezTo>
                <a:lnTo>
                  <a:pt x="75628" y="124111"/>
                </a:lnTo>
                <a:cubicBezTo>
                  <a:pt x="76962" y="126111"/>
                  <a:pt x="78867" y="127540"/>
                  <a:pt x="81058" y="128492"/>
                </a:cubicBezTo>
                <a:cubicBezTo>
                  <a:pt x="78867" y="141161"/>
                  <a:pt x="74867" y="164211"/>
                  <a:pt x="70294" y="190405"/>
                </a:cubicBezTo>
                <a:cubicBezTo>
                  <a:pt x="69723" y="193453"/>
                  <a:pt x="71818" y="196310"/>
                  <a:pt x="74867" y="196882"/>
                </a:cubicBezTo>
                <a:cubicBezTo>
                  <a:pt x="75152" y="196882"/>
                  <a:pt x="75533" y="196882"/>
                  <a:pt x="75819" y="196882"/>
                </a:cubicBezTo>
                <a:cubicBezTo>
                  <a:pt x="78486" y="196882"/>
                  <a:pt x="80867" y="194977"/>
                  <a:pt x="81343" y="192214"/>
                </a:cubicBezTo>
                <a:cubicBezTo>
                  <a:pt x="86011" y="165354"/>
                  <a:pt x="90107" y="141827"/>
                  <a:pt x="92297" y="129350"/>
                </a:cubicBezTo>
                <a:lnTo>
                  <a:pt x="116872" y="129350"/>
                </a:lnTo>
                <a:cubicBezTo>
                  <a:pt x="119539" y="144589"/>
                  <a:pt x="125158" y="176784"/>
                  <a:pt x="131159" y="211360"/>
                </a:cubicBezTo>
                <a:lnTo>
                  <a:pt x="66770" y="275654"/>
                </a:lnTo>
                <a:cubicBezTo>
                  <a:pt x="71914" y="246126"/>
                  <a:pt x="77057" y="216408"/>
                  <a:pt x="77057" y="216408"/>
                </a:cubicBezTo>
                <a:cubicBezTo>
                  <a:pt x="77629" y="213360"/>
                  <a:pt x="75533" y="210503"/>
                  <a:pt x="72485" y="209931"/>
                </a:cubicBezTo>
                <a:cubicBezTo>
                  <a:pt x="69437" y="209455"/>
                  <a:pt x="66580" y="211455"/>
                  <a:pt x="66008" y="214503"/>
                </a:cubicBezTo>
                <a:cubicBezTo>
                  <a:pt x="66008" y="214503"/>
                  <a:pt x="47530" y="320802"/>
                  <a:pt x="45815" y="330708"/>
                </a:cubicBezTo>
                <a:cubicBezTo>
                  <a:pt x="44958" y="335375"/>
                  <a:pt x="46863" y="340042"/>
                  <a:pt x="50578" y="342900"/>
                </a:cubicBezTo>
                <a:lnTo>
                  <a:pt x="96774" y="378238"/>
                </a:lnTo>
                <a:cubicBezTo>
                  <a:pt x="99060" y="379952"/>
                  <a:pt x="101727" y="380809"/>
                  <a:pt x="104394" y="380809"/>
                </a:cubicBezTo>
                <a:cubicBezTo>
                  <a:pt x="107061" y="380809"/>
                  <a:pt x="109823" y="379952"/>
                  <a:pt x="112014" y="378238"/>
                </a:cubicBezTo>
                <a:lnTo>
                  <a:pt x="158210" y="342900"/>
                </a:lnTo>
                <a:cubicBezTo>
                  <a:pt x="161925" y="340042"/>
                  <a:pt x="163830" y="335375"/>
                  <a:pt x="162973" y="330708"/>
                </a:cubicBezTo>
                <a:cubicBezTo>
                  <a:pt x="158496" y="304991"/>
                  <a:pt x="134588" y="167164"/>
                  <a:pt x="127825" y="128302"/>
                </a:cubicBezTo>
                <a:cubicBezTo>
                  <a:pt x="130016" y="127349"/>
                  <a:pt x="131826" y="125921"/>
                  <a:pt x="133255" y="123920"/>
                </a:cubicBezTo>
                <a:lnTo>
                  <a:pt x="149638" y="100584"/>
                </a:lnTo>
                <a:cubicBezTo>
                  <a:pt x="151543" y="102584"/>
                  <a:pt x="154115" y="103918"/>
                  <a:pt x="156877" y="104394"/>
                </a:cubicBezTo>
                <a:cubicBezTo>
                  <a:pt x="157543" y="104489"/>
                  <a:pt x="158306" y="104584"/>
                  <a:pt x="158972" y="104584"/>
                </a:cubicBezTo>
                <a:cubicBezTo>
                  <a:pt x="162401" y="104584"/>
                  <a:pt x="165735" y="103251"/>
                  <a:pt x="168211" y="100775"/>
                </a:cubicBezTo>
                <a:lnTo>
                  <a:pt x="205073" y="63817"/>
                </a:lnTo>
                <a:cubicBezTo>
                  <a:pt x="207550" y="61341"/>
                  <a:pt x="208883" y="58103"/>
                  <a:pt x="208883" y="54674"/>
                </a:cubicBezTo>
                <a:lnTo>
                  <a:pt x="208883" y="20764"/>
                </a:lnTo>
                <a:cubicBezTo>
                  <a:pt x="208883" y="19050"/>
                  <a:pt x="208121" y="17526"/>
                  <a:pt x="206883" y="16478"/>
                </a:cubicBezTo>
                <a:lnTo>
                  <a:pt x="206883" y="16478"/>
                </a:lnTo>
                <a:close/>
                <a:moveTo>
                  <a:pt x="51530" y="92583"/>
                </a:moveTo>
                <a:cubicBezTo>
                  <a:pt x="51149" y="93345"/>
                  <a:pt x="50483" y="93536"/>
                  <a:pt x="50197" y="93631"/>
                </a:cubicBezTo>
                <a:cubicBezTo>
                  <a:pt x="49816" y="93631"/>
                  <a:pt x="49149" y="93631"/>
                  <a:pt x="48577" y="93154"/>
                </a:cubicBezTo>
                <a:lnTo>
                  <a:pt x="11716" y="56197"/>
                </a:lnTo>
                <a:cubicBezTo>
                  <a:pt x="11716" y="56197"/>
                  <a:pt x="11144" y="55340"/>
                  <a:pt x="11144" y="54864"/>
                </a:cubicBezTo>
                <a:lnTo>
                  <a:pt x="11144" y="30289"/>
                </a:lnTo>
                <a:lnTo>
                  <a:pt x="33814" y="42482"/>
                </a:lnTo>
                <a:cubicBezTo>
                  <a:pt x="36481" y="43910"/>
                  <a:pt x="39910" y="42958"/>
                  <a:pt x="41339" y="40196"/>
                </a:cubicBezTo>
                <a:cubicBezTo>
                  <a:pt x="42767" y="37529"/>
                  <a:pt x="41815" y="34100"/>
                  <a:pt x="39052" y="32671"/>
                </a:cubicBezTo>
                <a:lnTo>
                  <a:pt x="17812" y="21241"/>
                </a:lnTo>
                <a:cubicBezTo>
                  <a:pt x="29528" y="17050"/>
                  <a:pt x="54959" y="11144"/>
                  <a:pt x="104489" y="11144"/>
                </a:cubicBezTo>
                <a:cubicBezTo>
                  <a:pt x="154019" y="11144"/>
                  <a:pt x="179260" y="17050"/>
                  <a:pt x="191072" y="21241"/>
                </a:cubicBezTo>
                <a:lnTo>
                  <a:pt x="140113" y="48578"/>
                </a:lnTo>
                <a:cubicBezTo>
                  <a:pt x="137732" y="45625"/>
                  <a:pt x="134207" y="43815"/>
                  <a:pt x="130302" y="43815"/>
                </a:cubicBezTo>
                <a:lnTo>
                  <a:pt x="78676" y="43815"/>
                </a:lnTo>
                <a:cubicBezTo>
                  <a:pt x="74771" y="43815"/>
                  <a:pt x="71247" y="45625"/>
                  <a:pt x="68866" y="48578"/>
                </a:cubicBezTo>
                <a:lnTo>
                  <a:pt x="60960" y="44291"/>
                </a:lnTo>
                <a:cubicBezTo>
                  <a:pt x="58293" y="42863"/>
                  <a:pt x="54864" y="43815"/>
                  <a:pt x="53435" y="46577"/>
                </a:cubicBezTo>
                <a:cubicBezTo>
                  <a:pt x="52007" y="49244"/>
                  <a:pt x="52959" y="52673"/>
                  <a:pt x="55721" y="54102"/>
                </a:cubicBezTo>
                <a:lnTo>
                  <a:pt x="65818" y="59531"/>
                </a:lnTo>
                <a:cubicBezTo>
                  <a:pt x="66675" y="60008"/>
                  <a:pt x="67056" y="61055"/>
                  <a:pt x="66580" y="62008"/>
                </a:cubicBezTo>
                <a:lnTo>
                  <a:pt x="51530" y="92583"/>
                </a:lnTo>
                <a:close/>
                <a:moveTo>
                  <a:pt x="133445" y="224980"/>
                </a:moveTo>
                <a:cubicBezTo>
                  <a:pt x="133826" y="227171"/>
                  <a:pt x="134207" y="229362"/>
                  <a:pt x="134588" y="231458"/>
                </a:cubicBezTo>
                <a:lnTo>
                  <a:pt x="61817" y="304229"/>
                </a:lnTo>
                <a:cubicBezTo>
                  <a:pt x="62293" y="301276"/>
                  <a:pt x="62865" y="298133"/>
                  <a:pt x="63436" y="294989"/>
                </a:cubicBezTo>
                <a:lnTo>
                  <a:pt x="133445" y="224980"/>
                </a:lnTo>
                <a:close/>
                <a:moveTo>
                  <a:pt x="144399" y="288036"/>
                </a:moveTo>
                <a:lnTo>
                  <a:pt x="80582" y="351854"/>
                </a:lnTo>
                <a:lnTo>
                  <a:pt x="68866" y="342900"/>
                </a:lnTo>
                <a:lnTo>
                  <a:pt x="141351" y="270415"/>
                </a:lnTo>
                <a:cubicBezTo>
                  <a:pt x="142399" y="276511"/>
                  <a:pt x="143447" y="282512"/>
                  <a:pt x="144399" y="288131"/>
                </a:cubicBezTo>
                <a:lnTo>
                  <a:pt x="144399" y="288131"/>
                </a:lnTo>
                <a:close/>
                <a:moveTo>
                  <a:pt x="138970" y="256889"/>
                </a:moveTo>
                <a:lnTo>
                  <a:pt x="59817" y="336042"/>
                </a:lnTo>
                <a:lnTo>
                  <a:pt x="57341" y="334137"/>
                </a:lnTo>
                <a:cubicBezTo>
                  <a:pt x="57341" y="334137"/>
                  <a:pt x="56674" y="333280"/>
                  <a:pt x="56769" y="332708"/>
                </a:cubicBezTo>
                <a:cubicBezTo>
                  <a:pt x="57055" y="331280"/>
                  <a:pt x="57626" y="327946"/>
                  <a:pt x="58388" y="323279"/>
                </a:cubicBezTo>
                <a:lnTo>
                  <a:pt x="136779" y="244888"/>
                </a:lnTo>
                <a:cubicBezTo>
                  <a:pt x="137446" y="248888"/>
                  <a:pt x="138208" y="252889"/>
                  <a:pt x="138875" y="256889"/>
                </a:cubicBezTo>
                <a:lnTo>
                  <a:pt x="138875" y="256889"/>
                </a:lnTo>
                <a:close/>
                <a:moveTo>
                  <a:pt x="151638" y="334232"/>
                </a:moveTo>
                <a:lnTo>
                  <a:pt x="105442" y="369570"/>
                </a:lnTo>
                <a:cubicBezTo>
                  <a:pt x="104966" y="369951"/>
                  <a:pt x="104203" y="369951"/>
                  <a:pt x="103632" y="369570"/>
                </a:cubicBezTo>
                <a:lnTo>
                  <a:pt x="89535" y="358712"/>
                </a:lnTo>
                <a:lnTo>
                  <a:pt x="146780" y="301466"/>
                </a:lnTo>
                <a:cubicBezTo>
                  <a:pt x="149257" y="315849"/>
                  <a:pt x="151257" y="327088"/>
                  <a:pt x="152209" y="332804"/>
                </a:cubicBezTo>
                <a:cubicBezTo>
                  <a:pt x="152209" y="333375"/>
                  <a:pt x="152114" y="333851"/>
                  <a:pt x="151638" y="334232"/>
                </a:cubicBezTo>
                <a:lnTo>
                  <a:pt x="151638" y="334232"/>
                </a:lnTo>
                <a:close/>
                <a:moveTo>
                  <a:pt x="124301" y="117729"/>
                </a:moveTo>
                <a:cubicBezTo>
                  <a:pt x="124301" y="117729"/>
                  <a:pt x="123634" y="118300"/>
                  <a:pt x="123158" y="118300"/>
                </a:cubicBezTo>
                <a:lnTo>
                  <a:pt x="86011" y="118300"/>
                </a:lnTo>
                <a:cubicBezTo>
                  <a:pt x="86011" y="118300"/>
                  <a:pt x="85058" y="118110"/>
                  <a:pt x="84868" y="117729"/>
                </a:cubicBezTo>
                <a:lnTo>
                  <a:pt x="65342" y="90011"/>
                </a:lnTo>
                <a:lnTo>
                  <a:pt x="74009" y="72485"/>
                </a:lnTo>
                <a:lnTo>
                  <a:pt x="96202" y="72485"/>
                </a:lnTo>
                <a:cubicBezTo>
                  <a:pt x="99250" y="72485"/>
                  <a:pt x="101822" y="70009"/>
                  <a:pt x="101822" y="66866"/>
                </a:cubicBezTo>
                <a:cubicBezTo>
                  <a:pt x="101822" y="63722"/>
                  <a:pt x="99346" y="61246"/>
                  <a:pt x="96202" y="61246"/>
                </a:cubicBezTo>
                <a:lnTo>
                  <a:pt x="78010" y="61246"/>
                </a:lnTo>
                <a:cubicBezTo>
                  <a:pt x="78010" y="59626"/>
                  <a:pt x="77724" y="58007"/>
                  <a:pt x="77152" y="56483"/>
                </a:cubicBezTo>
                <a:lnTo>
                  <a:pt x="77533" y="55817"/>
                </a:lnTo>
                <a:cubicBezTo>
                  <a:pt x="77819" y="55340"/>
                  <a:pt x="78295" y="55054"/>
                  <a:pt x="78867" y="55054"/>
                </a:cubicBezTo>
                <a:lnTo>
                  <a:pt x="130492" y="55054"/>
                </a:lnTo>
                <a:cubicBezTo>
                  <a:pt x="131064" y="55054"/>
                  <a:pt x="131540" y="55340"/>
                  <a:pt x="131826" y="55817"/>
                </a:cubicBezTo>
                <a:lnTo>
                  <a:pt x="132207" y="56483"/>
                </a:lnTo>
                <a:cubicBezTo>
                  <a:pt x="131635" y="58007"/>
                  <a:pt x="131350" y="59626"/>
                  <a:pt x="131350" y="61246"/>
                </a:cubicBezTo>
                <a:lnTo>
                  <a:pt x="121158" y="61246"/>
                </a:lnTo>
                <a:cubicBezTo>
                  <a:pt x="118110" y="61246"/>
                  <a:pt x="115538" y="63722"/>
                  <a:pt x="115538" y="66866"/>
                </a:cubicBezTo>
                <a:cubicBezTo>
                  <a:pt x="115538" y="70009"/>
                  <a:pt x="118015" y="72485"/>
                  <a:pt x="121158" y="72485"/>
                </a:cubicBezTo>
                <a:lnTo>
                  <a:pt x="135350" y="72485"/>
                </a:lnTo>
                <a:lnTo>
                  <a:pt x="144018" y="90011"/>
                </a:lnTo>
                <a:lnTo>
                  <a:pt x="124492" y="117729"/>
                </a:lnTo>
                <a:close/>
                <a:moveTo>
                  <a:pt x="197930" y="54864"/>
                </a:moveTo>
                <a:cubicBezTo>
                  <a:pt x="197930" y="55340"/>
                  <a:pt x="197739" y="55817"/>
                  <a:pt x="197358" y="56197"/>
                </a:cubicBezTo>
                <a:lnTo>
                  <a:pt x="160496" y="93154"/>
                </a:lnTo>
                <a:cubicBezTo>
                  <a:pt x="159925" y="93726"/>
                  <a:pt x="159258" y="93726"/>
                  <a:pt x="158877" y="93631"/>
                </a:cubicBezTo>
                <a:cubicBezTo>
                  <a:pt x="158496" y="93631"/>
                  <a:pt x="157925" y="93345"/>
                  <a:pt x="157543" y="92583"/>
                </a:cubicBezTo>
                <a:lnTo>
                  <a:pt x="142494" y="62008"/>
                </a:lnTo>
                <a:cubicBezTo>
                  <a:pt x="142018" y="61150"/>
                  <a:pt x="142399" y="60008"/>
                  <a:pt x="143256" y="59531"/>
                </a:cubicBezTo>
                <a:lnTo>
                  <a:pt x="197930" y="30194"/>
                </a:lnTo>
                <a:lnTo>
                  <a:pt x="197930" y="5476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9" name="Google Shape;1099;p27"/>
          <p:cNvGrpSpPr/>
          <p:nvPr/>
        </p:nvGrpSpPr>
        <p:grpSpPr>
          <a:xfrm>
            <a:off x="2185505" y="2680786"/>
            <a:ext cx="426188" cy="349303"/>
            <a:chOff x="3959935" y="3272790"/>
            <a:chExt cx="381069" cy="312324"/>
          </a:xfrm>
        </p:grpSpPr>
        <p:sp>
          <p:nvSpPr>
            <p:cNvPr id="1100" name="Google Shape;1100;p27"/>
            <p:cNvSpPr/>
            <p:nvPr/>
          </p:nvSpPr>
          <p:spPr>
            <a:xfrm>
              <a:off x="3959935" y="3272790"/>
              <a:ext cx="381069" cy="312324"/>
            </a:xfrm>
            <a:custGeom>
              <a:rect b="b" l="l" r="r" t="t"/>
              <a:pathLst>
                <a:path extrusionOk="0" h="312324" w="381069">
                  <a:moveTo>
                    <a:pt x="125241" y="11049"/>
                  </a:moveTo>
                  <a:cubicBezTo>
                    <a:pt x="124003" y="12097"/>
                    <a:pt x="123241" y="13716"/>
                    <a:pt x="123241" y="15335"/>
                  </a:cubicBezTo>
                  <a:lnTo>
                    <a:pt x="123241" y="28861"/>
                  </a:lnTo>
                  <a:cubicBezTo>
                    <a:pt x="104000" y="30289"/>
                    <a:pt x="87332" y="42481"/>
                    <a:pt x="80092" y="60674"/>
                  </a:cubicBezTo>
                  <a:lnTo>
                    <a:pt x="940" y="259747"/>
                  </a:lnTo>
                  <a:cubicBezTo>
                    <a:pt x="-1537" y="265938"/>
                    <a:pt x="1035" y="272891"/>
                    <a:pt x="6845" y="276130"/>
                  </a:cubicBezTo>
                  <a:lnTo>
                    <a:pt x="45517" y="297085"/>
                  </a:lnTo>
                  <a:cubicBezTo>
                    <a:pt x="47422" y="298132"/>
                    <a:pt x="49613" y="298704"/>
                    <a:pt x="51803" y="298704"/>
                  </a:cubicBezTo>
                  <a:cubicBezTo>
                    <a:pt x="53232" y="298704"/>
                    <a:pt x="54756" y="298418"/>
                    <a:pt x="56185" y="297942"/>
                  </a:cubicBezTo>
                  <a:cubicBezTo>
                    <a:pt x="59709" y="296704"/>
                    <a:pt x="62471" y="294037"/>
                    <a:pt x="63900" y="290608"/>
                  </a:cubicBezTo>
                  <a:lnTo>
                    <a:pt x="91046" y="225742"/>
                  </a:lnTo>
                  <a:lnTo>
                    <a:pt x="91046" y="249269"/>
                  </a:lnTo>
                  <a:cubicBezTo>
                    <a:pt x="91046" y="252317"/>
                    <a:pt x="93523" y="254889"/>
                    <a:pt x="96666" y="254889"/>
                  </a:cubicBezTo>
                  <a:cubicBezTo>
                    <a:pt x="99809" y="254889"/>
                    <a:pt x="102286" y="252413"/>
                    <a:pt x="102286" y="249269"/>
                  </a:cubicBezTo>
                  <a:lnTo>
                    <a:pt x="102286" y="110109"/>
                  </a:lnTo>
                  <a:cubicBezTo>
                    <a:pt x="102286" y="107061"/>
                    <a:pt x="99809" y="104489"/>
                    <a:pt x="96666" y="104489"/>
                  </a:cubicBezTo>
                  <a:cubicBezTo>
                    <a:pt x="93523" y="104489"/>
                    <a:pt x="91046" y="106966"/>
                    <a:pt x="91046" y="110109"/>
                  </a:cubicBezTo>
                  <a:lnTo>
                    <a:pt x="91046" y="196786"/>
                  </a:lnTo>
                  <a:lnTo>
                    <a:pt x="53613" y="286226"/>
                  </a:lnTo>
                  <a:cubicBezTo>
                    <a:pt x="53327" y="286893"/>
                    <a:pt x="52756" y="287179"/>
                    <a:pt x="52470" y="287274"/>
                  </a:cubicBezTo>
                  <a:cubicBezTo>
                    <a:pt x="52184" y="287369"/>
                    <a:pt x="51517" y="287464"/>
                    <a:pt x="50946" y="287179"/>
                  </a:cubicBezTo>
                  <a:lnTo>
                    <a:pt x="12275" y="266224"/>
                  </a:lnTo>
                  <a:cubicBezTo>
                    <a:pt x="11417" y="265747"/>
                    <a:pt x="11036" y="264700"/>
                    <a:pt x="11417" y="263747"/>
                  </a:cubicBezTo>
                  <a:lnTo>
                    <a:pt x="20180" y="241744"/>
                  </a:lnTo>
                  <a:lnTo>
                    <a:pt x="48088" y="256889"/>
                  </a:lnTo>
                  <a:cubicBezTo>
                    <a:pt x="48946" y="257365"/>
                    <a:pt x="49803" y="257556"/>
                    <a:pt x="50756" y="257556"/>
                  </a:cubicBezTo>
                  <a:cubicBezTo>
                    <a:pt x="52756" y="257556"/>
                    <a:pt x="54661" y="256508"/>
                    <a:pt x="55709" y="254603"/>
                  </a:cubicBezTo>
                  <a:cubicBezTo>
                    <a:pt x="57137" y="251936"/>
                    <a:pt x="56185" y="248507"/>
                    <a:pt x="53423" y="247078"/>
                  </a:cubicBezTo>
                  <a:lnTo>
                    <a:pt x="24371" y="231267"/>
                  </a:lnTo>
                  <a:lnTo>
                    <a:pt x="90665" y="64675"/>
                  </a:lnTo>
                  <a:cubicBezTo>
                    <a:pt x="96285" y="50578"/>
                    <a:pt x="109144" y="41148"/>
                    <a:pt x="124003" y="39910"/>
                  </a:cubicBezTo>
                  <a:cubicBezTo>
                    <a:pt x="124479" y="41338"/>
                    <a:pt x="125336" y="42767"/>
                    <a:pt x="126479" y="43815"/>
                  </a:cubicBezTo>
                  <a:lnTo>
                    <a:pt x="149625" y="67056"/>
                  </a:lnTo>
                  <a:cubicBezTo>
                    <a:pt x="151530" y="68961"/>
                    <a:pt x="154197" y="70104"/>
                    <a:pt x="156864" y="70104"/>
                  </a:cubicBezTo>
                  <a:cubicBezTo>
                    <a:pt x="157436" y="70104"/>
                    <a:pt x="158007" y="70104"/>
                    <a:pt x="158483" y="70009"/>
                  </a:cubicBezTo>
                  <a:cubicBezTo>
                    <a:pt x="159817" y="69818"/>
                    <a:pt x="161150" y="69247"/>
                    <a:pt x="162293" y="68580"/>
                  </a:cubicBezTo>
                  <a:lnTo>
                    <a:pt x="171342" y="81439"/>
                  </a:lnTo>
                  <a:cubicBezTo>
                    <a:pt x="171342" y="81439"/>
                    <a:pt x="171437" y="81629"/>
                    <a:pt x="171533" y="81629"/>
                  </a:cubicBezTo>
                  <a:cubicBezTo>
                    <a:pt x="171056" y="85439"/>
                    <a:pt x="170390" y="91249"/>
                    <a:pt x="169628" y="98203"/>
                  </a:cubicBezTo>
                  <a:lnTo>
                    <a:pt x="168961" y="104394"/>
                  </a:lnTo>
                  <a:cubicBezTo>
                    <a:pt x="168580" y="107442"/>
                    <a:pt x="170771" y="110204"/>
                    <a:pt x="173914" y="110585"/>
                  </a:cubicBezTo>
                  <a:cubicBezTo>
                    <a:pt x="174104" y="110585"/>
                    <a:pt x="174390" y="110585"/>
                    <a:pt x="174581" y="110585"/>
                  </a:cubicBezTo>
                  <a:cubicBezTo>
                    <a:pt x="177343" y="110585"/>
                    <a:pt x="179819" y="108490"/>
                    <a:pt x="180105" y="105632"/>
                  </a:cubicBezTo>
                  <a:lnTo>
                    <a:pt x="180772" y="99441"/>
                  </a:lnTo>
                  <a:cubicBezTo>
                    <a:pt x="181438" y="93917"/>
                    <a:pt x="181915" y="89249"/>
                    <a:pt x="182391" y="85534"/>
                  </a:cubicBezTo>
                  <a:lnTo>
                    <a:pt x="200203" y="85534"/>
                  </a:lnTo>
                  <a:cubicBezTo>
                    <a:pt x="203156" y="110871"/>
                    <a:pt x="212014" y="188500"/>
                    <a:pt x="213824" y="204692"/>
                  </a:cubicBezTo>
                  <a:lnTo>
                    <a:pt x="191249" y="224314"/>
                  </a:lnTo>
                  <a:lnTo>
                    <a:pt x="168675" y="204692"/>
                  </a:lnTo>
                  <a:cubicBezTo>
                    <a:pt x="169818" y="194596"/>
                    <a:pt x="173723" y="160401"/>
                    <a:pt x="177248" y="130016"/>
                  </a:cubicBezTo>
                  <a:cubicBezTo>
                    <a:pt x="177629" y="126968"/>
                    <a:pt x="175438" y="124206"/>
                    <a:pt x="172295" y="123825"/>
                  </a:cubicBezTo>
                  <a:cubicBezTo>
                    <a:pt x="169247" y="123444"/>
                    <a:pt x="166484" y="125635"/>
                    <a:pt x="166103" y="128778"/>
                  </a:cubicBezTo>
                  <a:cubicBezTo>
                    <a:pt x="162579" y="159639"/>
                    <a:pt x="158579" y="194405"/>
                    <a:pt x="157531" y="203930"/>
                  </a:cubicBezTo>
                  <a:cubicBezTo>
                    <a:pt x="157150" y="207359"/>
                    <a:pt x="158483" y="210693"/>
                    <a:pt x="161055" y="212979"/>
                  </a:cubicBezTo>
                  <a:lnTo>
                    <a:pt x="184391" y="233267"/>
                  </a:lnTo>
                  <a:cubicBezTo>
                    <a:pt x="184391" y="233267"/>
                    <a:pt x="184772" y="233553"/>
                    <a:pt x="184963" y="233743"/>
                  </a:cubicBezTo>
                  <a:lnTo>
                    <a:pt x="184963" y="299180"/>
                  </a:lnTo>
                  <a:cubicBezTo>
                    <a:pt x="184963" y="300228"/>
                    <a:pt x="184106" y="301085"/>
                    <a:pt x="183058" y="301085"/>
                  </a:cubicBezTo>
                  <a:lnTo>
                    <a:pt x="106191" y="301085"/>
                  </a:lnTo>
                  <a:cubicBezTo>
                    <a:pt x="104000" y="301085"/>
                    <a:pt x="102191" y="299275"/>
                    <a:pt x="102191" y="297085"/>
                  </a:cubicBezTo>
                  <a:lnTo>
                    <a:pt x="102191" y="274034"/>
                  </a:lnTo>
                  <a:cubicBezTo>
                    <a:pt x="102191" y="270986"/>
                    <a:pt x="99714" y="268414"/>
                    <a:pt x="96571" y="268414"/>
                  </a:cubicBezTo>
                  <a:cubicBezTo>
                    <a:pt x="93428" y="268414"/>
                    <a:pt x="90951" y="270891"/>
                    <a:pt x="90951" y="274034"/>
                  </a:cubicBezTo>
                  <a:lnTo>
                    <a:pt x="90951" y="297085"/>
                  </a:lnTo>
                  <a:cubicBezTo>
                    <a:pt x="90951" y="305467"/>
                    <a:pt x="97809" y="312325"/>
                    <a:pt x="106191" y="312325"/>
                  </a:cubicBezTo>
                  <a:lnTo>
                    <a:pt x="183058" y="312325"/>
                  </a:lnTo>
                  <a:cubicBezTo>
                    <a:pt x="190202" y="312325"/>
                    <a:pt x="196107" y="306514"/>
                    <a:pt x="196107" y="299275"/>
                  </a:cubicBezTo>
                  <a:lnTo>
                    <a:pt x="196107" y="287084"/>
                  </a:lnTo>
                  <a:lnTo>
                    <a:pt x="211919" y="307276"/>
                  </a:lnTo>
                  <a:cubicBezTo>
                    <a:pt x="214395" y="310420"/>
                    <a:pt x="218110" y="312325"/>
                    <a:pt x="222206" y="312325"/>
                  </a:cubicBezTo>
                  <a:lnTo>
                    <a:pt x="274879" y="312325"/>
                  </a:lnTo>
                  <a:cubicBezTo>
                    <a:pt x="283261" y="312325"/>
                    <a:pt x="290119" y="305467"/>
                    <a:pt x="290119" y="297085"/>
                  </a:cubicBezTo>
                  <a:lnTo>
                    <a:pt x="290119" y="225742"/>
                  </a:lnTo>
                  <a:lnTo>
                    <a:pt x="317265" y="290608"/>
                  </a:lnTo>
                  <a:cubicBezTo>
                    <a:pt x="318694" y="294037"/>
                    <a:pt x="321551" y="296704"/>
                    <a:pt x="324980" y="297942"/>
                  </a:cubicBezTo>
                  <a:cubicBezTo>
                    <a:pt x="328505" y="299180"/>
                    <a:pt x="332315" y="298894"/>
                    <a:pt x="335553" y="297085"/>
                  </a:cubicBezTo>
                  <a:lnTo>
                    <a:pt x="374225" y="276130"/>
                  </a:lnTo>
                  <a:cubicBezTo>
                    <a:pt x="380035" y="272986"/>
                    <a:pt x="382607" y="265938"/>
                    <a:pt x="380130" y="259747"/>
                  </a:cubicBezTo>
                  <a:lnTo>
                    <a:pt x="344697" y="170783"/>
                  </a:lnTo>
                  <a:cubicBezTo>
                    <a:pt x="343554" y="167926"/>
                    <a:pt x="340316" y="166497"/>
                    <a:pt x="337458" y="167640"/>
                  </a:cubicBezTo>
                  <a:cubicBezTo>
                    <a:pt x="334601" y="168783"/>
                    <a:pt x="333172" y="172021"/>
                    <a:pt x="334315" y="174879"/>
                  </a:cubicBezTo>
                  <a:lnTo>
                    <a:pt x="356794" y="231362"/>
                  </a:lnTo>
                  <a:lnTo>
                    <a:pt x="327647" y="247174"/>
                  </a:lnTo>
                  <a:cubicBezTo>
                    <a:pt x="324980" y="248602"/>
                    <a:pt x="323933" y="252031"/>
                    <a:pt x="325361" y="254698"/>
                  </a:cubicBezTo>
                  <a:cubicBezTo>
                    <a:pt x="326409" y="256603"/>
                    <a:pt x="328314" y="257651"/>
                    <a:pt x="330314" y="257651"/>
                  </a:cubicBezTo>
                  <a:cubicBezTo>
                    <a:pt x="331172" y="257651"/>
                    <a:pt x="332124" y="257461"/>
                    <a:pt x="332981" y="256984"/>
                  </a:cubicBezTo>
                  <a:lnTo>
                    <a:pt x="360890" y="241840"/>
                  </a:lnTo>
                  <a:lnTo>
                    <a:pt x="369653" y="263842"/>
                  </a:lnTo>
                  <a:cubicBezTo>
                    <a:pt x="370034" y="264795"/>
                    <a:pt x="369653" y="265843"/>
                    <a:pt x="368795" y="266224"/>
                  </a:cubicBezTo>
                  <a:lnTo>
                    <a:pt x="330124" y="287179"/>
                  </a:lnTo>
                  <a:cubicBezTo>
                    <a:pt x="329457" y="287560"/>
                    <a:pt x="328886" y="287369"/>
                    <a:pt x="328505" y="287274"/>
                  </a:cubicBezTo>
                  <a:cubicBezTo>
                    <a:pt x="328219" y="287179"/>
                    <a:pt x="327647" y="286893"/>
                    <a:pt x="327362" y="286226"/>
                  </a:cubicBezTo>
                  <a:lnTo>
                    <a:pt x="289928" y="196786"/>
                  </a:lnTo>
                  <a:lnTo>
                    <a:pt x="289928" y="110204"/>
                  </a:lnTo>
                  <a:cubicBezTo>
                    <a:pt x="289928" y="107156"/>
                    <a:pt x="287452" y="104584"/>
                    <a:pt x="284309" y="104584"/>
                  </a:cubicBezTo>
                  <a:cubicBezTo>
                    <a:pt x="281165" y="104584"/>
                    <a:pt x="278689" y="107061"/>
                    <a:pt x="278689" y="110204"/>
                  </a:cubicBezTo>
                  <a:lnTo>
                    <a:pt x="278689" y="296989"/>
                  </a:lnTo>
                  <a:cubicBezTo>
                    <a:pt x="278689" y="299180"/>
                    <a:pt x="276879" y="300990"/>
                    <a:pt x="274688" y="300990"/>
                  </a:cubicBezTo>
                  <a:lnTo>
                    <a:pt x="222015" y="300990"/>
                  </a:lnTo>
                  <a:cubicBezTo>
                    <a:pt x="221444" y="300990"/>
                    <a:pt x="220872" y="300704"/>
                    <a:pt x="220586" y="300228"/>
                  </a:cubicBezTo>
                  <a:lnTo>
                    <a:pt x="196012" y="268700"/>
                  </a:lnTo>
                  <a:lnTo>
                    <a:pt x="196012" y="234505"/>
                  </a:lnTo>
                  <a:cubicBezTo>
                    <a:pt x="196679" y="234124"/>
                    <a:pt x="197250" y="233743"/>
                    <a:pt x="197822" y="233267"/>
                  </a:cubicBezTo>
                  <a:lnTo>
                    <a:pt x="221158" y="212979"/>
                  </a:lnTo>
                  <a:cubicBezTo>
                    <a:pt x="223730" y="210693"/>
                    <a:pt x="225063" y="207359"/>
                    <a:pt x="224682" y="203930"/>
                  </a:cubicBezTo>
                  <a:cubicBezTo>
                    <a:pt x="222872" y="188214"/>
                    <a:pt x="213252" y="103822"/>
                    <a:pt x="210680" y="81629"/>
                  </a:cubicBezTo>
                  <a:cubicBezTo>
                    <a:pt x="210680" y="81629"/>
                    <a:pt x="210871" y="81439"/>
                    <a:pt x="210871" y="81343"/>
                  </a:cubicBezTo>
                  <a:lnTo>
                    <a:pt x="219920" y="68485"/>
                  </a:lnTo>
                  <a:cubicBezTo>
                    <a:pt x="221063" y="69247"/>
                    <a:pt x="222396" y="69723"/>
                    <a:pt x="223730" y="69913"/>
                  </a:cubicBezTo>
                  <a:cubicBezTo>
                    <a:pt x="224301" y="69913"/>
                    <a:pt x="224873" y="70009"/>
                    <a:pt x="225349" y="70009"/>
                  </a:cubicBezTo>
                  <a:cubicBezTo>
                    <a:pt x="228016" y="70009"/>
                    <a:pt x="230683" y="68961"/>
                    <a:pt x="232588" y="66961"/>
                  </a:cubicBezTo>
                  <a:lnTo>
                    <a:pt x="255734" y="43720"/>
                  </a:lnTo>
                  <a:cubicBezTo>
                    <a:pt x="256781" y="42577"/>
                    <a:pt x="257638" y="41338"/>
                    <a:pt x="258115" y="39910"/>
                  </a:cubicBezTo>
                  <a:cubicBezTo>
                    <a:pt x="272498" y="41529"/>
                    <a:pt x="284785" y="50863"/>
                    <a:pt x="290214" y="64579"/>
                  </a:cubicBezTo>
                  <a:lnTo>
                    <a:pt x="324790" y="151543"/>
                  </a:lnTo>
                  <a:cubicBezTo>
                    <a:pt x="325647" y="153734"/>
                    <a:pt x="327743" y="155067"/>
                    <a:pt x="329933" y="155067"/>
                  </a:cubicBezTo>
                  <a:cubicBezTo>
                    <a:pt x="330600" y="155067"/>
                    <a:pt x="331362" y="154972"/>
                    <a:pt x="332029" y="154686"/>
                  </a:cubicBezTo>
                  <a:cubicBezTo>
                    <a:pt x="334886" y="153543"/>
                    <a:pt x="336315" y="150304"/>
                    <a:pt x="335172" y="147447"/>
                  </a:cubicBezTo>
                  <a:lnTo>
                    <a:pt x="300596" y="60484"/>
                  </a:lnTo>
                  <a:cubicBezTo>
                    <a:pt x="293548" y="42672"/>
                    <a:pt x="277451" y="30671"/>
                    <a:pt x="258686" y="28861"/>
                  </a:cubicBezTo>
                  <a:lnTo>
                    <a:pt x="258686" y="15240"/>
                  </a:lnTo>
                  <a:cubicBezTo>
                    <a:pt x="258686" y="13525"/>
                    <a:pt x="257924" y="12001"/>
                    <a:pt x="256686" y="10954"/>
                  </a:cubicBezTo>
                  <a:cubicBezTo>
                    <a:pt x="254972" y="9525"/>
                    <a:pt x="241065" y="0"/>
                    <a:pt x="190868" y="0"/>
                  </a:cubicBezTo>
                  <a:cubicBezTo>
                    <a:pt x="140672" y="0"/>
                    <a:pt x="126384" y="9811"/>
                    <a:pt x="125051" y="10954"/>
                  </a:cubicBezTo>
                  <a:lnTo>
                    <a:pt x="125051" y="10954"/>
                  </a:lnTo>
                  <a:close/>
                  <a:moveTo>
                    <a:pt x="247828" y="36385"/>
                  </a:moveTo>
                  <a:lnTo>
                    <a:pt x="225825" y="58483"/>
                  </a:lnTo>
                  <a:lnTo>
                    <a:pt x="217253" y="41148"/>
                  </a:lnTo>
                  <a:lnTo>
                    <a:pt x="247828" y="24765"/>
                  </a:lnTo>
                  <a:lnTo>
                    <a:pt x="247828" y="36385"/>
                  </a:lnTo>
                  <a:close/>
                  <a:moveTo>
                    <a:pt x="240303" y="16097"/>
                  </a:moveTo>
                  <a:lnTo>
                    <a:pt x="211252" y="31718"/>
                  </a:lnTo>
                  <a:cubicBezTo>
                    <a:pt x="208490" y="33242"/>
                    <a:pt x="206584" y="35814"/>
                    <a:pt x="206013" y="38671"/>
                  </a:cubicBezTo>
                  <a:lnTo>
                    <a:pt x="176295" y="38671"/>
                  </a:lnTo>
                  <a:cubicBezTo>
                    <a:pt x="175724" y="35814"/>
                    <a:pt x="173914" y="33242"/>
                    <a:pt x="171056" y="31718"/>
                  </a:cubicBezTo>
                  <a:lnTo>
                    <a:pt x="142005" y="16097"/>
                  </a:lnTo>
                  <a:cubicBezTo>
                    <a:pt x="150578" y="13811"/>
                    <a:pt x="165722" y="11239"/>
                    <a:pt x="191154" y="11239"/>
                  </a:cubicBezTo>
                  <a:cubicBezTo>
                    <a:pt x="216586" y="11239"/>
                    <a:pt x="231731" y="13716"/>
                    <a:pt x="240303" y="16097"/>
                  </a:cubicBezTo>
                  <a:lnTo>
                    <a:pt x="240303" y="16097"/>
                  </a:lnTo>
                  <a:close/>
                  <a:moveTo>
                    <a:pt x="156483" y="58483"/>
                  </a:moveTo>
                  <a:lnTo>
                    <a:pt x="134480" y="36385"/>
                  </a:lnTo>
                  <a:lnTo>
                    <a:pt x="134480" y="24765"/>
                  </a:lnTo>
                  <a:lnTo>
                    <a:pt x="165056" y="41148"/>
                  </a:lnTo>
                  <a:lnTo>
                    <a:pt x="156483" y="58483"/>
                  </a:lnTo>
                  <a:close/>
                  <a:moveTo>
                    <a:pt x="168770" y="58674"/>
                  </a:moveTo>
                  <a:lnTo>
                    <a:pt x="173152" y="49911"/>
                  </a:lnTo>
                  <a:lnTo>
                    <a:pt x="209156" y="49911"/>
                  </a:lnTo>
                  <a:lnTo>
                    <a:pt x="213538" y="58674"/>
                  </a:lnTo>
                  <a:lnTo>
                    <a:pt x="202298" y="74676"/>
                  </a:lnTo>
                  <a:lnTo>
                    <a:pt x="180105" y="74676"/>
                  </a:lnTo>
                  <a:lnTo>
                    <a:pt x="168866" y="586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27"/>
            <p:cNvSpPr/>
            <p:nvPr/>
          </p:nvSpPr>
          <p:spPr>
            <a:xfrm>
              <a:off x="4162615" y="3511867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6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cubicBezTo>
                    <a:pt x="2476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27"/>
            <p:cNvSpPr/>
            <p:nvPr/>
          </p:nvSpPr>
          <p:spPr>
            <a:xfrm>
              <a:off x="3981640" y="3526821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6" y="11239"/>
                    <a:pt x="5620" y="11239"/>
                  </a:cubicBezTo>
                  <a:cubicBezTo>
                    <a:pt x="8763" y="11239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6"/>
                    <a:pt x="8763" y="0"/>
                    <a:pt x="5620" y="0"/>
                  </a:cubicBezTo>
                  <a:cubicBezTo>
                    <a:pt x="2476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27"/>
            <p:cNvSpPr/>
            <p:nvPr/>
          </p:nvSpPr>
          <p:spPr>
            <a:xfrm>
              <a:off x="4308061" y="3526916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11240" y="5620"/>
                  </a:moveTo>
                  <a:lnTo>
                    <a:pt x="11240" y="5620"/>
                  </a:lnTo>
                  <a:cubicBezTo>
                    <a:pt x="11240" y="2476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40" y="8763"/>
                    <a:pt x="11240" y="5620"/>
                  </a:cubicBezTo>
                  <a:lnTo>
                    <a:pt x="1124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4" name="Google Shape;1104;p27"/>
          <p:cNvGrpSpPr/>
          <p:nvPr/>
        </p:nvGrpSpPr>
        <p:grpSpPr>
          <a:xfrm>
            <a:off x="1316750" y="2693036"/>
            <a:ext cx="426615" cy="325122"/>
            <a:chOff x="3183151" y="3283743"/>
            <a:chExt cx="381451" cy="290703"/>
          </a:xfrm>
        </p:grpSpPr>
        <p:sp>
          <p:nvSpPr>
            <p:cNvPr id="1105" name="Google Shape;1105;p27"/>
            <p:cNvSpPr/>
            <p:nvPr/>
          </p:nvSpPr>
          <p:spPr>
            <a:xfrm>
              <a:off x="3183151" y="3283743"/>
              <a:ext cx="381451" cy="290703"/>
            </a:xfrm>
            <a:custGeom>
              <a:rect b="b" l="l" r="r" t="t"/>
              <a:pathLst>
                <a:path extrusionOk="0" h="290703" w="381451">
                  <a:moveTo>
                    <a:pt x="379674" y="224028"/>
                  </a:moveTo>
                  <a:lnTo>
                    <a:pt x="305570" y="37814"/>
                  </a:lnTo>
                  <a:cubicBezTo>
                    <a:pt x="302617" y="30480"/>
                    <a:pt x="296330" y="24860"/>
                    <a:pt x="288710" y="22765"/>
                  </a:cubicBezTo>
                  <a:cubicBezTo>
                    <a:pt x="288710" y="22765"/>
                    <a:pt x="243657" y="10573"/>
                    <a:pt x="243562" y="10573"/>
                  </a:cubicBezTo>
                  <a:cubicBezTo>
                    <a:pt x="237942" y="6477"/>
                    <a:pt x="231370" y="2762"/>
                    <a:pt x="223655" y="0"/>
                  </a:cubicBezTo>
                  <a:cubicBezTo>
                    <a:pt x="223655" y="0"/>
                    <a:pt x="223655" y="0"/>
                    <a:pt x="223655" y="0"/>
                  </a:cubicBezTo>
                  <a:cubicBezTo>
                    <a:pt x="223464" y="0"/>
                    <a:pt x="156789" y="0"/>
                    <a:pt x="156789" y="0"/>
                  </a:cubicBezTo>
                  <a:cubicBezTo>
                    <a:pt x="149074" y="2667"/>
                    <a:pt x="142502" y="6382"/>
                    <a:pt x="136882" y="10573"/>
                  </a:cubicBezTo>
                  <a:lnTo>
                    <a:pt x="91733" y="22765"/>
                  </a:lnTo>
                  <a:cubicBezTo>
                    <a:pt x="84113" y="24860"/>
                    <a:pt x="77732" y="30480"/>
                    <a:pt x="74874" y="37814"/>
                  </a:cubicBezTo>
                  <a:lnTo>
                    <a:pt x="40013" y="125349"/>
                  </a:lnTo>
                  <a:cubicBezTo>
                    <a:pt x="38870" y="128207"/>
                    <a:pt x="40298" y="131445"/>
                    <a:pt x="43156" y="132588"/>
                  </a:cubicBezTo>
                  <a:cubicBezTo>
                    <a:pt x="43823" y="132874"/>
                    <a:pt x="44489" y="132969"/>
                    <a:pt x="45251" y="132969"/>
                  </a:cubicBezTo>
                  <a:cubicBezTo>
                    <a:pt x="47442" y="132969"/>
                    <a:pt x="49538" y="131636"/>
                    <a:pt x="50395" y="129445"/>
                  </a:cubicBezTo>
                  <a:lnTo>
                    <a:pt x="85256" y="41910"/>
                  </a:lnTo>
                  <a:cubicBezTo>
                    <a:pt x="86876" y="37814"/>
                    <a:pt x="90400" y="34671"/>
                    <a:pt x="94686" y="33528"/>
                  </a:cubicBezTo>
                  <a:lnTo>
                    <a:pt x="120975" y="26479"/>
                  </a:lnTo>
                  <a:cubicBezTo>
                    <a:pt x="115927" y="33147"/>
                    <a:pt x="112784" y="39243"/>
                    <a:pt x="111164" y="43148"/>
                  </a:cubicBezTo>
                  <a:cubicBezTo>
                    <a:pt x="109259" y="47434"/>
                    <a:pt x="110879" y="52483"/>
                    <a:pt x="114974" y="54959"/>
                  </a:cubicBezTo>
                  <a:lnTo>
                    <a:pt x="126119" y="61627"/>
                  </a:lnTo>
                  <a:lnTo>
                    <a:pt x="116213" y="68580"/>
                  </a:lnTo>
                  <a:cubicBezTo>
                    <a:pt x="112498" y="71152"/>
                    <a:pt x="111164" y="76105"/>
                    <a:pt x="113069" y="80200"/>
                  </a:cubicBezTo>
                  <a:cubicBezTo>
                    <a:pt x="126595" y="108966"/>
                    <a:pt x="142597" y="136874"/>
                    <a:pt x="158218" y="158687"/>
                  </a:cubicBezTo>
                  <a:cubicBezTo>
                    <a:pt x="172220" y="178308"/>
                    <a:pt x="180030" y="185452"/>
                    <a:pt x="184793" y="188024"/>
                  </a:cubicBezTo>
                  <a:cubicBezTo>
                    <a:pt x="184793" y="188024"/>
                    <a:pt x="184793" y="255651"/>
                    <a:pt x="184793" y="256032"/>
                  </a:cubicBezTo>
                  <a:cubicBezTo>
                    <a:pt x="184507" y="262604"/>
                    <a:pt x="181554" y="268700"/>
                    <a:pt x="176696" y="273177"/>
                  </a:cubicBezTo>
                  <a:cubicBezTo>
                    <a:pt x="171553" y="277844"/>
                    <a:pt x="164600" y="280035"/>
                    <a:pt x="157646" y="279273"/>
                  </a:cubicBezTo>
                  <a:lnTo>
                    <a:pt x="109259" y="274034"/>
                  </a:lnTo>
                  <a:cubicBezTo>
                    <a:pt x="104402" y="273558"/>
                    <a:pt x="100782" y="269462"/>
                    <a:pt x="100782" y="264605"/>
                  </a:cubicBezTo>
                  <a:lnTo>
                    <a:pt x="100782" y="168116"/>
                  </a:lnTo>
                  <a:cubicBezTo>
                    <a:pt x="101068" y="164401"/>
                    <a:pt x="103354" y="126301"/>
                    <a:pt x="94115" y="96488"/>
                  </a:cubicBezTo>
                  <a:cubicBezTo>
                    <a:pt x="93162" y="93536"/>
                    <a:pt x="90114" y="91916"/>
                    <a:pt x="87161" y="92774"/>
                  </a:cubicBezTo>
                  <a:cubicBezTo>
                    <a:pt x="84209" y="93726"/>
                    <a:pt x="82589" y="96774"/>
                    <a:pt x="83447" y="99727"/>
                  </a:cubicBezTo>
                  <a:cubicBezTo>
                    <a:pt x="91543" y="126016"/>
                    <a:pt x="90019" y="160687"/>
                    <a:pt x="89733" y="166688"/>
                  </a:cubicBezTo>
                  <a:lnTo>
                    <a:pt x="54872" y="250031"/>
                  </a:lnTo>
                  <a:cubicBezTo>
                    <a:pt x="54586" y="250698"/>
                    <a:pt x="54014" y="250984"/>
                    <a:pt x="53729" y="251079"/>
                  </a:cubicBezTo>
                  <a:cubicBezTo>
                    <a:pt x="53443" y="251174"/>
                    <a:pt x="52871" y="251365"/>
                    <a:pt x="52205" y="251079"/>
                  </a:cubicBezTo>
                  <a:lnTo>
                    <a:pt x="12295" y="230791"/>
                  </a:lnTo>
                  <a:cubicBezTo>
                    <a:pt x="11342" y="230314"/>
                    <a:pt x="10961" y="229267"/>
                    <a:pt x="11342" y="228314"/>
                  </a:cubicBezTo>
                  <a:lnTo>
                    <a:pt x="41346" y="152876"/>
                  </a:lnTo>
                  <a:cubicBezTo>
                    <a:pt x="42489" y="150019"/>
                    <a:pt x="41060" y="146780"/>
                    <a:pt x="38203" y="145637"/>
                  </a:cubicBezTo>
                  <a:cubicBezTo>
                    <a:pt x="35345" y="144494"/>
                    <a:pt x="32107" y="145923"/>
                    <a:pt x="30964" y="148780"/>
                  </a:cubicBezTo>
                  <a:lnTo>
                    <a:pt x="960" y="224218"/>
                  </a:lnTo>
                  <a:cubicBezTo>
                    <a:pt x="-1612" y="230600"/>
                    <a:pt x="1151" y="237649"/>
                    <a:pt x="7247" y="240792"/>
                  </a:cubicBezTo>
                  <a:lnTo>
                    <a:pt x="47252" y="261080"/>
                  </a:lnTo>
                  <a:cubicBezTo>
                    <a:pt x="50490" y="262700"/>
                    <a:pt x="54300" y="262985"/>
                    <a:pt x="57729" y="261652"/>
                  </a:cubicBezTo>
                  <a:cubicBezTo>
                    <a:pt x="61158" y="260413"/>
                    <a:pt x="63920" y="257746"/>
                    <a:pt x="65349" y="254413"/>
                  </a:cubicBezTo>
                  <a:lnTo>
                    <a:pt x="89924" y="195834"/>
                  </a:lnTo>
                  <a:lnTo>
                    <a:pt x="89924" y="264700"/>
                  </a:lnTo>
                  <a:cubicBezTo>
                    <a:pt x="89924" y="275272"/>
                    <a:pt x="97829" y="284131"/>
                    <a:pt x="108402" y="285274"/>
                  </a:cubicBezTo>
                  <a:lnTo>
                    <a:pt x="156789" y="290513"/>
                  </a:lnTo>
                  <a:cubicBezTo>
                    <a:pt x="158027" y="290608"/>
                    <a:pt x="159361" y="290703"/>
                    <a:pt x="160599" y="290703"/>
                  </a:cubicBezTo>
                  <a:cubicBezTo>
                    <a:pt x="169362" y="290703"/>
                    <a:pt x="177935" y="287464"/>
                    <a:pt x="184507" y="281559"/>
                  </a:cubicBezTo>
                  <a:cubicBezTo>
                    <a:pt x="186888" y="279368"/>
                    <a:pt x="188984" y="276892"/>
                    <a:pt x="190698" y="274225"/>
                  </a:cubicBezTo>
                  <a:cubicBezTo>
                    <a:pt x="192413" y="276892"/>
                    <a:pt x="194508" y="279368"/>
                    <a:pt x="196889" y="281559"/>
                  </a:cubicBezTo>
                  <a:cubicBezTo>
                    <a:pt x="203462" y="287464"/>
                    <a:pt x="212034" y="290703"/>
                    <a:pt x="220702" y="290703"/>
                  </a:cubicBezTo>
                  <a:cubicBezTo>
                    <a:pt x="221940" y="290703"/>
                    <a:pt x="223274" y="290703"/>
                    <a:pt x="224512" y="290513"/>
                  </a:cubicBezTo>
                  <a:lnTo>
                    <a:pt x="239466" y="288893"/>
                  </a:lnTo>
                  <a:cubicBezTo>
                    <a:pt x="242514" y="288608"/>
                    <a:pt x="244705" y="285845"/>
                    <a:pt x="244419" y="282702"/>
                  </a:cubicBezTo>
                  <a:cubicBezTo>
                    <a:pt x="244133" y="279654"/>
                    <a:pt x="241371" y="277463"/>
                    <a:pt x="238323" y="277749"/>
                  </a:cubicBezTo>
                  <a:lnTo>
                    <a:pt x="223369" y="279368"/>
                  </a:lnTo>
                  <a:cubicBezTo>
                    <a:pt x="216416" y="280130"/>
                    <a:pt x="209558" y="277844"/>
                    <a:pt x="204414" y="273272"/>
                  </a:cubicBezTo>
                  <a:cubicBezTo>
                    <a:pt x="199556" y="268891"/>
                    <a:pt x="196604" y="262700"/>
                    <a:pt x="196318" y="256127"/>
                  </a:cubicBezTo>
                  <a:cubicBezTo>
                    <a:pt x="196318" y="255746"/>
                    <a:pt x="196318" y="188119"/>
                    <a:pt x="196318" y="188119"/>
                  </a:cubicBezTo>
                  <a:cubicBezTo>
                    <a:pt x="200985" y="185642"/>
                    <a:pt x="208891" y="178499"/>
                    <a:pt x="222893" y="158782"/>
                  </a:cubicBezTo>
                  <a:cubicBezTo>
                    <a:pt x="230132" y="148685"/>
                    <a:pt x="237371" y="137255"/>
                    <a:pt x="244514" y="125063"/>
                  </a:cubicBezTo>
                  <a:lnTo>
                    <a:pt x="269756" y="125063"/>
                  </a:lnTo>
                  <a:cubicBezTo>
                    <a:pt x="272804" y="125063"/>
                    <a:pt x="275375" y="122587"/>
                    <a:pt x="275375" y="119443"/>
                  </a:cubicBezTo>
                  <a:cubicBezTo>
                    <a:pt x="275375" y="116300"/>
                    <a:pt x="272899" y="113824"/>
                    <a:pt x="269756" y="113824"/>
                  </a:cubicBezTo>
                  <a:lnTo>
                    <a:pt x="250896" y="113824"/>
                  </a:lnTo>
                  <a:cubicBezTo>
                    <a:pt x="256897" y="102965"/>
                    <a:pt x="262707" y="91630"/>
                    <a:pt x="268041" y="80200"/>
                  </a:cubicBezTo>
                  <a:cubicBezTo>
                    <a:pt x="269946" y="76105"/>
                    <a:pt x="268708" y="71152"/>
                    <a:pt x="264898" y="68580"/>
                  </a:cubicBezTo>
                  <a:lnTo>
                    <a:pt x="254992" y="61627"/>
                  </a:lnTo>
                  <a:lnTo>
                    <a:pt x="266136" y="54959"/>
                  </a:lnTo>
                  <a:cubicBezTo>
                    <a:pt x="270137" y="52578"/>
                    <a:pt x="271756" y="47530"/>
                    <a:pt x="269946" y="43148"/>
                  </a:cubicBezTo>
                  <a:cubicBezTo>
                    <a:pt x="268232" y="39243"/>
                    <a:pt x="265088" y="33052"/>
                    <a:pt x="260135" y="26479"/>
                  </a:cubicBezTo>
                  <a:lnTo>
                    <a:pt x="286424" y="33528"/>
                  </a:lnTo>
                  <a:cubicBezTo>
                    <a:pt x="290711" y="34671"/>
                    <a:pt x="294235" y="37814"/>
                    <a:pt x="295854" y="41910"/>
                  </a:cubicBezTo>
                  <a:lnTo>
                    <a:pt x="369959" y="228124"/>
                  </a:lnTo>
                  <a:cubicBezTo>
                    <a:pt x="370340" y="229076"/>
                    <a:pt x="369959" y="230124"/>
                    <a:pt x="369006" y="230600"/>
                  </a:cubicBezTo>
                  <a:lnTo>
                    <a:pt x="329001" y="250888"/>
                  </a:lnTo>
                  <a:cubicBezTo>
                    <a:pt x="328334" y="251270"/>
                    <a:pt x="327763" y="251079"/>
                    <a:pt x="327477" y="250888"/>
                  </a:cubicBezTo>
                  <a:cubicBezTo>
                    <a:pt x="327191" y="250793"/>
                    <a:pt x="326620" y="250508"/>
                    <a:pt x="326334" y="249841"/>
                  </a:cubicBezTo>
                  <a:lnTo>
                    <a:pt x="291473" y="166497"/>
                  </a:lnTo>
                  <a:cubicBezTo>
                    <a:pt x="291092" y="160592"/>
                    <a:pt x="289568" y="125825"/>
                    <a:pt x="297759" y="99536"/>
                  </a:cubicBezTo>
                  <a:cubicBezTo>
                    <a:pt x="298712" y="96583"/>
                    <a:pt x="296997" y="93440"/>
                    <a:pt x="294044" y="92583"/>
                  </a:cubicBezTo>
                  <a:cubicBezTo>
                    <a:pt x="291092" y="91630"/>
                    <a:pt x="287948" y="93345"/>
                    <a:pt x="287091" y="96298"/>
                  </a:cubicBezTo>
                  <a:cubicBezTo>
                    <a:pt x="277852" y="126206"/>
                    <a:pt x="280138" y="164497"/>
                    <a:pt x="280424" y="168021"/>
                  </a:cubicBezTo>
                  <a:lnTo>
                    <a:pt x="280424" y="264509"/>
                  </a:lnTo>
                  <a:cubicBezTo>
                    <a:pt x="280424" y="269367"/>
                    <a:pt x="276804" y="273463"/>
                    <a:pt x="271946" y="273939"/>
                  </a:cubicBezTo>
                  <a:lnTo>
                    <a:pt x="262898" y="274892"/>
                  </a:lnTo>
                  <a:cubicBezTo>
                    <a:pt x="259850" y="275177"/>
                    <a:pt x="257659" y="277939"/>
                    <a:pt x="257945" y="280988"/>
                  </a:cubicBezTo>
                  <a:cubicBezTo>
                    <a:pt x="258230" y="283845"/>
                    <a:pt x="260707" y="285941"/>
                    <a:pt x="263469" y="285941"/>
                  </a:cubicBezTo>
                  <a:cubicBezTo>
                    <a:pt x="263660" y="285941"/>
                    <a:pt x="263850" y="285941"/>
                    <a:pt x="264041" y="285941"/>
                  </a:cubicBezTo>
                  <a:lnTo>
                    <a:pt x="273089" y="284988"/>
                  </a:lnTo>
                  <a:cubicBezTo>
                    <a:pt x="283662" y="283845"/>
                    <a:pt x="291568" y="274987"/>
                    <a:pt x="291568" y="264414"/>
                  </a:cubicBezTo>
                  <a:lnTo>
                    <a:pt x="291568" y="195548"/>
                  </a:lnTo>
                  <a:lnTo>
                    <a:pt x="316142" y="254127"/>
                  </a:lnTo>
                  <a:cubicBezTo>
                    <a:pt x="317571" y="257461"/>
                    <a:pt x="320333" y="260128"/>
                    <a:pt x="323762" y="261366"/>
                  </a:cubicBezTo>
                  <a:cubicBezTo>
                    <a:pt x="327191" y="262604"/>
                    <a:pt x="331001" y="262414"/>
                    <a:pt x="334240" y="260795"/>
                  </a:cubicBezTo>
                  <a:lnTo>
                    <a:pt x="374245" y="240506"/>
                  </a:lnTo>
                  <a:cubicBezTo>
                    <a:pt x="380341" y="237458"/>
                    <a:pt x="383008" y="230314"/>
                    <a:pt x="380531" y="223933"/>
                  </a:cubicBezTo>
                  <a:lnTo>
                    <a:pt x="380531" y="223933"/>
                  </a:lnTo>
                  <a:close/>
                  <a:moveTo>
                    <a:pt x="164314" y="10858"/>
                  </a:moveTo>
                  <a:lnTo>
                    <a:pt x="216035" y="10858"/>
                  </a:lnTo>
                  <a:cubicBezTo>
                    <a:pt x="215939" y="14383"/>
                    <a:pt x="215654" y="19526"/>
                    <a:pt x="215177" y="26003"/>
                  </a:cubicBezTo>
                  <a:lnTo>
                    <a:pt x="165076" y="26003"/>
                  </a:lnTo>
                  <a:cubicBezTo>
                    <a:pt x="164600" y="19526"/>
                    <a:pt x="164409" y="14383"/>
                    <a:pt x="164219" y="10858"/>
                  </a:cubicBezTo>
                  <a:lnTo>
                    <a:pt x="164219" y="10858"/>
                  </a:lnTo>
                  <a:close/>
                  <a:moveTo>
                    <a:pt x="164600" y="148685"/>
                  </a:moveTo>
                  <a:cubicBezTo>
                    <a:pt x="150407" y="128302"/>
                    <a:pt x="135929" y="102775"/>
                    <a:pt x="123642" y="76771"/>
                  </a:cubicBezTo>
                  <a:lnTo>
                    <a:pt x="139358" y="65818"/>
                  </a:lnTo>
                  <a:cubicBezTo>
                    <a:pt x="140882" y="64770"/>
                    <a:pt x="141835" y="62960"/>
                    <a:pt x="141740" y="61055"/>
                  </a:cubicBezTo>
                  <a:cubicBezTo>
                    <a:pt x="141740" y="59150"/>
                    <a:pt x="140692" y="57436"/>
                    <a:pt x="138977" y="56483"/>
                  </a:cubicBezTo>
                  <a:lnTo>
                    <a:pt x="121737" y="46196"/>
                  </a:lnTo>
                  <a:cubicBezTo>
                    <a:pt x="125452" y="38195"/>
                    <a:pt x="134786" y="22670"/>
                    <a:pt x="153170" y="13621"/>
                  </a:cubicBezTo>
                  <a:cubicBezTo>
                    <a:pt x="154217" y="36290"/>
                    <a:pt x="158980" y="102775"/>
                    <a:pt x="179935" y="168878"/>
                  </a:cubicBezTo>
                  <a:cubicBezTo>
                    <a:pt x="176030" y="164306"/>
                    <a:pt x="170886" y="157829"/>
                    <a:pt x="164600" y="148685"/>
                  </a:cubicBezTo>
                  <a:lnTo>
                    <a:pt x="164600" y="148685"/>
                  </a:lnTo>
                  <a:close/>
                  <a:moveTo>
                    <a:pt x="241276" y="56388"/>
                  </a:moveTo>
                  <a:cubicBezTo>
                    <a:pt x="239657" y="57341"/>
                    <a:pt x="238609" y="59055"/>
                    <a:pt x="238514" y="60960"/>
                  </a:cubicBezTo>
                  <a:cubicBezTo>
                    <a:pt x="238514" y="62865"/>
                    <a:pt x="239371" y="64675"/>
                    <a:pt x="240895" y="65722"/>
                  </a:cubicBezTo>
                  <a:lnTo>
                    <a:pt x="256611" y="76676"/>
                  </a:lnTo>
                  <a:cubicBezTo>
                    <a:pt x="244324" y="102679"/>
                    <a:pt x="229751" y="128207"/>
                    <a:pt x="215654" y="148590"/>
                  </a:cubicBezTo>
                  <a:cubicBezTo>
                    <a:pt x="209367" y="157639"/>
                    <a:pt x="204224" y="164211"/>
                    <a:pt x="200318" y="168688"/>
                  </a:cubicBezTo>
                  <a:cubicBezTo>
                    <a:pt x="206891" y="147923"/>
                    <a:pt x="212415" y="125539"/>
                    <a:pt x="216892" y="101822"/>
                  </a:cubicBezTo>
                  <a:cubicBezTo>
                    <a:pt x="217463" y="98774"/>
                    <a:pt x="215463" y="95917"/>
                    <a:pt x="212415" y="95345"/>
                  </a:cubicBezTo>
                  <a:cubicBezTo>
                    <a:pt x="209367" y="94774"/>
                    <a:pt x="206510" y="96774"/>
                    <a:pt x="205938" y="99822"/>
                  </a:cubicBezTo>
                  <a:cubicBezTo>
                    <a:pt x="201747" y="122492"/>
                    <a:pt x="196508" y="143923"/>
                    <a:pt x="190222" y="163830"/>
                  </a:cubicBezTo>
                  <a:cubicBezTo>
                    <a:pt x="175077" y="115729"/>
                    <a:pt x="168791" y="67532"/>
                    <a:pt x="166124" y="37147"/>
                  </a:cubicBezTo>
                  <a:lnTo>
                    <a:pt x="214415" y="37147"/>
                  </a:lnTo>
                  <a:cubicBezTo>
                    <a:pt x="213463" y="48006"/>
                    <a:pt x="212034" y="61150"/>
                    <a:pt x="209939" y="75629"/>
                  </a:cubicBezTo>
                  <a:cubicBezTo>
                    <a:pt x="209462" y="78676"/>
                    <a:pt x="211558" y="81534"/>
                    <a:pt x="214701" y="81915"/>
                  </a:cubicBezTo>
                  <a:cubicBezTo>
                    <a:pt x="217749" y="82391"/>
                    <a:pt x="220607" y="80200"/>
                    <a:pt x="220988" y="77153"/>
                  </a:cubicBezTo>
                  <a:cubicBezTo>
                    <a:pt x="225179" y="48101"/>
                    <a:pt x="226703" y="25051"/>
                    <a:pt x="227179" y="13430"/>
                  </a:cubicBezTo>
                  <a:cubicBezTo>
                    <a:pt x="245562" y="22479"/>
                    <a:pt x="254801" y="38005"/>
                    <a:pt x="258611" y="46006"/>
                  </a:cubicBezTo>
                  <a:lnTo>
                    <a:pt x="241371" y="562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27"/>
            <p:cNvSpPr/>
            <p:nvPr/>
          </p:nvSpPr>
          <p:spPr>
            <a:xfrm>
              <a:off x="3225831" y="3508533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39"/>
                    <a:pt x="5620" y="11239"/>
                  </a:cubicBezTo>
                  <a:cubicBezTo>
                    <a:pt x="8763" y="11239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6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27"/>
            <p:cNvSpPr/>
            <p:nvPr/>
          </p:nvSpPr>
          <p:spPr>
            <a:xfrm>
              <a:off x="3233070" y="3489959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7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27"/>
            <p:cNvSpPr/>
            <p:nvPr/>
          </p:nvSpPr>
          <p:spPr>
            <a:xfrm>
              <a:off x="3240309" y="3471576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11240" y="5620"/>
                  </a:moveTo>
                  <a:lnTo>
                    <a:pt x="11240" y="5620"/>
                  </a:lnTo>
                  <a:cubicBezTo>
                    <a:pt x="11240" y="2476"/>
                    <a:pt x="8763" y="0"/>
                    <a:pt x="5620" y="0"/>
                  </a:cubicBezTo>
                  <a:cubicBezTo>
                    <a:pt x="2476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6" y="11239"/>
                    <a:pt x="5620" y="11239"/>
                  </a:cubicBezTo>
                  <a:cubicBezTo>
                    <a:pt x="8763" y="11239"/>
                    <a:pt x="11240" y="8763"/>
                    <a:pt x="11240" y="5620"/>
                  </a:cubicBezTo>
                  <a:lnTo>
                    <a:pt x="1124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27"/>
            <p:cNvSpPr/>
            <p:nvPr/>
          </p:nvSpPr>
          <p:spPr>
            <a:xfrm>
              <a:off x="3509580" y="3508533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7" y="11239"/>
                    <a:pt x="5620" y="11239"/>
                  </a:cubicBezTo>
                  <a:cubicBezTo>
                    <a:pt x="8763" y="11239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6"/>
                    <a:pt x="8763" y="0"/>
                    <a:pt x="5620" y="0"/>
                  </a:cubicBezTo>
                  <a:cubicBezTo>
                    <a:pt x="2477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27"/>
            <p:cNvSpPr/>
            <p:nvPr/>
          </p:nvSpPr>
          <p:spPr>
            <a:xfrm>
              <a:off x="3502341" y="3490055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39"/>
                    <a:pt x="5620" y="11239"/>
                  </a:cubicBezTo>
                  <a:cubicBezTo>
                    <a:pt x="8763" y="11239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6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27"/>
            <p:cNvSpPr/>
            <p:nvPr/>
          </p:nvSpPr>
          <p:spPr>
            <a:xfrm>
              <a:off x="3495103" y="3471481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6" y="11239"/>
                    <a:pt x="5620" y="11239"/>
                  </a:cubicBezTo>
                  <a:cubicBezTo>
                    <a:pt x="8763" y="11239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6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27"/>
            <p:cNvSpPr/>
            <p:nvPr/>
          </p:nvSpPr>
          <p:spPr>
            <a:xfrm>
              <a:off x="3363562" y="3329178"/>
              <a:ext cx="21621" cy="11239"/>
            </a:xfrm>
            <a:custGeom>
              <a:rect b="b" l="l" r="r" t="t"/>
              <a:pathLst>
                <a:path extrusionOk="0" h="11239" w="21621">
                  <a:moveTo>
                    <a:pt x="16002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6002" y="11239"/>
                  </a:lnTo>
                  <a:cubicBezTo>
                    <a:pt x="19050" y="11239"/>
                    <a:pt x="21622" y="8763"/>
                    <a:pt x="21622" y="5620"/>
                  </a:cubicBezTo>
                  <a:cubicBezTo>
                    <a:pt x="21622" y="2476"/>
                    <a:pt x="19145" y="0"/>
                    <a:pt x="16002" y="0"/>
                  </a:cubicBezTo>
                  <a:lnTo>
                    <a:pt x="16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3" name="Google Shape;1113;p27"/>
          <p:cNvGrpSpPr/>
          <p:nvPr/>
        </p:nvGrpSpPr>
        <p:grpSpPr>
          <a:xfrm>
            <a:off x="486294" y="2642436"/>
            <a:ext cx="348065" cy="426217"/>
            <a:chOff x="2440612" y="3238500"/>
            <a:chExt cx="311217" cy="381095"/>
          </a:xfrm>
        </p:grpSpPr>
        <p:sp>
          <p:nvSpPr>
            <p:cNvPr id="1114" name="Google Shape;1114;p27"/>
            <p:cNvSpPr/>
            <p:nvPr/>
          </p:nvSpPr>
          <p:spPr>
            <a:xfrm>
              <a:off x="2440612" y="3238500"/>
              <a:ext cx="311217" cy="381095"/>
            </a:xfrm>
            <a:custGeom>
              <a:rect b="b" l="l" r="r" t="t"/>
              <a:pathLst>
                <a:path extrusionOk="0" h="381095" w="311217">
                  <a:moveTo>
                    <a:pt x="302206" y="116205"/>
                  </a:moveTo>
                  <a:lnTo>
                    <a:pt x="242008" y="95631"/>
                  </a:lnTo>
                  <a:cubicBezTo>
                    <a:pt x="235817" y="93536"/>
                    <a:pt x="228864" y="96393"/>
                    <a:pt x="226006" y="102203"/>
                  </a:cubicBezTo>
                  <a:lnTo>
                    <a:pt x="185430" y="184404"/>
                  </a:lnTo>
                  <a:lnTo>
                    <a:pt x="185430" y="13144"/>
                  </a:lnTo>
                  <a:cubicBezTo>
                    <a:pt x="185430" y="5906"/>
                    <a:pt x="179524" y="0"/>
                    <a:pt x="172285" y="0"/>
                  </a:cubicBezTo>
                  <a:lnTo>
                    <a:pt x="59604" y="0"/>
                  </a:lnTo>
                  <a:cubicBezTo>
                    <a:pt x="52365" y="0"/>
                    <a:pt x="46460" y="5906"/>
                    <a:pt x="46460" y="13144"/>
                  </a:cubicBezTo>
                  <a:lnTo>
                    <a:pt x="46460" y="35528"/>
                  </a:lnTo>
                  <a:cubicBezTo>
                    <a:pt x="45317" y="40576"/>
                    <a:pt x="35316" y="80582"/>
                    <a:pt x="6550" y="103442"/>
                  </a:cubicBezTo>
                  <a:cubicBezTo>
                    <a:pt x="1311" y="107633"/>
                    <a:pt x="-1070" y="114491"/>
                    <a:pt x="454" y="120967"/>
                  </a:cubicBezTo>
                  <a:lnTo>
                    <a:pt x="55223" y="353663"/>
                  </a:lnTo>
                  <a:cubicBezTo>
                    <a:pt x="59033" y="369761"/>
                    <a:pt x="73225" y="381095"/>
                    <a:pt x="89799" y="381095"/>
                  </a:cubicBezTo>
                  <a:lnTo>
                    <a:pt x="208956" y="381095"/>
                  </a:lnTo>
                  <a:cubicBezTo>
                    <a:pt x="208956" y="381095"/>
                    <a:pt x="209147" y="381095"/>
                    <a:pt x="209147" y="381095"/>
                  </a:cubicBezTo>
                  <a:cubicBezTo>
                    <a:pt x="225054" y="380809"/>
                    <a:pt x="238674" y="369951"/>
                    <a:pt x="243151" y="353949"/>
                  </a:cubicBezTo>
                  <a:cubicBezTo>
                    <a:pt x="250200" y="328517"/>
                    <a:pt x="266106" y="275558"/>
                    <a:pt x="289252" y="200882"/>
                  </a:cubicBezTo>
                  <a:cubicBezTo>
                    <a:pt x="290205" y="197929"/>
                    <a:pt x="288490" y="194786"/>
                    <a:pt x="285537" y="193929"/>
                  </a:cubicBezTo>
                  <a:cubicBezTo>
                    <a:pt x="282585" y="192976"/>
                    <a:pt x="279441" y="194691"/>
                    <a:pt x="278584" y="197644"/>
                  </a:cubicBezTo>
                  <a:cubicBezTo>
                    <a:pt x="262487" y="249746"/>
                    <a:pt x="241341" y="318707"/>
                    <a:pt x="232388" y="350996"/>
                  </a:cubicBezTo>
                  <a:cubicBezTo>
                    <a:pt x="229245" y="362331"/>
                    <a:pt x="219720" y="369951"/>
                    <a:pt x="208766" y="370046"/>
                  </a:cubicBezTo>
                  <a:cubicBezTo>
                    <a:pt x="203051" y="370046"/>
                    <a:pt x="185430" y="368141"/>
                    <a:pt x="185430" y="346520"/>
                  </a:cubicBezTo>
                  <a:lnTo>
                    <a:pt x="185430" y="316039"/>
                  </a:lnTo>
                  <a:cubicBezTo>
                    <a:pt x="185430" y="312992"/>
                    <a:pt x="182953" y="310420"/>
                    <a:pt x="179810" y="310420"/>
                  </a:cubicBezTo>
                  <a:cubicBezTo>
                    <a:pt x="176667" y="310420"/>
                    <a:pt x="174190" y="312896"/>
                    <a:pt x="174190" y="316039"/>
                  </a:cubicBezTo>
                  <a:lnTo>
                    <a:pt x="174190" y="346520"/>
                  </a:lnTo>
                  <a:cubicBezTo>
                    <a:pt x="174190" y="356902"/>
                    <a:pt x="177238" y="364522"/>
                    <a:pt x="182001" y="370046"/>
                  </a:cubicBezTo>
                  <a:lnTo>
                    <a:pt x="89799" y="370046"/>
                  </a:lnTo>
                  <a:cubicBezTo>
                    <a:pt x="78464" y="370046"/>
                    <a:pt x="68653" y="362331"/>
                    <a:pt x="66081" y="351282"/>
                  </a:cubicBezTo>
                  <a:lnTo>
                    <a:pt x="11313" y="118586"/>
                  </a:lnTo>
                  <a:cubicBezTo>
                    <a:pt x="10741" y="116300"/>
                    <a:pt x="11598" y="113824"/>
                    <a:pt x="13503" y="112395"/>
                  </a:cubicBezTo>
                  <a:cubicBezTo>
                    <a:pt x="41602" y="90107"/>
                    <a:pt x="53127" y="54483"/>
                    <a:pt x="56461" y="42005"/>
                  </a:cubicBezTo>
                  <a:lnTo>
                    <a:pt x="174285" y="42005"/>
                  </a:lnTo>
                  <a:lnTo>
                    <a:pt x="174285" y="291370"/>
                  </a:lnTo>
                  <a:cubicBezTo>
                    <a:pt x="174285" y="294418"/>
                    <a:pt x="176762" y="296989"/>
                    <a:pt x="179905" y="296989"/>
                  </a:cubicBezTo>
                  <a:cubicBezTo>
                    <a:pt x="183048" y="296989"/>
                    <a:pt x="185525" y="294513"/>
                    <a:pt x="185525" y="291370"/>
                  </a:cubicBezTo>
                  <a:lnTo>
                    <a:pt x="185525" y="272796"/>
                  </a:lnTo>
                  <a:lnTo>
                    <a:pt x="263439" y="114967"/>
                  </a:lnTo>
                  <a:lnTo>
                    <a:pt x="298682" y="126968"/>
                  </a:lnTo>
                  <a:cubicBezTo>
                    <a:pt x="299730" y="127349"/>
                    <a:pt x="300301" y="128397"/>
                    <a:pt x="299920" y="129445"/>
                  </a:cubicBezTo>
                  <a:cubicBezTo>
                    <a:pt x="298587" y="133826"/>
                    <a:pt x="293538" y="149924"/>
                    <a:pt x="286014" y="174022"/>
                  </a:cubicBezTo>
                  <a:cubicBezTo>
                    <a:pt x="285061" y="176975"/>
                    <a:pt x="286776" y="180118"/>
                    <a:pt x="289728" y="180975"/>
                  </a:cubicBezTo>
                  <a:cubicBezTo>
                    <a:pt x="292681" y="181928"/>
                    <a:pt x="295824" y="180213"/>
                    <a:pt x="296682" y="177260"/>
                  </a:cubicBezTo>
                  <a:cubicBezTo>
                    <a:pt x="304206" y="153162"/>
                    <a:pt x="309255" y="137065"/>
                    <a:pt x="310588" y="132683"/>
                  </a:cubicBezTo>
                  <a:cubicBezTo>
                    <a:pt x="312779" y="125825"/>
                    <a:pt x="309064" y="118682"/>
                    <a:pt x="302301" y="116300"/>
                  </a:cubicBezTo>
                  <a:lnTo>
                    <a:pt x="302301" y="116300"/>
                  </a:lnTo>
                  <a:close/>
                  <a:moveTo>
                    <a:pt x="174285" y="13144"/>
                  </a:moveTo>
                  <a:lnTo>
                    <a:pt x="174285" y="30575"/>
                  </a:lnTo>
                  <a:lnTo>
                    <a:pt x="120374" y="30575"/>
                  </a:lnTo>
                  <a:lnTo>
                    <a:pt x="120374" y="11240"/>
                  </a:lnTo>
                  <a:lnTo>
                    <a:pt x="172285" y="11240"/>
                  </a:lnTo>
                  <a:cubicBezTo>
                    <a:pt x="173333" y="11240"/>
                    <a:pt x="174285" y="12097"/>
                    <a:pt x="174285" y="13240"/>
                  </a:cubicBezTo>
                  <a:lnTo>
                    <a:pt x="174285" y="13240"/>
                  </a:lnTo>
                  <a:close/>
                  <a:moveTo>
                    <a:pt x="109134" y="30575"/>
                  </a:moveTo>
                  <a:lnTo>
                    <a:pt x="95323" y="30575"/>
                  </a:lnTo>
                  <a:lnTo>
                    <a:pt x="95323" y="11240"/>
                  </a:lnTo>
                  <a:lnTo>
                    <a:pt x="109134" y="11240"/>
                  </a:lnTo>
                  <a:lnTo>
                    <a:pt x="109134" y="30575"/>
                  </a:lnTo>
                  <a:close/>
                  <a:moveTo>
                    <a:pt x="57604" y="13144"/>
                  </a:moveTo>
                  <a:cubicBezTo>
                    <a:pt x="57604" y="12097"/>
                    <a:pt x="58461" y="11144"/>
                    <a:pt x="59604" y="11144"/>
                  </a:cubicBezTo>
                  <a:lnTo>
                    <a:pt x="84179" y="11144"/>
                  </a:lnTo>
                  <a:lnTo>
                    <a:pt x="84179" y="30480"/>
                  </a:lnTo>
                  <a:lnTo>
                    <a:pt x="57604" y="30480"/>
                  </a:lnTo>
                  <a:lnTo>
                    <a:pt x="57604" y="13049"/>
                  </a:lnTo>
                  <a:close/>
                  <a:moveTo>
                    <a:pt x="185430" y="247364"/>
                  </a:moveTo>
                  <a:lnTo>
                    <a:pt x="185430" y="209645"/>
                  </a:lnTo>
                  <a:lnTo>
                    <a:pt x="236007" y="107251"/>
                  </a:lnTo>
                  <a:cubicBezTo>
                    <a:pt x="236484" y="106394"/>
                    <a:pt x="237436" y="105918"/>
                    <a:pt x="238389" y="106299"/>
                  </a:cubicBezTo>
                  <a:lnTo>
                    <a:pt x="252676" y="111157"/>
                  </a:lnTo>
                  <a:lnTo>
                    <a:pt x="185430" y="24736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27"/>
            <p:cNvSpPr/>
            <p:nvPr/>
          </p:nvSpPr>
          <p:spPr>
            <a:xfrm>
              <a:off x="2478023" y="3344227"/>
              <a:ext cx="118014" cy="30384"/>
            </a:xfrm>
            <a:custGeom>
              <a:rect b="b" l="l" r="r" t="t"/>
              <a:pathLst>
                <a:path extrusionOk="0" h="30384" w="118014">
                  <a:moveTo>
                    <a:pt x="13145" y="11239"/>
                  </a:moveTo>
                  <a:lnTo>
                    <a:pt x="26003" y="11239"/>
                  </a:lnTo>
                  <a:cubicBezTo>
                    <a:pt x="29051" y="11239"/>
                    <a:pt x="31623" y="8763"/>
                    <a:pt x="31623" y="5620"/>
                  </a:cubicBezTo>
                  <a:cubicBezTo>
                    <a:pt x="31623" y="2476"/>
                    <a:pt x="29147" y="0"/>
                    <a:pt x="26003" y="0"/>
                  </a:cubicBezTo>
                  <a:lnTo>
                    <a:pt x="13145" y="0"/>
                  </a:lnTo>
                  <a:cubicBezTo>
                    <a:pt x="5906" y="0"/>
                    <a:pt x="0" y="5905"/>
                    <a:pt x="0" y="13144"/>
                  </a:cubicBezTo>
                  <a:lnTo>
                    <a:pt x="0" y="17240"/>
                  </a:lnTo>
                  <a:cubicBezTo>
                    <a:pt x="0" y="24479"/>
                    <a:pt x="5906" y="30385"/>
                    <a:pt x="13145" y="30385"/>
                  </a:cubicBezTo>
                  <a:lnTo>
                    <a:pt x="104870" y="30385"/>
                  </a:lnTo>
                  <a:cubicBezTo>
                    <a:pt x="112109" y="30385"/>
                    <a:pt x="118015" y="24479"/>
                    <a:pt x="118015" y="17240"/>
                  </a:cubicBezTo>
                  <a:lnTo>
                    <a:pt x="118015" y="13144"/>
                  </a:lnTo>
                  <a:cubicBezTo>
                    <a:pt x="118015" y="5905"/>
                    <a:pt x="112109" y="0"/>
                    <a:pt x="104870" y="0"/>
                  </a:cubicBezTo>
                  <a:lnTo>
                    <a:pt x="50768" y="0"/>
                  </a:lnTo>
                  <a:cubicBezTo>
                    <a:pt x="47720" y="0"/>
                    <a:pt x="45148" y="2476"/>
                    <a:pt x="45148" y="5620"/>
                  </a:cubicBezTo>
                  <a:cubicBezTo>
                    <a:pt x="45148" y="8763"/>
                    <a:pt x="47625" y="11239"/>
                    <a:pt x="50768" y="11239"/>
                  </a:cubicBezTo>
                  <a:lnTo>
                    <a:pt x="104870" y="11239"/>
                  </a:lnTo>
                  <a:cubicBezTo>
                    <a:pt x="105918" y="11239"/>
                    <a:pt x="106870" y="12097"/>
                    <a:pt x="106870" y="13240"/>
                  </a:cubicBezTo>
                  <a:lnTo>
                    <a:pt x="106870" y="17335"/>
                  </a:lnTo>
                  <a:cubicBezTo>
                    <a:pt x="106870" y="18383"/>
                    <a:pt x="106013" y="19336"/>
                    <a:pt x="104870" y="19336"/>
                  </a:cubicBezTo>
                  <a:lnTo>
                    <a:pt x="13145" y="19336"/>
                  </a:lnTo>
                  <a:cubicBezTo>
                    <a:pt x="12097" y="19336"/>
                    <a:pt x="11144" y="18478"/>
                    <a:pt x="11144" y="17335"/>
                  </a:cubicBezTo>
                  <a:lnTo>
                    <a:pt x="11144" y="13240"/>
                  </a:lnTo>
                  <a:cubicBezTo>
                    <a:pt x="11144" y="12192"/>
                    <a:pt x="12002" y="11239"/>
                    <a:pt x="13145" y="11239"/>
                  </a:cubicBezTo>
                  <a:lnTo>
                    <a:pt x="13145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27"/>
            <p:cNvSpPr/>
            <p:nvPr/>
          </p:nvSpPr>
          <p:spPr>
            <a:xfrm>
              <a:off x="2548413" y="3296888"/>
              <a:ext cx="54387" cy="36766"/>
            </a:xfrm>
            <a:custGeom>
              <a:rect b="b" l="l" r="r" t="t"/>
              <a:pathLst>
                <a:path extrusionOk="0" h="36766" w="54387">
                  <a:moveTo>
                    <a:pt x="54388" y="22955"/>
                  </a:moveTo>
                  <a:lnTo>
                    <a:pt x="54388" y="13811"/>
                  </a:lnTo>
                  <a:cubicBezTo>
                    <a:pt x="54388" y="6191"/>
                    <a:pt x="48197" y="0"/>
                    <a:pt x="40576" y="0"/>
                  </a:cubicBezTo>
                  <a:lnTo>
                    <a:pt x="13811" y="0"/>
                  </a:lnTo>
                  <a:cubicBezTo>
                    <a:pt x="6191" y="0"/>
                    <a:pt x="0" y="6191"/>
                    <a:pt x="0" y="13811"/>
                  </a:cubicBezTo>
                  <a:lnTo>
                    <a:pt x="0" y="22955"/>
                  </a:lnTo>
                  <a:cubicBezTo>
                    <a:pt x="0" y="30575"/>
                    <a:pt x="6191" y="36767"/>
                    <a:pt x="13811" y="36767"/>
                  </a:cubicBezTo>
                  <a:lnTo>
                    <a:pt x="40576" y="36767"/>
                  </a:lnTo>
                  <a:cubicBezTo>
                    <a:pt x="48197" y="36767"/>
                    <a:pt x="54388" y="30575"/>
                    <a:pt x="54388" y="22955"/>
                  </a:cubicBezTo>
                  <a:lnTo>
                    <a:pt x="54388" y="22955"/>
                  </a:lnTo>
                  <a:close/>
                  <a:moveTo>
                    <a:pt x="43148" y="22955"/>
                  </a:moveTo>
                  <a:cubicBezTo>
                    <a:pt x="43148" y="24384"/>
                    <a:pt x="42005" y="25527"/>
                    <a:pt x="40576" y="25527"/>
                  </a:cubicBezTo>
                  <a:lnTo>
                    <a:pt x="13811" y="25527"/>
                  </a:lnTo>
                  <a:cubicBezTo>
                    <a:pt x="12383" y="25527"/>
                    <a:pt x="11239" y="24384"/>
                    <a:pt x="11239" y="22955"/>
                  </a:cubicBezTo>
                  <a:lnTo>
                    <a:pt x="11239" y="13811"/>
                  </a:lnTo>
                  <a:cubicBezTo>
                    <a:pt x="11239" y="12382"/>
                    <a:pt x="12383" y="11239"/>
                    <a:pt x="13811" y="11239"/>
                  </a:cubicBezTo>
                  <a:lnTo>
                    <a:pt x="40576" y="11239"/>
                  </a:lnTo>
                  <a:cubicBezTo>
                    <a:pt x="42005" y="11239"/>
                    <a:pt x="43148" y="12382"/>
                    <a:pt x="43148" y="13811"/>
                  </a:cubicBezTo>
                  <a:lnTo>
                    <a:pt x="43148" y="229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7" name="Google Shape;1117;p27"/>
          <p:cNvGrpSpPr/>
          <p:nvPr/>
        </p:nvGrpSpPr>
        <p:grpSpPr>
          <a:xfrm>
            <a:off x="8297086" y="1971312"/>
            <a:ext cx="370929" cy="426110"/>
            <a:chOff x="9424510" y="2638425"/>
            <a:chExt cx="331660" cy="381000"/>
          </a:xfrm>
        </p:grpSpPr>
        <p:sp>
          <p:nvSpPr>
            <p:cNvPr id="1118" name="Google Shape;1118;p27"/>
            <p:cNvSpPr/>
            <p:nvPr/>
          </p:nvSpPr>
          <p:spPr>
            <a:xfrm>
              <a:off x="9453085" y="2753010"/>
              <a:ext cx="155543" cy="237934"/>
            </a:xfrm>
            <a:custGeom>
              <a:rect b="b" l="l" r="r" t="t"/>
              <a:pathLst>
                <a:path extrusionOk="0" h="237934" w="155543">
                  <a:moveTo>
                    <a:pt x="150019" y="226790"/>
                  </a:moveTo>
                  <a:lnTo>
                    <a:pt x="13145" y="226790"/>
                  </a:lnTo>
                  <a:cubicBezTo>
                    <a:pt x="12096" y="226790"/>
                    <a:pt x="11239" y="225933"/>
                    <a:pt x="11239" y="224885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19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224885"/>
                  </a:lnTo>
                  <a:cubicBezTo>
                    <a:pt x="0" y="232124"/>
                    <a:pt x="5905" y="237935"/>
                    <a:pt x="13049" y="237935"/>
                  </a:cubicBezTo>
                  <a:lnTo>
                    <a:pt x="149923" y="237935"/>
                  </a:lnTo>
                  <a:cubicBezTo>
                    <a:pt x="152971" y="237935"/>
                    <a:pt x="155543" y="235458"/>
                    <a:pt x="155543" y="232315"/>
                  </a:cubicBezTo>
                  <a:cubicBezTo>
                    <a:pt x="155543" y="229171"/>
                    <a:pt x="153067" y="226695"/>
                    <a:pt x="149923" y="226695"/>
                  </a:cubicBezTo>
                  <a:lnTo>
                    <a:pt x="149923" y="226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7"/>
            <p:cNvSpPr/>
            <p:nvPr/>
          </p:nvSpPr>
          <p:spPr>
            <a:xfrm>
              <a:off x="9512997" y="2662904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11240"/>
                  </a:moveTo>
                  <a:cubicBezTo>
                    <a:pt x="8668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7"/>
            <p:cNvSpPr/>
            <p:nvPr/>
          </p:nvSpPr>
          <p:spPr>
            <a:xfrm>
              <a:off x="9599199" y="2662904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11240"/>
                  </a:moveTo>
                  <a:cubicBezTo>
                    <a:pt x="8668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7"/>
            <p:cNvSpPr/>
            <p:nvPr/>
          </p:nvSpPr>
          <p:spPr>
            <a:xfrm>
              <a:off x="9628536" y="2708529"/>
              <a:ext cx="18573" cy="11239"/>
            </a:xfrm>
            <a:custGeom>
              <a:rect b="b" l="l" r="r" t="t"/>
              <a:pathLst>
                <a:path extrusionOk="0" h="11239" w="18573">
                  <a:moveTo>
                    <a:pt x="5620" y="11240"/>
                  </a:moveTo>
                  <a:lnTo>
                    <a:pt x="12954" y="11240"/>
                  </a:lnTo>
                  <a:cubicBezTo>
                    <a:pt x="16002" y="11240"/>
                    <a:pt x="18574" y="8763"/>
                    <a:pt x="18574" y="5620"/>
                  </a:cubicBezTo>
                  <a:cubicBezTo>
                    <a:pt x="18574" y="2477"/>
                    <a:pt x="16097" y="0"/>
                    <a:pt x="12954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7"/>
            <p:cNvSpPr/>
            <p:nvPr/>
          </p:nvSpPr>
          <p:spPr>
            <a:xfrm>
              <a:off x="9424510" y="2638425"/>
              <a:ext cx="331660" cy="381000"/>
            </a:xfrm>
            <a:custGeom>
              <a:rect b="b" l="l" r="r" t="t"/>
              <a:pathLst>
                <a:path extrusionOk="0" h="381000" w="331660">
                  <a:moveTo>
                    <a:pt x="322231" y="249936"/>
                  </a:moveTo>
                  <a:cubicBezTo>
                    <a:pt x="320516" y="247364"/>
                    <a:pt x="317087" y="246602"/>
                    <a:pt x="314515" y="248317"/>
                  </a:cubicBezTo>
                  <a:cubicBezTo>
                    <a:pt x="311944" y="250031"/>
                    <a:pt x="311182" y="253460"/>
                    <a:pt x="312896" y="256032"/>
                  </a:cubicBezTo>
                  <a:cubicBezTo>
                    <a:pt x="317945" y="263652"/>
                    <a:pt x="320611" y="272606"/>
                    <a:pt x="320611" y="281750"/>
                  </a:cubicBezTo>
                  <a:cubicBezTo>
                    <a:pt x="320611" y="302323"/>
                    <a:pt x="306800" y="320802"/>
                    <a:pt x="287084" y="326708"/>
                  </a:cubicBezTo>
                  <a:cubicBezTo>
                    <a:pt x="284702" y="327374"/>
                    <a:pt x="283083" y="329565"/>
                    <a:pt x="283083" y="332042"/>
                  </a:cubicBezTo>
                  <a:lnTo>
                    <a:pt x="283083" y="360331"/>
                  </a:lnTo>
                  <a:cubicBezTo>
                    <a:pt x="283083" y="365569"/>
                    <a:pt x="278892" y="369761"/>
                    <a:pt x="273653" y="369761"/>
                  </a:cubicBezTo>
                  <a:cubicBezTo>
                    <a:pt x="268414" y="369761"/>
                    <a:pt x="264223" y="365569"/>
                    <a:pt x="264223" y="360331"/>
                  </a:cubicBezTo>
                  <a:lnTo>
                    <a:pt x="264223" y="332042"/>
                  </a:lnTo>
                  <a:cubicBezTo>
                    <a:pt x="264223" y="329565"/>
                    <a:pt x="262604" y="327374"/>
                    <a:pt x="260223" y="326708"/>
                  </a:cubicBezTo>
                  <a:cubicBezTo>
                    <a:pt x="239935" y="320707"/>
                    <a:pt x="226123" y="301657"/>
                    <a:pt x="226695" y="280511"/>
                  </a:cubicBezTo>
                  <a:cubicBezTo>
                    <a:pt x="227362" y="255556"/>
                    <a:pt x="247459" y="235458"/>
                    <a:pt x="272415" y="234887"/>
                  </a:cubicBezTo>
                  <a:cubicBezTo>
                    <a:pt x="280988" y="234696"/>
                    <a:pt x="289370" y="236792"/>
                    <a:pt x="296799" y="240983"/>
                  </a:cubicBezTo>
                  <a:cubicBezTo>
                    <a:pt x="299466" y="242506"/>
                    <a:pt x="302895" y="241554"/>
                    <a:pt x="304419" y="238887"/>
                  </a:cubicBezTo>
                  <a:cubicBezTo>
                    <a:pt x="305943" y="236220"/>
                    <a:pt x="304990" y="232791"/>
                    <a:pt x="302323" y="231267"/>
                  </a:cubicBezTo>
                  <a:cubicBezTo>
                    <a:pt x="293751" y="226409"/>
                    <a:pt x="284036" y="223742"/>
                    <a:pt x="274129" y="223647"/>
                  </a:cubicBezTo>
                  <a:lnTo>
                    <a:pt x="274129" y="32956"/>
                  </a:lnTo>
                  <a:cubicBezTo>
                    <a:pt x="274129" y="20860"/>
                    <a:pt x="264223" y="10954"/>
                    <a:pt x="252126" y="10954"/>
                  </a:cubicBezTo>
                  <a:lnTo>
                    <a:pt x="206311" y="10954"/>
                  </a:lnTo>
                  <a:cubicBezTo>
                    <a:pt x="204978" y="4667"/>
                    <a:pt x="199454" y="0"/>
                    <a:pt x="192786" y="0"/>
                  </a:cubicBezTo>
                  <a:lnTo>
                    <a:pt x="81343" y="0"/>
                  </a:lnTo>
                  <a:cubicBezTo>
                    <a:pt x="74676" y="0"/>
                    <a:pt x="69152" y="4667"/>
                    <a:pt x="67818" y="10954"/>
                  </a:cubicBezTo>
                  <a:lnTo>
                    <a:pt x="22003" y="10954"/>
                  </a:lnTo>
                  <a:cubicBezTo>
                    <a:pt x="9906" y="10954"/>
                    <a:pt x="0" y="20860"/>
                    <a:pt x="0" y="32956"/>
                  </a:cubicBezTo>
                  <a:lnTo>
                    <a:pt x="0" y="358997"/>
                  </a:lnTo>
                  <a:cubicBezTo>
                    <a:pt x="0" y="371094"/>
                    <a:pt x="9906" y="381000"/>
                    <a:pt x="22003" y="381000"/>
                  </a:cubicBezTo>
                  <a:lnTo>
                    <a:pt x="252126" y="381000"/>
                  </a:lnTo>
                  <a:cubicBezTo>
                    <a:pt x="256032" y="381000"/>
                    <a:pt x="259746" y="379952"/>
                    <a:pt x="263080" y="378047"/>
                  </a:cubicBezTo>
                  <a:cubicBezTo>
                    <a:pt x="266129" y="379857"/>
                    <a:pt x="269748" y="381000"/>
                    <a:pt x="273653" y="381000"/>
                  </a:cubicBezTo>
                  <a:cubicBezTo>
                    <a:pt x="284988" y="381000"/>
                    <a:pt x="294227" y="371761"/>
                    <a:pt x="294227" y="360426"/>
                  </a:cubicBezTo>
                  <a:lnTo>
                    <a:pt x="294227" y="336137"/>
                  </a:lnTo>
                  <a:cubicBezTo>
                    <a:pt x="304324" y="332327"/>
                    <a:pt x="313372" y="325565"/>
                    <a:pt x="319944" y="316897"/>
                  </a:cubicBezTo>
                  <a:cubicBezTo>
                    <a:pt x="327660" y="306705"/>
                    <a:pt x="331661" y="294608"/>
                    <a:pt x="331661" y="281845"/>
                  </a:cubicBezTo>
                  <a:cubicBezTo>
                    <a:pt x="331661" y="270510"/>
                    <a:pt x="328326" y="259461"/>
                    <a:pt x="322136" y="249936"/>
                  </a:cubicBezTo>
                  <a:lnTo>
                    <a:pt x="322136" y="249936"/>
                  </a:lnTo>
                  <a:close/>
                  <a:moveTo>
                    <a:pt x="263080" y="32956"/>
                  </a:moveTo>
                  <a:lnTo>
                    <a:pt x="263080" y="224695"/>
                  </a:lnTo>
                  <a:cubicBezTo>
                    <a:pt x="256984" y="225838"/>
                    <a:pt x="251174" y="227933"/>
                    <a:pt x="245745" y="230886"/>
                  </a:cubicBezTo>
                  <a:lnTo>
                    <a:pt x="245745" y="52483"/>
                  </a:lnTo>
                  <a:cubicBezTo>
                    <a:pt x="245745" y="45244"/>
                    <a:pt x="239839" y="39433"/>
                    <a:pt x="232696" y="39433"/>
                  </a:cubicBezTo>
                  <a:lnTo>
                    <a:pt x="206787" y="39433"/>
                  </a:lnTo>
                  <a:lnTo>
                    <a:pt x="206787" y="22098"/>
                  </a:lnTo>
                  <a:lnTo>
                    <a:pt x="252317" y="22098"/>
                  </a:lnTo>
                  <a:cubicBezTo>
                    <a:pt x="258318" y="22098"/>
                    <a:pt x="263176" y="26956"/>
                    <a:pt x="263176" y="32956"/>
                  </a:cubicBezTo>
                  <a:lnTo>
                    <a:pt x="263176" y="32956"/>
                  </a:lnTo>
                  <a:close/>
                  <a:moveTo>
                    <a:pt x="78771" y="13811"/>
                  </a:moveTo>
                  <a:cubicBezTo>
                    <a:pt x="78771" y="12287"/>
                    <a:pt x="80010" y="11144"/>
                    <a:pt x="81439" y="11144"/>
                  </a:cubicBezTo>
                  <a:lnTo>
                    <a:pt x="192881" y="11144"/>
                  </a:lnTo>
                  <a:cubicBezTo>
                    <a:pt x="194405" y="11144"/>
                    <a:pt x="195548" y="12383"/>
                    <a:pt x="195548" y="13811"/>
                  </a:cubicBezTo>
                  <a:lnTo>
                    <a:pt x="195548" y="16478"/>
                  </a:lnTo>
                  <a:cubicBezTo>
                    <a:pt x="195548" y="16478"/>
                    <a:pt x="195548" y="16478"/>
                    <a:pt x="195548" y="16478"/>
                  </a:cubicBezTo>
                  <a:cubicBezTo>
                    <a:pt x="195548" y="16478"/>
                    <a:pt x="195548" y="16478"/>
                    <a:pt x="195548" y="16478"/>
                  </a:cubicBezTo>
                  <a:lnTo>
                    <a:pt x="195548" y="46768"/>
                  </a:lnTo>
                  <a:cubicBezTo>
                    <a:pt x="195548" y="51340"/>
                    <a:pt x="191834" y="54959"/>
                    <a:pt x="187357" y="54959"/>
                  </a:cubicBezTo>
                  <a:cubicBezTo>
                    <a:pt x="184309" y="54959"/>
                    <a:pt x="181546" y="53245"/>
                    <a:pt x="180118" y="50578"/>
                  </a:cubicBezTo>
                  <a:cubicBezTo>
                    <a:pt x="177832" y="46387"/>
                    <a:pt x="173450" y="43720"/>
                    <a:pt x="168593" y="43720"/>
                  </a:cubicBezTo>
                  <a:lnTo>
                    <a:pt x="105823" y="43720"/>
                  </a:lnTo>
                  <a:cubicBezTo>
                    <a:pt x="100965" y="43720"/>
                    <a:pt x="96488" y="46387"/>
                    <a:pt x="94297" y="50578"/>
                  </a:cubicBezTo>
                  <a:cubicBezTo>
                    <a:pt x="92773" y="53435"/>
                    <a:pt x="89821" y="55054"/>
                    <a:pt x="86582" y="54959"/>
                  </a:cubicBezTo>
                  <a:cubicBezTo>
                    <a:pt x="82296" y="54769"/>
                    <a:pt x="78771" y="50863"/>
                    <a:pt x="78771" y="46387"/>
                  </a:cubicBezTo>
                  <a:lnTo>
                    <a:pt x="78771" y="13716"/>
                  </a:lnTo>
                  <a:close/>
                  <a:moveTo>
                    <a:pt x="22098" y="369856"/>
                  </a:moveTo>
                  <a:cubicBezTo>
                    <a:pt x="16097" y="369856"/>
                    <a:pt x="11239" y="364998"/>
                    <a:pt x="11239" y="358997"/>
                  </a:cubicBezTo>
                  <a:lnTo>
                    <a:pt x="11239" y="32956"/>
                  </a:lnTo>
                  <a:cubicBezTo>
                    <a:pt x="11239" y="26956"/>
                    <a:pt x="16097" y="22098"/>
                    <a:pt x="22098" y="22098"/>
                  </a:cubicBezTo>
                  <a:lnTo>
                    <a:pt x="67627" y="22098"/>
                  </a:lnTo>
                  <a:lnTo>
                    <a:pt x="67627" y="39433"/>
                  </a:lnTo>
                  <a:lnTo>
                    <a:pt x="41720" y="39433"/>
                  </a:lnTo>
                  <a:cubicBezTo>
                    <a:pt x="34480" y="39433"/>
                    <a:pt x="28670" y="45339"/>
                    <a:pt x="28670" y="52483"/>
                  </a:cubicBezTo>
                  <a:lnTo>
                    <a:pt x="28670" y="95250"/>
                  </a:lnTo>
                  <a:cubicBezTo>
                    <a:pt x="28670" y="98298"/>
                    <a:pt x="31146" y="100870"/>
                    <a:pt x="34290" y="100870"/>
                  </a:cubicBezTo>
                  <a:cubicBezTo>
                    <a:pt x="37433" y="100870"/>
                    <a:pt x="39910" y="98393"/>
                    <a:pt x="39910" y="95250"/>
                  </a:cubicBezTo>
                  <a:lnTo>
                    <a:pt x="39910" y="52483"/>
                  </a:lnTo>
                  <a:cubicBezTo>
                    <a:pt x="39910" y="51435"/>
                    <a:pt x="40767" y="50578"/>
                    <a:pt x="41815" y="50578"/>
                  </a:cubicBezTo>
                  <a:lnTo>
                    <a:pt x="68199" y="50578"/>
                  </a:lnTo>
                  <a:cubicBezTo>
                    <a:pt x="70009" y="59150"/>
                    <a:pt x="77248" y="65627"/>
                    <a:pt x="86106" y="66104"/>
                  </a:cubicBezTo>
                  <a:cubicBezTo>
                    <a:pt x="93631" y="66485"/>
                    <a:pt x="100679" y="62484"/>
                    <a:pt x="104204" y="55817"/>
                  </a:cubicBezTo>
                  <a:cubicBezTo>
                    <a:pt x="104489" y="55245"/>
                    <a:pt x="105156" y="54864"/>
                    <a:pt x="105918" y="54864"/>
                  </a:cubicBezTo>
                  <a:lnTo>
                    <a:pt x="168687" y="54864"/>
                  </a:lnTo>
                  <a:cubicBezTo>
                    <a:pt x="169450" y="54864"/>
                    <a:pt x="170116" y="55245"/>
                    <a:pt x="170402" y="55817"/>
                  </a:cubicBezTo>
                  <a:cubicBezTo>
                    <a:pt x="173736" y="62198"/>
                    <a:pt x="180308" y="66104"/>
                    <a:pt x="187547" y="66104"/>
                  </a:cubicBezTo>
                  <a:cubicBezTo>
                    <a:pt x="196977" y="66104"/>
                    <a:pt x="204788" y="59436"/>
                    <a:pt x="206502" y="50483"/>
                  </a:cubicBezTo>
                  <a:lnTo>
                    <a:pt x="232791" y="50483"/>
                  </a:lnTo>
                  <a:cubicBezTo>
                    <a:pt x="233839" y="50483"/>
                    <a:pt x="234696" y="51340"/>
                    <a:pt x="234696" y="52388"/>
                  </a:cubicBezTo>
                  <a:lnTo>
                    <a:pt x="234696" y="238792"/>
                  </a:lnTo>
                  <a:cubicBezTo>
                    <a:pt x="234029" y="239363"/>
                    <a:pt x="233458" y="239935"/>
                    <a:pt x="232886" y="240506"/>
                  </a:cubicBezTo>
                  <a:cubicBezTo>
                    <a:pt x="222218" y="251079"/>
                    <a:pt x="216218" y="265176"/>
                    <a:pt x="215741" y="280035"/>
                  </a:cubicBezTo>
                  <a:cubicBezTo>
                    <a:pt x="215265" y="297275"/>
                    <a:pt x="222504" y="313373"/>
                    <a:pt x="234696" y="324517"/>
                  </a:cubicBezTo>
                  <a:lnTo>
                    <a:pt x="234696" y="339281"/>
                  </a:lnTo>
                  <a:cubicBezTo>
                    <a:pt x="234696" y="340328"/>
                    <a:pt x="233839" y="341186"/>
                    <a:pt x="232791" y="341186"/>
                  </a:cubicBezTo>
                  <a:lnTo>
                    <a:pt x="203549" y="341186"/>
                  </a:lnTo>
                  <a:cubicBezTo>
                    <a:pt x="200501" y="341186"/>
                    <a:pt x="197929" y="343662"/>
                    <a:pt x="197929" y="346805"/>
                  </a:cubicBezTo>
                  <a:cubicBezTo>
                    <a:pt x="197929" y="349948"/>
                    <a:pt x="200406" y="352425"/>
                    <a:pt x="203549" y="352425"/>
                  </a:cubicBezTo>
                  <a:lnTo>
                    <a:pt x="232791" y="352425"/>
                  </a:lnTo>
                  <a:cubicBezTo>
                    <a:pt x="240030" y="352425"/>
                    <a:pt x="245840" y="346519"/>
                    <a:pt x="245840" y="339376"/>
                  </a:cubicBezTo>
                  <a:lnTo>
                    <a:pt x="245840" y="332613"/>
                  </a:lnTo>
                  <a:cubicBezTo>
                    <a:pt x="248221" y="333946"/>
                    <a:pt x="250698" y="335090"/>
                    <a:pt x="253175" y="336042"/>
                  </a:cubicBezTo>
                  <a:lnTo>
                    <a:pt x="253175" y="360331"/>
                  </a:lnTo>
                  <a:cubicBezTo>
                    <a:pt x="253175" y="363569"/>
                    <a:pt x="253936" y="366617"/>
                    <a:pt x="255270" y="369380"/>
                  </a:cubicBezTo>
                  <a:cubicBezTo>
                    <a:pt x="254318" y="369665"/>
                    <a:pt x="253365" y="369761"/>
                    <a:pt x="252317" y="369761"/>
                  </a:cubicBezTo>
                  <a:lnTo>
                    <a:pt x="22193" y="3697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7"/>
            <p:cNvSpPr/>
            <p:nvPr/>
          </p:nvSpPr>
          <p:spPr>
            <a:xfrm>
              <a:off x="9667398" y="2889313"/>
              <a:ext cx="61721" cy="61722"/>
            </a:xfrm>
            <a:custGeom>
              <a:rect b="b" l="l" r="r" t="t"/>
              <a:pathLst>
                <a:path extrusionOk="0" h="61722" w="61721">
                  <a:moveTo>
                    <a:pt x="30861" y="0"/>
                  </a:moveTo>
                  <a:cubicBezTo>
                    <a:pt x="13811" y="0"/>
                    <a:pt x="0" y="13907"/>
                    <a:pt x="0" y="30861"/>
                  </a:cubicBezTo>
                  <a:cubicBezTo>
                    <a:pt x="0" y="47816"/>
                    <a:pt x="13906" y="61722"/>
                    <a:pt x="30861" y="61722"/>
                  </a:cubicBezTo>
                  <a:cubicBezTo>
                    <a:pt x="47815" y="61722"/>
                    <a:pt x="61722" y="47816"/>
                    <a:pt x="61722" y="30861"/>
                  </a:cubicBezTo>
                  <a:cubicBezTo>
                    <a:pt x="61722" y="13907"/>
                    <a:pt x="47815" y="0"/>
                    <a:pt x="30861" y="0"/>
                  </a:cubicBezTo>
                  <a:lnTo>
                    <a:pt x="30861" y="0"/>
                  </a:lnTo>
                  <a:close/>
                  <a:moveTo>
                    <a:pt x="30861" y="50578"/>
                  </a:moveTo>
                  <a:cubicBezTo>
                    <a:pt x="20002" y="50578"/>
                    <a:pt x="11144" y="41720"/>
                    <a:pt x="11144" y="30861"/>
                  </a:cubicBezTo>
                  <a:cubicBezTo>
                    <a:pt x="11144" y="20003"/>
                    <a:pt x="20002" y="11144"/>
                    <a:pt x="30861" y="11144"/>
                  </a:cubicBezTo>
                  <a:cubicBezTo>
                    <a:pt x="41720" y="11144"/>
                    <a:pt x="50578" y="20003"/>
                    <a:pt x="50578" y="30861"/>
                  </a:cubicBezTo>
                  <a:cubicBezTo>
                    <a:pt x="50578" y="41720"/>
                    <a:pt x="41720" y="50578"/>
                    <a:pt x="30861" y="50578"/>
                  </a:cubicBezTo>
                  <a:lnTo>
                    <a:pt x="30861" y="505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7"/>
            <p:cNvSpPr/>
            <p:nvPr/>
          </p:nvSpPr>
          <p:spPr>
            <a:xfrm>
              <a:off x="9580149" y="2833211"/>
              <a:ext cx="59436" cy="59436"/>
            </a:xfrm>
            <a:custGeom>
              <a:rect b="b" l="l" r="r" t="t"/>
              <a:pathLst>
                <a:path extrusionOk="0" h="59436" w="59436">
                  <a:moveTo>
                    <a:pt x="54959" y="54959"/>
                  </a:moveTo>
                  <a:cubicBezTo>
                    <a:pt x="57912" y="52007"/>
                    <a:pt x="59436" y="48197"/>
                    <a:pt x="59436" y="44101"/>
                  </a:cubicBezTo>
                  <a:cubicBezTo>
                    <a:pt x="59436" y="40005"/>
                    <a:pt x="57817" y="36100"/>
                    <a:pt x="54959" y="33242"/>
                  </a:cubicBezTo>
                  <a:lnTo>
                    <a:pt x="51435" y="29718"/>
                  </a:lnTo>
                  <a:lnTo>
                    <a:pt x="54959" y="26194"/>
                  </a:lnTo>
                  <a:cubicBezTo>
                    <a:pt x="57912" y="23241"/>
                    <a:pt x="59436" y="19431"/>
                    <a:pt x="59436" y="15335"/>
                  </a:cubicBezTo>
                  <a:cubicBezTo>
                    <a:pt x="59436" y="11240"/>
                    <a:pt x="57817" y="7334"/>
                    <a:pt x="54959" y="4477"/>
                  </a:cubicBezTo>
                  <a:cubicBezTo>
                    <a:pt x="52007" y="1524"/>
                    <a:pt x="48196" y="0"/>
                    <a:pt x="44101" y="0"/>
                  </a:cubicBezTo>
                  <a:cubicBezTo>
                    <a:pt x="40005" y="0"/>
                    <a:pt x="36100" y="1619"/>
                    <a:pt x="33243" y="4477"/>
                  </a:cubicBezTo>
                  <a:lnTo>
                    <a:pt x="29718" y="8001"/>
                  </a:lnTo>
                  <a:lnTo>
                    <a:pt x="26194" y="4477"/>
                  </a:lnTo>
                  <a:cubicBezTo>
                    <a:pt x="23241" y="1524"/>
                    <a:pt x="19431" y="0"/>
                    <a:pt x="15336" y="0"/>
                  </a:cubicBezTo>
                  <a:cubicBezTo>
                    <a:pt x="11239" y="0"/>
                    <a:pt x="7334" y="1619"/>
                    <a:pt x="4477" y="4477"/>
                  </a:cubicBezTo>
                  <a:cubicBezTo>
                    <a:pt x="1524" y="7430"/>
                    <a:pt x="0" y="11240"/>
                    <a:pt x="0" y="15335"/>
                  </a:cubicBezTo>
                  <a:cubicBezTo>
                    <a:pt x="0" y="19431"/>
                    <a:pt x="1620" y="23336"/>
                    <a:pt x="4477" y="26194"/>
                  </a:cubicBezTo>
                  <a:lnTo>
                    <a:pt x="8001" y="29718"/>
                  </a:lnTo>
                  <a:lnTo>
                    <a:pt x="4477" y="33242"/>
                  </a:lnTo>
                  <a:cubicBezTo>
                    <a:pt x="1524" y="36195"/>
                    <a:pt x="0" y="40005"/>
                    <a:pt x="0" y="44101"/>
                  </a:cubicBezTo>
                  <a:cubicBezTo>
                    <a:pt x="0" y="48197"/>
                    <a:pt x="1620" y="52102"/>
                    <a:pt x="4477" y="54959"/>
                  </a:cubicBezTo>
                  <a:cubicBezTo>
                    <a:pt x="7430" y="57912"/>
                    <a:pt x="11239" y="59436"/>
                    <a:pt x="15336" y="59436"/>
                  </a:cubicBezTo>
                  <a:cubicBezTo>
                    <a:pt x="19431" y="59436"/>
                    <a:pt x="23336" y="57817"/>
                    <a:pt x="26194" y="54959"/>
                  </a:cubicBezTo>
                  <a:lnTo>
                    <a:pt x="29718" y="51435"/>
                  </a:lnTo>
                  <a:lnTo>
                    <a:pt x="33243" y="54959"/>
                  </a:lnTo>
                  <a:cubicBezTo>
                    <a:pt x="36195" y="57912"/>
                    <a:pt x="40005" y="59436"/>
                    <a:pt x="44101" y="59436"/>
                  </a:cubicBezTo>
                  <a:cubicBezTo>
                    <a:pt x="48196" y="59436"/>
                    <a:pt x="52102" y="57817"/>
                    <a:pt x="54959" y="54959"/>
                  </a:cubicBezTo>
                  <a:lnTo>
                    <a:pt x="54959" y="54959"/>
                  </a:lnTo>
                  <a:close/>
                  <a:moveTo>
                    <a:pt x="33719" y="39624"/>
                  </a:moveTo>
                  <a:cubicBezTo>
                    <a:pt x="32671" y="38576"/>
                    <a:pt x="31242" y="38005"/>
                    <a:pt x="29813" y="38005"/>
                  </a:cubicBezTo>
                  <a:cubicBezTo>
                    <a:pt x="28385" y="38005"/>
                    <a:pt x="26956" y="38576"/>
                    <a:pt x="25908" y="39624"/>
                  </a:cubicBezTo>
                  <a:lnTo>
                    <a:pt x="18479" y="47054"/>
                  </a:lnTo>
                  <a:cubicBezTo>
                    <a:pt x="17717" y="47816"/>
                    <a:pt x="16574" y="48292"/>
                    <a:pt x="15526" y="48292"/>
                  </a:cubicBezTo>
                  <a:cubicBezTo>
                    <a:pt x="14478" y="48292"/>
                    <a:pt x="13335" y="47816"/>
                    <a:pt x="12573" y="47054"/>
                  </a:cubicBezTo>
                  <a:cubicBezTo>
                    <a:pt x="11811" y="46292"/>
                    <a:pt x="11335" y="45149"/>
                    <a:pt x="11335" y="44101"/>
                  </a:cubicBezTo>
                  <a:cubicBezTo>
                    <a:pt x="11335" y="43053"/>
                    <a:pt x="11811" y="41910"/>
                    <a:pt x="12573" y="41148"/>
                  </a:cubicBezTo>
                  <a:lnTo>
                    <a:pt x="20003" y="33719"/>
                  </a:lnTo>
                  <a:cubicBezTo>
                    <a:pt x="22193" y="31528"/>
                    <a:pt x="22193" y="28004"/>
                    <a:pt x="20003" y="25813"/>
                  </a:cubicBezTo>
                  <a:lnTo>
                    <a:pt x="12573" y="18383"/>
                  </a:lnTo>
                  <a:cubicBezTo>
                    <a:pt x="11811" y="17621"/>
                    <a:pt x="11335" y="16478"/>
                    <a:pt x="11335" y="15431"/>
                  </a:cubicBezTo>
                  <a:cubicBezTo>
                    <a:pt x="11335" y="14383"/>
                    <a:pt x="11811" y="13240"/>
                    <a:pt x="12573" y="12478"/>
                  </a:cubicBezTo>
                  <a:cubicBezTo>
                    <a:pt x="13335" y="11716"/>
                    <a:pt x="14478" y="11240"/>
                    <a:pt x="15526" y="11240"/>
                  </a:cubicBezTo>
                  <a:cubicBezTo>
                    <a:pt x="16574" y="11240"/>
                    <a:pt x="17717" y="11716"/>
                    <a:pt x="18479" y="12478"/>
                  </a:cubicBezTo>
                  <a:lnTo>
                    <a:pt x="25908" y="19907"/>
                  </a:lnTo>
                  <a:cubicBezTo>
                    <a:pt x="28099" y="22098"/>
                    <a:pt x="31623" y="22098"/>
                    <a:pt x="33814" y="19907"/>
                  </a:cubicBezTo>
                  <a:lnTo>
                    <a:pt x="41243" y="12478"/>
                  </a:lnTo>
                  <a:cubicBezTo>
                    <a:pt x="42006" y="11716"/>
                    <a:pt x="43053" y="11240"/>
                    <a:pt x="44196" y="11240"/>
                  </a:cubicBezTo>
                  <a:cubicBezTo>
                    <a:pt x="45339" y="11240"/>
                    <a:pt x="46387" y="11716"/>
                    <a:pt x="47149" y="12478"/>
                  </a:cubicBezTo>
                  <a:cubicBezTo>
                    <a:pt x="47911" y="13240"/>
                    <a:pt x="48387" y="14383"/>
                    <a:pt x="48387" y="15431"/>
                  </a:cubicBezTo>
                  <a:cubicBezTo>
                    <a:pt x="48387" y="16478"/>
                    <a:pt x="47911" y="17621"/>
                    <a:pt x="47149" y="18383"/>
                  </a:cubicBezTo>
                  <a:lnTo>
                    <a:pt x="39720" y="25813"/>
                  </a:lnTo>
                  <a:cubicBezTo>
                    <a:pt x="37529" y="28004"/>
                    <a:pt x="37529" y="31528"/>
                    <a:pt x="39720" y="33719"/>
                  </a:cubicBezTo>
                  <a:lnTo>
                    <a:pt x="47149" y="41148"/>
                  </a:lnTo>
                  <a:cubicBezTo>
                    <a:pt x="47911" y="41910"/>
                    <a:pt x="48387" y="43053"/>
                    <a:pt x="48387" y="44101"/>
                  </a:cubicBezTo>
                  <a:cubicBezTo>
                    <a:pt x="48387" y="45149"/>
                    <a:pt x="47911" y="46292"/>
                    <a:pt x="47149" y="47054"/>
                  </a:cubicBezTo>
                  <a:cubicBezTo>
                    <a:pt x="46387" y="47816"/>
                    <a:pt x="45244" y="48292"/>
                    <a:pt x="44196" y="48292"/>
                  </a:cubicBezTo>
                  <a:cubicBezTo>
                    <a:pt x="43149" y="48292"/>
                    <a:pt x="42006" y="47816"/>
                    <a:pt x="41243" y="47054"/>
                  </a:cubicBezTo>
                  <a:lnTo>
                    <a:pt x="33814" y="396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27"/>
            <p:cNvSpPr/>
            <p:nvPr/>
          </p:nvSpPr>
          <p:spPr>
            <a:xfrm>
              <a:off x="9489566" y="2900338"/>
              <a:ext cx="59531" cy="59459"/>
            </a:xfrm>
            <a:custGeom>
              <a:rect b="b" l="l" r="r" t="t"/>
              <a:pathLst>
                <a:path extrusionOk="0" h="59459" w="59531">
                  <a:moveTo>
                    <a:pt x="95" y="44125"/>
                  </a:moveTo>
                  <a:cubicBezTo>
                    <a:pt x="95" y="48220"/>
                    <a:pt x="1714" y="52126"/>
                    <a:pt x="4572" y="54983"/>
                  </a:cubicBezTo>
                  <a:cubicBezTo>
                    <a:pt x="7525" y="57936"/>
                    <a:pt x="11334" y="59460"/>
                    <a:pt x="15430" y="59460"/>
                  </a:cubicBezTo>
                  <a:cubicBezTo>
                    <a:pt x="19526" y="59460"/>
                    <a:pt x="23431" y="57841"/>
                    <a:pt x="26289" y="54983"/>
                  </a:cubicBezTo>
                  <a:lnTo>
                    <a:pt x="29813" y="51459"/>
                  </a:lnTo>
                  <a:lnTo>
                    <a:pt x="33338" y="54983"/>
                  </a:lnTo>
                  <a:cubicBezTo>
                    <a:pt x="36290" y="57936"/>
                    <a:pt x="40100" y="59460"/>
                    <a:pt x="44196" y="59460"/>
                  </a:cubicBezTo>
                  <a:cubicBezTo>
                    <a:pt x="48291" y="59460"/>
                    <a:pt x="52197" y="57841"/>
                    <a:pt x="55054" y="54983"/>
                  </a:cubicBezTo>
                  <a:cubicBezTo>
                    <a:pt x="58007" y="52126"/>
                    <a:pt x="59531" y="48220"/>
                    <a:pt x="59531" y="44125"/>
                  </a:cubicBezTo>
                  <a:cubicBezTo>
                    <a:pt x="59531" y="40029"/>
                    <a:pt x="57912" y="36124"/>
                    <a:pt x="55054" y="33266"/>
                  </a:cubicBezTo>
                  <a:lnTo>
                    <a:pt x="51530" y="29742"/>
                  </a:lnTo>
                  <a:lnTo>
                    <a:pt x="55054" y="26218"/>
                  </a:lnTo>
                  <a:cubicBezTo>
                    <a:pt x="58007" y="23265"/>
                    <a:pt x="59531" y="19455"/>
                    <a:pt x="59531" y="15359"/>
                  </a:cubicBezTo>
                  <a:cubicBezTo>
                    <a:pt x="59531" y="11263"/>
                    <a:pt x="57912" y="7358"/>
                    <a:pt x="55054" y="4501"/>
                  </a:cubicBezTo>
                  <a:cubicBezTo>
                    <a:pt x="49053" y="-1500"/>
                    <a:pt x="39338" y="-1500"/>
                    <a:pt x="33242" y="4501"/>
                  </a:cubicBezTo>
                  <a:lnTo>
                    <a:pt x="29718" y="8025"/>
                  </a:lnTo>
                  <a:lnTo>
                    <a:pt x="26194" y="4501"/>
                  </a:lnTo>
                  <a:cubicBezTo>
                    <a:pt x="20193" y="-1500"/>
                    <a:pt x="10477" y="-1500"/>
                    <a:pt x="4476" y="4501"/>
                  </a:cubicBezTo>
                  <a:cubicBezTo>
                    <a:pt x="1524" y="7453"/>
                    <a:pt x="0" y="11263"/>
                    <a:pt x="0" y="15359"/>
                  </a:cubicBezTo>
                  <a:cubicBezTo>
                    <a:pt x="0" y="19455"/>
                    <a:pt x="1619" y="23360"/>
                    <a:pt x="4476" y="26218"/>
                  </a:cubicBezTo>
                  <a:lnTo>
                    <a:pt x="8001" y="29742"/>
                  </a:lnTo>
                  <a:lnTo>
                    <a:pt x="4476" y="33266"/>
                  </a:lnTo>
                  <a:cubicBezTo>
                    <a:pt x="1524" y="36219"/>
                    <a:pt x="0" y="40029"/>
                    <a:pt x="0" y="44125"/>
                  </a:cubicBezTo>
                  <a:lnTo>
                    <a:pt x="0" y="44125"/>
                  </a:lnTo>
                  <a:close/>
                  <a:moveTo>
                    <a:pt x="20002" y="25837"/>
                  </a:moveTo>
                  <a:lnTo>
                    <a:pt x="12572" y="18407"/>
                  </a:lnTo>
                  <a:cubicBezTo>
                    <a:pt x="11811" y="17645"/>
                    <a:pt x="11334" y="16502"/>
                    <a:pt x="11334" y="15454"/>
                  </a:cubicBezTo>
                  <a:cubicBezTo>
                    <a:pt x="11334" y="14407"/>
                    <a:pt x="11811" y="13264"/>
                    <a:pt x="12572" y="12502"/>
                  </a:cubicBezTo>
                  <a:cubicBezTo>
                    <a:pt x="14192" y="10882"/>
                    <a:pt x="16859" y="10882"/>
                    <a:pt x="18573" y="12502"/>
                  </a:cubicBezTo>
                  <a:lnTo>
                    <a:pt x="26003" y="19931"/>
                  </a:lnTo>
                  <a:cubicBezTo>
                    <a:pt x="27051" y="20979"/>
                    <a:pt x="28480" y="21550"/>
                    <a:pt x="29908" y="21550"/>
                  </a:cubicBezTo>
                  <a:cubicBezTo>
                    <a:pt x="31337" y="21550"/>
                    <a:pt x="32765" y="20979"/>
                    <a:pt x="33814" y="19931"/>
                  </a:cubicBezTo>
                  <a:lnTo>
                    <a:pt x="41243" y="12502"/>
                  </a:lnTo>
                  <a:cubicBezTo>
                    <a:pt x="42863" y="10882"/>
                    <a:pt x="45529" y="10882"/>
                    <a:pt x="47244" y="12502"/>
                  </a:cubicBezTo>
                  <a:cubicBezTo>
                    <a:pt x="48006" y="13264"/>
                    <a:pt x="48482" y="14407"/>
                    <a:pt x="48482" y="15454"/>
                  </a:cubicBezTo>
                  <a:cubicBezTo>
                    <a:pt x="48482" y="16502"/>
                    <a:pt x="48006" y="17645"/>
                    <a:pt x="47244" y="18407"/>
                  </a:cubicBezTo>
                  <a:lnTo>
                    <a:pt x="39814" y="25837"/>
                  </a:lnTo>
                  <a:cubicBezTo>
                    <a:pt x="38766" y="26884"/>
                    <a:pt x="38195" y="28313"/>
                    <a:pt x="38195" y="29742"/>
                  </a:cubicBezTo>
                  <a:cubicBezTo>
                    <a:pt x="38195" y="31171"/>
                    <a:pt x="38766" y="32599"/>
                    <a:pt x="39814" y="33647"/>
                  </a:cubicBezTo>
                  <a:lnTo>
                    <a:pt x="47244" y="41077"/>
                  </a:lnTo>
                  <a:cubicBezTo>
                    <a:pt x="48006" y="41839"/>
                    <a:pt x="48482" y="42886"/>
                    <a:pt x="48482" y="44029"/>
                  </a:cubicBezTo>
                  <a:cubicBezTo>
                    <a:pt x="48482" y="45172"/>
                    <a:pt x="48006" y="46220"/>
                    <a:pt x="47244" y="46982"/>
                  </a:cubicBezTo>
                  <a:cubicBezTo>
                    <a:pt x="46481" y="47744"/>
                    <a:pt x="45339" y="48220"/>
                    <a:pt x="44291" y="48220"/>
                  </a:cubicBezTo>
                  <a:cubicBezTo>
                    <a:pt x="43243" y="48220"/>
                    <a:pt x="42100" y="47744"/>
                    <a:pt x="41338" y="46982"/>
                  </a:cubicBezTo>
                  <a:lnTo>
                    <a:pt x="33909" y="39553"/>
                  </a:lnTo>
                  <a:cubicBezTo>
                    <a:pt x="32861" y="38505"/>
                    <a:pt x="31432" y="37933"/>
                    <a:pt x="30003" y="37933"/>
                  </a:cubicBezTo>
                  <a:cubicBezTo>
                    <a:pt x="28575" y="37933"/>
                    <a:pt x="27146" y="38505"/>
                    <a:pt x="26098" y="39553"/>
                  </a:cubicBezTo>
                  <a:lnTo>
                    <a:pt x="18669" y="46982"/>
                  </a:lnTo>
                  <a:cubicBezTo>
                    <a:pt x="17906" y="47744"/>
                    <a:pt x="16764" y="48220"/>
                    <a:pt x="15716" y="48220"/>
                  </a:cubicBezTo>
                  <a:cubicBezTo>
                    <a:pt x="14668" y="48220"/>
                    <a:pt x="13525" y="47744"/>
                    <a:pt x="12763" y="46982"/>
                  </a:cubicBezTo>
                  <a:cubicBezTo>
                    <a:pt x="12001" y="46220"/>
                    <a:pt x="11525" y="45077"/>
                    <a:pt x="11525" y="44029"/>
                  </a:cubicBezTo>
                  <a:cubicBezTo>
                    <a:pt x="11525" y="42982"/>
                    <a:pt x="12001" y="41839"/>
                    <a:pt x="12763" y="41077"/>
                  </a:cubicBezTo>
                  <a:lnTo>
                    <a:pt x="20193" y="33647"/>
                  </a:lnTo>
                  <a:cubicBezTo>
                    <a:pt x="21241" y="32599"/>
                    <a:pt x="21812" y="31171"/>
                    <a:pt x="21812" y="29742"/>
                  </a:cubicBezTo>
                  <a:cubicBezTo>
                    <a:pt x="21812" y="28313"/>
                    <a:pt x="21241" y="26884"/>
                    <a:pt x="20193" y="25837"/>
                  </a:cubicBezTo>
                  <a:lnTo>
                    <a:pt x="20193" y="258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27"/>
            <p:cNvSpPr/>
            <p:nvPr/>
          </p:nvSpPr>
          <p:spPr>
            <a:xfrm>
              <a:off x="9513335" y="2755485"/>
              <a:ext cx="119704" cy="209742"/>
            </a:xfrm>
            <a:custGeom>
              <a:rect b="b" l="l" r="r" t="t"/>
              <a:pathLst>
                <a:path extrusionOk="0" h="209742" w="119704">
                  <a:moveTo>
                    <a:pt x="21665" y="70011"/>
                  </a:moveTo>
                  <a:cubicBezTo>
                    <a:pt x="13283" y="74011"/>
                    <a:pt x="1853" y="80774"/>
                    <a:pt x="234" y="93823"/>
                  </a:cubicBezTo>
                  <a:cubicBezTo>
                    <a:pt x="-2147" y="112778"/>
                    <a:pt x="14045" y="124113"/>
                    <a:pt x="31190" y="136114"/>
                  </a:cubicBezTo>
                  <a:cubicBezTo>
                    <a:pt x="52621" y="151164"/>
                    <a:pt x="76910" y="168214"/>
                    <a:pt x="76910" y="204123"/>
                  </a:cubicBezTo>
                  <a:cubicBezTo>
                    <a:pt x="76910" y="207171"/>
                    <a:pt x="79387" y="209743"/>
                    <a:pt x="82530" y="209743"/>
                  </a:cubicBezTo>
                  <a:cubicBezTo>
                    <a:pt x="85673" y="209743"/>
                    <a:pt x="88150" y="207266"/>
                    <a:pt x="88150" y="204123"/>
                  </a:cubicBezTo>
                  <a:cubicBezTo>
                    <a:pt x="88150" y="162403"/>
                    <a:pt x="60146" y="142782"/>
                    <a:pt x="37667" y="126970"/>
                  </a:cubicBezTo>
                  <a:cubicBezTo>
                    <a:pt x="20427" y="114874"/>
                    <a:pt x="9950" y="106873"/>
                    <a:pt x="11378" y="95252"/>
                  </a:cubicBezTo>
                  <a:cubicBezTo>
                    <a:pt x="13093" y="81917"/>
                    <a:pt x="36143" y="75440"/>
                    <a:pt x="70909" y="65629"/>
                  </a:cubicBezTo>
                  <a:cubicBezTo>
                    <a:pt x="73100" y="65058"/>
                    <a:pt x="75386" y="64391"/>
                    <a:pt x="77672" y="63724"/>
                  </a:cubicBezTo>
                  <a:cubicBezTo>
                    <a:pt x="104723" y="56104"/>
                    <a:pt x="120439" y="41912"/>
                    <a:pt x="119678" y="25720"/>
                  </a:cubicBezTo>
                  <a:cubicBezTo>
                    <a:pt x="119106" y="13147"/>
                    <a:pt x="108343" y="3050"/>
                    <a:pt x="92246" y="97"/>
                  </a:cubicBezTo>
                  <a:cubicBezTo>
                    <a:pt x="89198" y="-474"/>
                    <a:pt x="86340" y="1526"/>
                    <a:pt x="85769" y="4574"/>
                  </a:cubicBezTo>
                  <a:cubicBezTo>
                    <a:pt x="85197" y="7622"/>
                    <a:pt x="87197" y="10480"/>
                    <a:pt x="90245" y="11051"/>
                  </a:cubicBezTo>
                  <a:cubicBezTo>
                    <a:pt x="101008" y="13051"/>
                    <a:pt x="108248" y="19052"/>
                    <a:pt x="108533" y="26196"/>
                  </a:cubicBezTo>
                  <a:cubicBezTo>
                    <a:pt x="108914" y="34387"/>
                    <a:pt x="100246" y="45722"/>
                    <a:pt x="74624" y="52961"/>
                  </a:cubicBezTo>
                  <a:cubicBezTo>
                    <a:pt x="72338" y="53628"/>
                    <a:pt x="70052" y="54199"/>
                    <a:pt x="67862" y="54866"/>
                  </a:cubicBezTo>
                  <a:cubicBezTo>
                    <a:pt x="48335" y="60391"/>
                    <a:pt x="33000" y="64677"/>
                    <a:pt x="21665" y="70011"/>
                  </a:cubicBezTo>
                  <a:lnTo>
                    <a:pt x="21665" y="700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27"/>
            <p:cNvSpPr/>
            <p:nvPr/>
          </p:nvSpPr>
          <p:spPr>
            <a:xfrm>
              <a:off x="9521856" y="2727102"/>
              <a:ext cx="35147" cy="60388"/>
            </a:xfrm>
            <a:custGeom>
              <a:rect b="b" l="l" r="r" t="t"/>
              <a:pathLst>
                <a:path extrusionOk="0" h="60388" w="35147">
                  <a:moveTo>
                    <a:pt x="14764" y="36195"/>
                  </a:moveTo>
                  <a:lnTo>
                    <a:pt x="20288" y="36195"/>
                  </a:lnTo>
                  <a:cubicBezTo>
                    <a:pt x="22289" y="36195"/>
                    <a:pt x="23813" y="37814"/>
                    <a:pt x="23813" y="39719"/>
                  </a:cubicBezTo>
                  <a:cubicBezTo>
                    <a:pt x="23813" y="41624"/>
                    <a:pt x="22193" y="43244"/>
                    <a:pt x="20288" y="43244"/>
                  </a:cubicBezTo>
                  <a:lnTo>
                    <a:pt x="14764" y="43244"/>
                  </a:lnTo>
                  <a:cubicBezTo>
                    <a:pt x="13335" y="43244"/>
                    <a:pt x="12002" y="42386"/>
                    <a:pt x="11525" y="41053"/>
                  </a:cubicBezTo>
                  <a:cubicBezTo>
                    <a:pt x="10287" y="38195"/>
                    <a:pt x="7048" y="36862"/>
                    <a:pt x="4191" y="38100"/>
                  </a:cubicBezTo>
                  <a:cubicBezTo>
                    <a:pt x="1334" y="39338"/>
                    <a:pt x="0" y="42577"/>
                    <a:pt x="1238" y="45434"/>
                  </a:cubicBezTo>
                  <a:cubicBezTo>
                    <a:pt x="3143" y="50006"/>
                    <a:pt x="7239" y="53245"/>
                    <a:pt x="12002" y="54102"/>
                  </a:cubicBezTo>
                  <a:lnTo>
                    <a:pt x="12002" y="54769"/>
                  </a:lnTo>
                  <a:cubicBezTo>
                    <a:pt x="12002" y="57817"/>
                    <a:pt x="14478" y="60389"/>
                    <a:pt x="17622" y="60389"/>
                  </a:cubicBezTo>
                  <a:cubicBezTo>
                    <a:pt x="20764" y="60389"/>
                    <a:pt x="23241" y="57912"/>
                    <a:pt x="23241" y="54769"/>
                  </a:cubicBezTo>
                  <a:lnTo>
                    <a:pt x="23241" y="54102"/>
                  </a:lnTo>
                  <a:cubicBezTo>
                    <a:pt x="30004" y="52769"/>
                    <a:pt x="35147" y="46768"/>
                    <a:pt x="35147" y="39624"/>
                  </a:cubicBezTo>
                  <a:cubicBezTo>
                    <a:pt x="35147" y="31528"/>
                    <a:pt x="28575" y="24860"/>
                    <a:pt x="20384" y="24860"/>
                  </a:cubicBezTo>
                  <a:lnTo>
                    <a:pt x="14859" y="24860"/>
                  </a:lnTo>
                  <a:cubicBezTo>
                    <a:pt x="12859" y="24860"/>
                    <a:pt x="11335" y="23241"/>
                    <a:pt x="11335" y="21336"/>
                  </a:cubicBezTo>
                  <a:cubicBezTo>
                    <a:pt x="11335" y="19431"/>
                    <a:pt x="12954" y="17812"/>
                    <a:pt x="14859" y="17812"/>
                  </a:cubicBezTo>
                  <a:lnTo>
                    <a:pt x="20384" y="17812"/>
                  </a:lnTo>
                  <a:cubicBezTo>
                    <a:pt x="21527" y="17812"/>
                    <a:pt x="22670" y="18383"/>
                    <a:pt x="23336" y="19336"/>
                  </a:cubicBezTo>
                  <a:cubicBezTo>
                    <a:pt x="25051" y="21908"/>
                    <a:pt x="28575" y="22574"/>
                    <a:pt x="31052" y="20860"/>
                  </a:cubicBezTo>
                  <a:cubicBezTo>
                    <a:pt x="33624" y="19145"/>
                    <a:pt x="34290" y="15621"/>
                    <a:pt x="32576" y="13145"/>
                  </a:cubicBezTo>
                  <a:cubicBezTo>
                    <a:pt x="30385" y="9906"/>
                    <a:pt x="26956" y="7715"/>
                    <a:pt x="23146" y="6953"/>
                  </a:cubicBezTo>
                  <a:lnTo>
                    <a:pt x="23146" y="5620"/>
                  </a:lnTo>
                  <a:cubicBezTo>
                    <a:pt x="23146" y="2572"/>
                    <a:pt x="20670" y="0"/>
                    <a:pt x="17526" y="0"/>
                  </a:cubicBezTo>
                  <a:cubicBezTo>
                    <a:pt x="14383" y="0"/>
                    <a:pt x="11906" y="2477"/>
                    <a:pt x="11906" y="5620"/>
                  </a:cubicBezTo>
                  <a:lnTo>
                    <a:pt x="11906" y="6953"/>
                  </a:lnTo>
                  <a:cubicBezTo>
                    <a:pt x="5144" y="8287"/>
                    <a:pt x="0" y="14288"/>
                    <a:pt x="0" y="21431"/>
                  </a:cubicBezTo>
                  <a:cubicBezTo>
                    <a:pt x="0" y="29528"/>
                    <a:pt x="6572" y="36195"/>
                    <a:pt x="14764" y="36195"/>
                  </a:cubicBezTo>
                  <a:lnTo>
                    <a:pt x="14764" y="361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7"/>
            <p:cNvSpPr/>
            <p:nvPr/>
          </p:nvSpPr>
          <p:spPr>
            <a:xfrm>
              <a:off x="9490995" y="2708910"/>
              <a:ext cx="96774" cy="96773"/>
            </a:xfrm>
            <a:custGeom>
              <a:rect b="b" l="l" r="r" t="t"/>
              <a:pathLst>
                <a:path extrusionOk="0" h="96773" w="96774">
                  <a:moveTo>
                    <a:pt x="48387" y="96774"/>
                  </a:moveTo>
                  <a:cubicBezTo>
                    <a:pt x="75057" y="96774"/>
                    <a:pt x="96774" y="75057"/>
                    <a:pt x="96774" y="48387"/>
                  </a:cubicBezTo>
                  <a:cubicBezTo>
                    <a:pt x="96774" y="21717"/>
                    <a:pt x="75057" y="0"/>
                    <a:pt x="48387" y="0"/>
                  </a:cubicBezTo>
                  <a:cubicBezTo>
                    <a:pt x="21717" y="0"/>
                    <a:pt x="0" y="21717"/>
                    <a:pt x="0" y="48387"/>
                  </a:cubicBezTo>
                  <a:cubicBezTo>
                    <a:pt x="0" y="75057"/>
                    <a:pt x="21717" y="96774"/>
                    <a:pt x="48387" y="96774"/>
                  </a:cubicBezTo>
                  <a:lnTo>
                    <a:pt x="48387" y="96774"/>
                  </a:lnTo>
                  <a:close/>
                  <a:moveTo>
                    <a:pt x="48387" y="11144"/>
                  </a:moveTo>
                  <a:cubicBezTo>
                    <a:pt x="68866" y="11144"/>
                    <a:pt x="85630" y="27813"/>
                    <a:pt x="85630" y="48387"/>
                  </a:cubicBezTo>
                  <a:cubicBezTo>
                    <a:pt x="85630" y="68961"/>
                    <a:pt x="68961" y="85630"/>
                    <a:pt x="48387" y="85630"/>
                  </a:cubicBezTo>
                  <a:cubicBezTo>
                    <a:pt x="27813" y="85630"/>
                    <a:pt x="11144" y="68961"/>
                    <a:pt x="11144" y="48387"/>
                  </a:cubicBezTo>
                  <a:cubicBezTo>
                    <a:pt x="11144" y="27813"/>
                    <a:pt x="27813" y="11144"/>
                    <a:pt x="48387" y="11144"/>
                  </a:cubicBezTo>
                  <a:lnTo>
                    <a:pt x="48387" y="111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9" name="Google Shape;1129;p27"/>
          <p:cNvGrpSpPr/>
          <p:nvPr/>
        </p:nvGrpSpPr>
        <p:grpSpPr>
          <a:xfrm>
            <a:off x="7400443" y="1992724"/>
            <a:ext cx="426003" cy="383499"/>
            <a:chOff x="8622791" y="2657570"/>
            <a:chExt cx="380904" cy="342900"/>
          </a:xfrm>
        </p:grpSpPr>
        <p:sp>
          <p:nvSpPr>
            <p:cNvPr id="1130" name="Google Shape;1130;p27"/>
            <p:cNvSpPr/>
            <p:nvPr/>
          </p:nvSpPr>
          <p:spPr>
            <a:xfrm>
              <a:off x="8622791" y="2657570"/>
              <a:ext cx="380904" cy="342900"/>
            </a:xfrm>
            <a:custGeom>
              <a:rect b="b" l="l" r="r" t="t"/>
              <a:pathLst>
                <a:path extrusionOk="0" h="342900" w="380904">
                  <a:moveTo>
                    <a:pt x="373380" y="120777"/>
                  </a:moveTo>
                  <a:cubicBezTo>
                    <a:pt x="374428" y="116872"/>
                    <a:pt x="374999" y="112776"/>
                    <a:pt x="374999" y="108585"/>
                  </a:cubicBezTo>
                  <a:cubicBezTo>
                    <a:pt x="374999" y="95821"/>
                    <a:pt x="369951" y="83915"/>
                    <a:pt x="360806" y="74962"/>
                  </a:cubicBezTo>
                  <a:cubicBezTo>
                    <a:pt x="355759" y="70009"/>
                    <a:pt x="349662" y="66294"/>
                    <a:pt x="343185" y="64103"/>
                  </a:cubicBezTo>
                  <a:cubicBezTo>
                    <a:pt x="310419" y="23336"/>
                    <a:pt x="261842" y="0"/>
                    <a:pt x="209455" y="0"/>
                  </a:cubicBezTo>
                  <a:cubicBezTo>
                    <a:pt x="208978" y="0"/>
                    <a:pt x="208502" y="0"/>
                    <a:pt x="208026" y="0"/>
                  </a:cubicBezTo>
                  <a:cubicBezTo>
                    <a:pt x="208026" y="0"/>
                    <a:pt x="208026" y="0"/>
                    <a:pt x="208026" y="0"/>
                  </a:cubicBezTo>
                  <a:lnTo>
                    <a:pt x="208026" y="0"/>
                  </a:lnTo>
                  <a:cubicBezTo>
                    <a:pt x="176784" y="286"/>
                    <a:pt x="146304" y="8953"/>
                    <a:pt x="119824" y="25241"/>
                  </a:cubicBezTo>
                  <a:cubicBezTo>
                    <a:pt x="112871" y="21526"/>
                    <a:pt x="104965" y="19717"/>
                    <a:pt x="96869" y="19907"/>
                  </a:cubicBezTo>
                  <a:cubicBezTo>
                    <a:pt x="84867" y="20193"/>
                    <a:pt x="73437" y="25051"/>
                    <a:pt x="64865" y="33623"/>
                  </a:cubicBezTo>
                  <a:cubicBezTo>
                    <a:pt x="56292" y="42196"/>
                    <a:pt x="51339" y="53530"/>
                    <a:pt x="51054" y="65627"/>
                  </a:cubicBezTo>
                  <a:cubicBezTo>
                    <a:pt x="50768" y="74867"/>
                    <a:pt x="53340" y="83725"/>
                    <a:pt x="57912" y="91345"/>
                  </a:cubicBezTo>
                  <a:cubicBezTo>
                    <a:pt x="44958" y="115919"/>
                    <a:pt x="38100" y="143542"/>
                    <a:pt x="38100" y="171450"/>
                  </a:cubicBezTo>
                  <a:cubicBezTo>
                    <a:pt x="38100" y="181070"/>
                    <a:pt x="38957" y="190690"/>
                    <a:pt x="40481" y="200120"/>
                  </a:cubicBezTo>
                  <a:cubicBezTo>
                    <a:pt x="16478" y="212503"/>
                    <a:pt x="0" y="237553"/>
                    <a:pt x="0" y="266414"/>
                  </a:cubicBezTo>
                  <a:cubicBezTo>
                    <a:pt x="0" y="307467"/>
                    <a:pt x="33432" y="340900"/>
                    <a:pt x="74485" y="340900"/>
                  </a:cubicBezTo>
                  <a:cubicBezTo>
                    <a:pt x="94106" y="340900"/>
                    <a:pt x="112014" y="333280"/>
                    <a:pt x="125349" y="320802"/>
                  </a:cubicBezTo>
                  <a:cubicBezTo>
                    <a:pt x="150971" y="335280"/>
                    <a:pt x="179927" y="342900"/>
                    <a:pt x="209550" y="342900"/>
                  </a:cubicBezTo>
                  <a:cubicBezTo>
                    <a:pt x="283083" y="342900"/>
                    <a:pt x="348329" y="296132"/>
                    <a:pt x="371951" y="226600"/>
                  </a:cubicBezTo>
                  <a:cubicBezTo>
                    <a:pt x="372903" y="223647"/>
                    <a:pt x="371380" y="220504"/>
                    <a:pt x="368427" y="219551"/>
                  </a:cubicBezTo>
                  <a:cubicBezTo>
                    <a:pt x="365474" y="218599"/>
                    <a:pt x="362331" y="220123"/>
                    <a:pt x="361378" y="223075"/>
                  </a:cubicBezTo>
                  <a:cubicBezTo>
                    <a:pt x="358616" y="231267"/>
                    <a:pt x="355187" y="239077"/>
                    <a:pt x="351281" y="246602"/>
                  </a:cubicBezTo>
                  <a:cubicBezTo>
                    <a:pt x="341756" y="242316"/>
                    <a:pt x="330994" y="238601"/>
                    <a:pt x="319373" y="235267"/>
                  </a:cubicBezTo>
                  <a:cubicBezTo>
                    <a:pt x="323469" y="220313"/>
                    <a:pt x="326136" y="204502"/>
                    <a:pt x="327184" y="188214"/>
                  </a:cubicBezTo>
                  <a:cubicBezTo>
                    <a:pt x="327469" y="188214"/>
                    <a:pt x="327755" y="188214"/>
                    <a:pt x="328040" y="188214"/>
                  </a:cubicBezTo>
                  <a:cubicBezTo>
                    <a:pt x="335375" y="188214"/>
                    <a:pt x="341756" y="183642"/>
                    <a:pt x="344233" y="177070"/>
                  </a:cubicBezTo>
                  <a:lnTo>
                    <a:pt x="369665" y="177070"/>
                  </a:lnTo>
                  <a:cubicBezTo>
                    <a:pt x="369379" y="184690"/>
                    <a:pt x="368617" y="192310"/>
                    <a:pt x="367284" y="199739"/>
                  </a:cubicBezTo>
                  <a:cubicBezTo>
                    <a:pt x="366713" y="202787"/>
                    <a:pt x="368808" y="205645"/>
                    <a:pt x="371760" y="206216"/>
                  </a:cubicBezTo>
                  <a:cubicBezTo>
                    <a:pt x="372046" y="206216"/>
                    <a:pt x="372427" y="206216"/>
                    <a:pt x="372713" y="206216"/>
                  </a:cubicBezTo>
                  <a:cubicBezTo>
                    <a:pt x="375380" y="206216"/>
                    <a:pt x="377761" y="204311"/>
                    <a:pt x="378237" y="201644"/>
                  </a:cubicBezTo>
                  <a:cubicBezTo>
                    <a:pt x="380047" y="191738"/>
                    <a:pt x="380905" y="181546"/>
                    <a:pt x="380905" y="171355"/>
                  </a:cubicBezTo>
                  <a:cubicBezTo>
                    <a:pt x="380905" y="154115"/>
                    <a:pt x="378333" y="137065"/>
                    <a:pt x="373284" y="120777"/>
                  </a:cubicBezTo>
                  <a:lnTo>
                    <a:pt x="373284" y="120777"/>
                  </a:lnTo>
                  <a:close/>
                  <a:moveTo>
                    <a:pt x="369760" y="165735"/>
                  </a:moveTo>
                  <a:lnTo>
                    <a:pt x="345471" y="165735"/>
                  </a:lnTo>
                  <a:lnTo>
                    <a:pt x="345471" y="152209"/>
                  </a:lnTo>
                  <a:cubicBezTo>
                    <a:pt x="353758" y="148876"/>
                    <a:pt x="360806" y="143256"/>
                    <a:pt x="365950" y="136207"/>
                  </a:cubicBezTo>
                  <a:cubicBezTo>
                    <a:pt x="368141" y="145923"/>
                    <a:pt x="369379" y="155734"/>
                    <a:pt x="369760" y="165735"/>
                  </a:cubicBezTo>
                  <a:lnTo>
                    <a:pt x="369760" y="165735"/>
                  </a:lnTo>
                  <a:close/>
                  <a:moveTo>
                    <a:pt x="326421" y="61531"/>
                  </a:moveTo>
                  <a:cubicBezTo>
                    <a:pt x="318421" y="61817"/>
                    <a:pt x="310800" y="64103"/>
                    <a:pt x="304038" y="68104"/>
                  </a:cubicBezTo>
                  <a:cubicBezTo>
                    <a:pt x="300990" y="62294"/>
                    <a:pt x="297751" y="56769"/>
                    <a:pt x="294322" y="51625"/>
                  </a:cubicBezTo>
                  <a:cubicBezTo>
                    <a:pt x="300894" y="50863"/>
                    <a:pt x="307276" y="50006"/>
                    <a:pt x="313372" y="49149"/>
                  </a:cubicBezTo>
                  <a:cubicBezTo>
                    <a:pt x="317944" y="53054"/>
                    <a:pt x="322230" y="57150"/>
                    <a:pt x="326421" y="61627"/>
                  </a:cubicBezTo>
                  <a:lnTo>
                    <a:pt x="326421" y="61627"/>
                  </a:lnTo>
                  <a:close/>
                  <a:moveTo>
                    <a:pt x="310610" y="165735"/>
                  </a:moveTo>
                  <a:lnTo>
                    <a:pt x="283083" y="165735"/>
                  </a:lnTo>
                  <a:cubicBezTo>
                    <a:pt x="283083" y="165735"/>
                    <a:pt x="282416" y="165068"/>
                    <a:pt x="282035" y="164687"/>
                  </a:cubicBezTo>
                  <a:cubicBezTo>
                    <a:pt x="276701" y="159448"/>
                    <a:pt x="270319" y="155734"/>
                    <a:pt x="263461" y="153543"/>
                  </a:cubicBezTo>
                  <a:cubicBezTo>
                    <a:pt x="263080" y="141542"/>
                    <a:pt x="262318" y="129826"/>
                    <a:pt x="261271" y="118491"/>
                  </a:cubicBezTo>
                  <a:cubicBezTo>
                    <a:pt x="268128" y="117729"/>
                    <a:pt x="274987" y="116776"/>
                    <a:pt x="281654" y="115729"/>
                  </a:cubicBezTo>
                  <a:cubicBezTo>
                    <a:pt x="284226" y="132017"/>
                    <a:pt x="295180" y="146018"/>
                    <a:pt x="310705" y="152209"/>
                  </a:cubicBezTo>
                  <a:lnTo>
                    <a:pt x="310705" y="165735"/>
                  </a:lnTo>
                  <a:lnTo>
                    <a:pt x="310705" y="165735"/>
                  </a:lnTo>
                  <a:close/>
                  <a:moveTo>
                    <a:pt x="281559" y="289750"/>
                  </a:moveTo>
                  <a:cubicBezTo>
                    <a:pt x="271367" y="288798"/>
                    <a:pt x="260889" y="288036"/>
                    <a:pt x="250031" y="287465"/>
                  </a:cubicBezTo>
                  <a:cubicBezTo>
                    <a:pt x="250888" y="284226"/>
                    <a:pt x="251746" y="280988"/>
                    <a:pt x="252603" y="277463"/>
                  </a:cubicBezTo>
                  <a:cubicBezTo>
                    <a:pt x="260604" y="275844"/>
                    <a:pt x="266605" y="268796"/>
                    <a:pt x="266605" y="260413"/>
                  </a:cubicBezTo>
                  <a:lnTo>
                    <a:pt x="266605" y="242030"/>
                  </a:lnTo>
                  <a:cubicBezTo>
                    <a:pt x="269748" y="240792"/>
                    <a:pt x="272700" y="239173"/>
                    <a:pt x="275463" y="237363"/>
                  </a:cubicBezTo>
                  <a:cubicBezTo>
                    <a:pt x="285845" y="238887"/>
                    <a:pt x="295846" y="240792"/>
                    <a:pt x="305276" y="243078"/>
                  </a:cubicBezTo>
                  <a:cubicBezTo>
                    <a:pt x="299656" y="259937"/>
                    <a:pt x="291941" y="275273"/>
                    <a:pt x="282511" y="288512"/>
                  </a:cubicBezTo>
                  <a:cubicBezTo>
                    <a:pt x="282225" y="288893"/>
                    <a:pt x="281844" y="289369"/>
                    <a:pt x="281559" y="289750"/>
                  </a:cubicBezTo>
                  <a:lnTo>
                    <a:pt x="281559" y="289750"/>
                  </a:lnTo>
                  <a:close/>
                  <a:moveTo>
                    <a:pt x="102584" y="165735"/>
                  </a:moveTo>
                  <a:cubicBezTo>
                    <a:pt x="102775" y="158877"/>
                    <a:pt x="103155" y="152019"/>
                    <a:pt x="103917" y="145256"/>
                  </a:cubicBezTo>
                  <a:cubicBezTo>
                    <a:pt x="110680" y="142875"/>
                    <a:pt x="115443" y="136398"/>
                    <a:pt x="115443" y="128873"/>
                  </a:cubicBezTo>
                  <a:lnTo>
                    <a:pt x="115443" y="111538"/>
                  </a:lnTo>
                  <a:cubicBezTo>
                    <a:pt x="128778" y="114490"/>
                    <a:pt x="143065" y="116872"/>
                    <a:pt x="157829" y="118491"/>
                  </a:cubicBezTo>
                  <a:cubicBezTo>
                    <a:pt x="156305" y="133921"/>
                    <a:pt x="155447" y="149923"/>
                    <a:pt x="155257" y="165830"/>
                  </a:cubicBezTo>
                  <a:lnTo>
                    <a:pt x="102489" y="165830"/>
                  </a:lnTo>
                  <a:close/>
                  <a:moveTo>
                    <a:pt x="49339" y="165735"/>
                  </a:moveTo>
                  <a:cubicBezTo>
                    <a:pt x="50101" y="143161"/>
                    <a:pt x="55721" y="120967"/>
                    <a:pt x="65531" y="100774"/>
                  </a:cubicBezTo>
                  <a:cubicBezTo>
                    <a:pt x="69818" y="104870"/>
                    <a:pt x="74866" y="108204"/>
                    <a:pt x="80581" y="110490"/>
                  </a:cubicBezTo>
                  <a:lnTo>
                    <a:pt x="80581" y="128873"/>
                  </a:lnTo>
                  <a:cubicBezTo>
                    <a:pt x="80581" y="136588"/>
                    <a:pt x="85630" y="143161"/>
                    <a:pt x="92678" y="145447"/>
                  </a:cubicBezTo>
                  <a:cubicBezTo>
                    <a:pt x="92011" y="152114"/>
                    <a:pt x="91535" y="158877"/>
                    <a:pt x="91440" y="165735"/>
                  </a:cubicBezTo>
                  <a:lnTo>
                    <a:pt x="49339" y="165735"/>
                  </a:lnTo>
                  <a:close/>
                  <a:moveTo>
                    <a:pt x="209550" y="56198"/>
                  </a:moveTo>
                  <a:cubicBezTo>
                    <a:pt x="219360" y="56198"/>
                    <a:pt x="229076" y="56007"/>
                    <a:pt x="238601" y="55721"/>
                  </a:cubicBezTo>
                  <a:cubicBezTo>
                    <a:pt x="243078" y="70961"/>
                    <a:pt x="246602" y="88868"/>
                    <a:pt x="248983" y="108490"/>
                  </a:cubicBezTo>
                  <a:cubicBezTo>
                    <a:pt x="236125" y="109538"/>
                    <a:pt x="222980" y="110109"/>
                    <a:pt x="209645" y="110109"/>
                  </a:cubicBezTo>
                  <a:cubicBezTo>
                    <a:pt x="196310" y="110109"/>
                    <a:pt x="183070" y="109538"/>
                    <a:pt x="170212" y="108490"/>
                  </a:cubicBezTo>
                  <a:cubicBezTo>
                    <a:pt x="172593" y="88963"/>
                    <a:pt x="176022" y="71056"/>
                    <a:pt x="180594" y="55721"/>
                  </a:cubicBezTo>
                  <a:cubicBezTo>
                    <a:pt x="190119" y="56007"/>
                    <a:pt x="199834" y="56198"/>
                    <a:pt x="209645" y="56198"/>
                  </a:cubicBezTo>
                  <a:lnTo>
                    <a:pt x="209645" y="56198"/>
                  </a:lnTo>
                  <a:close/>
                  <a:moveTo>
                    <a:pt x="246697" y="44196"/>
                  </a:moveTo>
                  <a:cubicBezTo>
                    <a:pt x="242601" y="32004"/>
                    <a:pt x="237934" y="22193"/>
                    <a:pt x="232790" y="14954"/>
                  </a:cubicBezTo>
                  <a:cubicBezTo>
                    <a:pt x="247364" y="19812"/>
                    <a:pt x="261080" y="29242"/>
                    <a:pt x="273082" y="42577"/>
                  </a:cubicBezTo>
                  <a:cubicBezTo>
                    <a:pt x="264509" y="43244"/>
                    <a:pt x="255651" y="43815"/>
                    <a:pt x="246697" y="44291"/>
                  </a:cubicBezTo>
                  <a:lnTo>
                    <a:pt x="246697" y="44291"/>
                  </a:lnTo>
                  <a:close/>
                  <a:moveTo>
                    <a:pt x="234982" y="44672"/>
                  </a:moveTo>
                  <a:cubicBezTo>
                    <a:pt x="226600" y="44958"/>
                    <a:pt x="218122" y="45053"/>
                    <a:pt x="209550" y="45053"/>
                  </a:cubicBezTo>
                  <a:cubicBezTo>
                    <a:pt x="200977" y="45053"/>
                    <a:pt x="192500" y="44863"/>
                    <a:pt x="184118" y="44672"/>
                  </a:cubicBezTo>
                  <a:cubicBezTo>
                    <a:pt x="191738" y="23431"/>
                    <a:pt x="200977" y="11049"/>
                    <a:pt x="209550" y="11049"/>
                  </a:cubicBezTo>
                  <a:cubicBezTo>
                    <a:pt x="218122" y="11049"/>
                    <a:pt x="227362" y="23431"/>
                    <a:pt x="234982" y="44672"/>
                  </a:cubicBezTo>
                  <a:lnTo>
                    <a:pt x="234982" y="44672"/>
                  </a:lnTo>
                  <a:close/>
                  <a:moveTo>
                    <a:pt x="172402" y="44196"/>
                  </a:moveTo>
                  <a:cubicBezTo>
                    <a:pt x="163449" y="43815"/>
                    <a:pt x="154686" y="43244"/>
                    <a:pt x="146018" y="42481"/>
                  </a:cubicBezTo>
                  <a:cubicBezTo>
                    <a:pt x="158019" y="29146"/>
                    <a:pt x="171831" y="19812"/>
                    <a:pt x="186309" y="14859"/>
                  </a:cubicBezTo>
                  <a:cubicBezTo>
                    <a:pt x="181070" y="22384"/>
                    <a:pt x="176403" y="32385"/>
                    <a:pt x="172402" y="44101"/>
                  </a:cubicBezTo>
                  <a:lnTo>
                    <a:pt x="172402" y="44101"/>
                  </a:lnTo>
                  <a:close/>
                  <a:moveTo>
                    <a:pt x="143160" y="53530"/>
                  </a:moveTo>
                  <a:cubicBezTo>
                    <a:pt x="151638" y="54292"/>
                    <a:pt x="160210" y="54864"/>
                    <a:pt x="169069" y="55245"/>
                  </a:cubicBezTo>
                  <a:cubicBezTo>
                    <a:pt x="164782" y="70771"/>
                    <a:pt x="161448" y="88582"/>
                    <a:pt x="159162" y="107442"/>
                  </a:cubicBezTo>
                  <a:cubicBezTo>
                    <a:pt x="148590" y="106299"/>
                    <a:pt x="138207" y="104775"/>
                    <a:pt x="128301" y="102870"/>
                  </a:cubicBezTo>
                  <a:cubicBezTo>
                    <a:pt x="138684" y="94107"/>
                    <a:pt x="145066" y="80963"/>
                    <a:pt x="145066" y="66961"/>
                  </a:cubicBezTo>
                  <a:cubicBezTo>
                    <a:pt x="145066" y="62389"/>
                    <a:pt x="144399" y="57912"/>
                    <a:pt x="143160" y="53626"/>
                  </a:cubicBezTo>
                  <a:lnTo>
                    <a:pt x="143160" y="53626"/>
                  </a:lnTo>
                  <a:close/>
                  <a:moveTo>
                    <a:pt x="168973" y="119539"/>
                  </a:moveTo>
                  <a:cubicBezTo>
                    <a:pt x="182213" y="120682"/>
                    <a:pt x="195834" y="121253"/>
                    <a:pt x="209550" y="121253"/>
                  </a:cubicBezTo>
                  <a:cubicBezTo>
                    <a:pt x="223265" y="121253"/>
                    <a:pt x="236887" y="120682"/>
                    <a:pt x="250126" y="119539"/>
                  </a:cubicBezTo>
                  <a:cubicBezTo>
                    <a:pt x="251079" y="129826"/>
                    <a:pt x="251840" y="140494"/>
                    <a:pt x="252222" y="151448"/>
                  </a:cubicBezTo>
                  <a:cubicBezTo>
                    <a:pt x="250888" y="151448"/>
                    <a:pt x="249459" y="151352"/>
                    <a:pt x="248126" y="151448"/>
                  </a:cubicBezTo>
                  <a:cubicBezTo>
                    <a:pt x="236125" y="151733"/>
                    <a:pt x="224694" y="156591"/>
                    <a:pt x="216122" y="165163"/>
                  </a:cubicBezTo>
                  <a:cubicBezTo>
                    <a:pt x="215932" y="165354"/>
                    <a:pt x="215741" y="165640"/>
                    <a:pt x="215455" y="165830"/>
                  </a:cubicBezTo>
                  <a:lnTo>
                    <a:pt x="166592" y="165830"/>
                  </a:lnTo>
                  <a:cubicBezTo>
                    <a:pt x="166782" y="149923"/>
                    <a:pt x="167544" y="134398"/>
                    <a:pt x="168973" y="119634"/>
                  </a:cubicBezTo>
                  <a:lnTo>
                    <a:pt x="168973" y="119634"/>
                  </a:lnTo>
                  <a:close/>
                  <a:moveTo>
                    <a:pt x="207454" y="176974"/>
                  </a:moveTo>
                  <a:cubicBezTo>
                    <a:pt x="204215" y="183166"/>
                    <a:pt x="202501" y="190024"/>
                    <a:pt x="202311" y="197167"/>
                  </a:cubicBezTo>
                  <a:cubicBezTo>
                    <a:pt x="202120" y="205930"/>
                    <a:pt x="204311" y="214313"/>
                    <a:pt x="208406" y="221551"/>
                  </a:cubicBezTo>
                  <a:cubicBezTo>
                    <a:pt x="195072" y="221551"/>
                    <a:pt x="181927" y="222123"/>
                    <a:pt x="169069" y="223266"/>
                  </a:cubicBezTo>
                  <a:cubicBezTo>
                    <a:pt x="167640" y="208502"/>
                    <a:pt x="166782" y="192976"/>
                    <a:pt x="166688" y="177070"/>
                  </a:cubicBezTo>
                  <a:lnTo>
                    <a:pt x="207550" y="177070"/>
                  </a:lnTo>
                  <a:close/>
                  <a:moveTo>
                    <a:pt x="209550" y="232600"/>
                  </a:moveTo>
                  <a:cubicBezTo>
                    <a:pt x="212121" y="232600"/>
                    <a:pt x="214693" y="232600"/>
                    <a:pt x="217075" y="232600"/>
                  </a:cubicBezTo>
                  <a:cubicBezTo>
                    <a:pt x="221266" y="236601"/>
                    <a:pt x="226219" y="239744"/>
                    <a:pt x="231838" y="242030"/>
                  </a:cubicBezTo>
                  <a:lnTo>
                    <a:pt x="231838" y="260413"/>
                  </a:lnTo>
                  <a:cubicBezTo>
                    <a:pt x="231838" y="267271"/>
                    <a:pt x="235839" y="273177"/>
                    <a:pt x="241554" y="276034"/>
                  </a:cubicBezTo>
                  <a:cubicBezTo>
                    <a:pt x="240601" y="279844"/>
                    <a:pt x="239649" y="283464"/>
                    <a:pt x="238601" y="286988"/>
                  </a:cubicBezTo>
                  <a:cubicBezTo>
                    <a:pt x="229076" y="286703"/>
                    <a:pt x="219360" y="286512"/>
                    <a:pt x="209550" y="286512"/>
                  </a:cubicBezTo>
                  <a:cubicBezTo>
                    <a:pt x="199739" y="286512"/>
                    <a:pt x="190023" y="286703"/>
                    <a:pt x="180498" y="286988"/>
                  </a:cubicBezTo>
                  <a:cubicBezTo>
                    <a:pt x="176022" y="271653"/>
                    <a:pt x="172498" y="253746"/>
                    <a:pt x="170116" y="234220"/>
                  </a:cubicBezTo>
                  <a:cubicBezTo>
                    <a:pt x="182975" y="233172"/>
                    <a:pt x="196119" y="232600"/>
                    <a:pt x="209550" y="232600"/>
                  </a:cubicBezTo>
                  <a:lnTo>
                    <a:pt x="209550" y="232600"/>
                  </a:lnTo>
                  <a:close/>
                  <a:moveTo>
                    <a:pt x="169069" y="287465"/>
                  </a:moveTo>
                  <a:cubicBezTo>
                    <a:pt x="161068" y="287846"/>
                    <a:pt x="153162" y="288417"/>
                    <a:pt x="145446" y="288988"/>
                  </a:cubicBezTo>
                  <a:cubicBezTo>
                    <a:pt x="147732" y="281845"/>
                    <a:pt x="148971" y="274225"/>
                    <a:pt x="148971" y="266319"/>
                  </a:cubicBezTo>
                  <a:cubicBezTo>
                    <a:pt x="148971" y="256318"/>
                    <a:pt x="146971" y="246412"/>
                    <a:pt x="143065" y="237363"/>
                  </a:cubicBezTo>
                  <a:cubicBezTo>
                    <a:pt x="148304" y="236601"/>
                    <a:pt x="153638" y="235839"/>
                    <a:pt x="159067" y="235267"/>
                  </a:cubicBezTo>
                  <a:cubicBezTo>
                    <a:pt x="161353" y="254127"/>
                    <a:pt x="164687" y="271939"/>
                    <a:pt x="168973" y="287465"/>
                  </a:cubicBezTo>
                  <a:lnTo>
                    <a:pt x="168973" y="287465"/>
                  </a:lnTo>
                  <a:close/>
                  <a:moveTo>
                    <a:pt x="172402" y="298513"/>
                  </a:moveTo>
                  <a:cubicBezTo>
                    <a:pt x="176403" y="310324"/>
                    <a:pt x="180975" y="320326"/>
                    <a:pt x="186309" y="327755"/>
                  </a:cubicBezTo>
                  <a:cubicBezTo>
                    <a:pt x="171831" y="322898"/>
                    <a:pt x="158115" y="313563"/>
                    <a:pt x="146018" y="300133"/>
                  </a:cubicBezTo>
                  <a:cubicBezTo>
                    <a:pt x="154591" y="299466"/>
                    <a:pt x="163449" y="298894"/>
                    <a:pt x="172402" y="298418"/>
                  </a:cubicBezTo>
                  <a:lnTo>
                    <a:pt x="172402" y="298418"/>
                  </a:lnTo>
                  <a:close/>
                  <a:moveTo>
                    <a:pt x="184118" y="298037"/>
                  </a:moveTo>
                  <a:cubicBezTo>
                    <a:pt x="192500" y="297751"/>
                    <a:pt x="200977" y="297656"/>
                    <a:pt x="209550" y="297656"/>
                  </a:cubicBezTo>
                  <a:cubicBezTo>
                    <a:pt x="218122" y="297656"/>
                    <a:pt x="226600" y="297751"/>
                    <a:pt x="234982" y="298037"/>
                  </a:cubicBezTo>
                  <a:cubicBezTo>
                    <a:pt x="232410" y="305276"/>
                    <a:pt x="229552" y="311563"/>
                    <a:pt x="226600" y="316706"/>
                  </a:cubicBezTo>
                  <a:cubicBezTo>
                    <a:pt x="222694" y="323469"/>
                    <a:pt x="216503" y="331565"/>
                    <a:pt x="209550" y="331565"/>
                  </a:cubicBezTo>
                  <a:cubicBezTo>
                    <a:pt x="200977" y="331565"/>
                    <a:pt x="191738" y="319183"/>
                    <a:pt x="184118" y="297942"/>
                  </a:cubicBezTo>
                  <a:lnTo>
                    <a:pt x="184118" y="297942"/>
                  </a:lnTo>
                  <a:close/>
                  <a:moveTo>
                    <a:pt x="246697" y="298513"/>
                  </a:moveTo>
                  <a:cubicBezTo>
                    <a:pt x="255651" y="298894"/>
                    <a:pt x="264509" y="299466"/>
                    <a:pt x="273082" y="300228"/>
                  </a:cubicBezTo>
                  <a:cubicBezTo>
                    <a:pt x="260985" y="313658"/>
                    <a:pt x="247269" y="323088"/>
                    <a:pt x="232696" y="327850"/>
                  </a:cubicBezTo>
                  <a:cubicBezTo>
                    <a:pt x="237839" y="320611"/>
                    <a:pt x="242506" y="310705"/>
                    <a:pt x="246697" y="298513"/>
                  </a:cubicBezTo>
                  <a:lnTo>
                    <a:pt x="246697" y="298513"/>
                  </a:lnTo>
                  <a:close/>
                  <a:moveTo>
                    <a:pt x="259461" y="232696"/>
                  </a:moveTo>
                  <a:cubicBezTo>
                    <a:pt x="257080" y="233363"/>
                    <a:pt x="255460" y="235553"/>
                    <a:pt x="255460" y="238030"/>
                  </a:cubicBezTo>
                  <a:lnTo>
                    <a:pt x="255460" y="260413"/>
                  </a:lnTo>
                  <a:cubicBezTo>
                    <a:pt x="255460" y="263842"/>
                    <a:pt x="252698" y="266700"/>
                    <a:pt x="249174" y="266700"/>
                  </a:cubicBezTo>
                  <a:cubicBezTo>
                    <a:pt x="245650" y="266700"/>
                    <a:pt x="242888" y="263938"/>
                    <a:pt x="242888" y="260413"/>
                  </a:cubicBezTo>
                  <a:lnTo>
                    <a:pt x="242888" y="238030"/>
                  </a:lnTo>
                  <a:cubicBezTo>
                    <a:pt x="242888" y="235553"/>
                    <a:pt x="241268" y="233363"/>
                    <a:pt x="238887" y="232696"/>
                  </a:cubicBezTo>
                  <a:cubicBezTo>
                    <a:pt x="223361" y="228124"/>
                    <a:pt x="212884" y="213550"/>
                    <a:pt x="213264" y="197358"/>
                  </a:cubicBezTo>
                  <a:cubicBezTo>
                    <a:pt x="213740" y="178213"/>
                    <a:pt x="229171" y="162973"/>
                    <a:pt x="248221" y="162496"/>
                  </a:cubicBezTo>
                  <a:cubicBezTo>
                    <a:pt x="248507" y="162496"/>
                    <a:pt x="248793" y="162496"/>
                    <a:pt x="249078" y="162496"/>
                  </a:cubicBezTo>
                  <a:cubicBezTo>
                    <a:pt x="258508" y="162496"/>
                    <a:pt x="267366" y="166116"/>
                    <a:pt x="274129" y="172688"/>
                  </a:cubicBezTo>
                  <a:cubicBezTo>
                    <a:pt x="281082" y="179451"/>
                    <a:pt x="284893" y="188595"/>
                    <a:pt x="284893" y="198311"/>
                  </a:cubicBezTo>
                  <a:cubicBezTo>
                    <a:pt x="284893" y="214027"/>
                    <a:pt x="274320" y="228219"/>
                    <a:pt x="259270" y="232696"/>
                  </a:cubicBezTo>
                  <a:lnTo>
                    <a:pt x="259270" y="232696"/>
                  </a:lnTo>
                  <a:close/>
                  <a:moveTo>
                    <a:pt x="281178" y="104489"/>
                  </a:moveTo>
                  <a:cubicBezTo>
                    <a:pt x="274225" y="105632"/>
                    <a:pt x="267176" y="106585"/>
                    <a:pt x="260032" y="107347"/>
                  </a:cubicBezTo>
                  <a:cubicBezTo>
                    <a:pt x="257746" y="88106"/>
                    <a:pt x="254317" y="70485"/>
                    <a:pt x="250031" y="55150"/>
                  </a:cubicBezTo>
                  <a:cubicBezTo>
                    <a:pt x="260794" y="54578"/>
                    <a:pt x="271367" y="53911"/>
                    <a:pt x="281559" y="52864"/>
                  </a:cubicBezTo>
                  <a:cubicBezTo>
                    <a:pt x="286512" y="59531"/>
                    <a:pt x="290989" y="66961"/>
                    <a:pt x="295084" y="75057"/>
                  </a:cubicBezTo>
                  <a:cubicBezTo>
                    <a:pt x="295084" y="75057"/>
                    <a:pt x="294989" y="75152"/>
                    <a:pt x="294894" y="75248"/>
                  </a:cubicBezTo>
                  <a:cubicBezTo>
                    <a:pt x="286988" y="83153"/>
                    <a:pt x="282130" y="93440"/>
                    <a:pt x="281178" y="104489"/>
                  </a:cubicBezTo>
                  <a:lnTo>
                    <a:pt x="281178" y="104489"/>
                  </a:lnTo>
                  <a:close/>
                  <a:moveTo>
                    <a:pt x="300990" y="39624"/>
                  </a:moveTo>
                  <a:cubicBezTo>
                    <a:pt x="296323" y="40196"/>
                    <a:pt x="291560" y="40767"/>
                    <a:pt x="286702" y="41243"/>
                  </a:cubicBezTo>
                  <a:cubicBezTo>
                    <a:pt x="280701" y="33814"/>
                    <a:pt x="274320" y="27242"/>
                    <a:pt x="267462" y="21717"/>
                  </a:cubicBezTo>
                  <a:cubicBezTo>
                    <a:pt x="279273" y="26289"/>
                    <a:pt x="290607" y="32290"/>
                    <a:pt x="300990" y="39529"/>
                  </a:cubicBezTo>
                  <a:lnTo>
                    <a:pt x="300990" y="39529"/>
                  </a:lnTo>
                  <a:close/>
                  <a:moveTo>
                    <a:pt x="151447" y="21907"/>
                  </a:moveTo>
                  <a:cubicBezTo>
                    <a:pt x="145732" y="26575"/>
                    <a:pt x="140303" y="31909"/>
                    <a:pt x="135159" y="37909"/>
                  </a:cubicBezTo>
                  <a:cubicBezTo>
                    <a:pt x="133826" y="36290"/>
                    <a:pt x="132493" y="34671"/>
                    <a:pt x="130873" y="33147"/>
                  </a:cubicBezTo>
                  <a:cubicBezTo>
                    <a:pt x="130492" y="32861"/>
                    <a:pt x="130207" y="32480"/>
                    <a:pt x="129825" y="32194"/>
                  </a:cubicBezTo>
                  <a:cubicBezTo>
                    <a:pt x="136779" y="28194"/>
                    <a:pt x="143923" y="24765"/>
                    <a:pt x="151352" y="21907"/>
                  </a:cubicBezTo>
                  <a:lnTo>
                    <a:pt x="151352" y="21907"/>
                  </a:lnTo>
                  <a:close/>
                  <a:moveTo>
                    <a:pt x="62293" y="65818"/>
                  </a:moveTo>
                  <a:cubicBezTo>
                    <a:pt x="62769" y="46673"/>
                    <a:pt x="78200" y="31432"/>
                    <a:pt x="97250" y="30956"/>
                  </a:cubicBezTo>
                  <a:cubicBezTo>
                    <a:pt x="97536" y="30956"/>
                    <a:pt x="97821" y="30956"/>
                    <a:pt x="98107" y="30956"/>
                  </a:cubicBezTo>
                  <a:cubicBezTo>
                    <a:pt x="107537" y="30956"/>
                    <a:pt x="116395" y="34576"/>
                    <a:pt x="123158" y="41148"/>
                  </a:cubicBezTo>
                  <a:cubicBezTo>
                    <a:pt x="130111" y="47911"/>
                    <a:pt x="133921" y="57055"/>
                    <a:pt x="133921" y="66770"/>
                  </a:cubicBezTo>
                  <a:cubicBezTo>
                    <a:pt x="133921" y="82486"/>
                    <a:pt x="123348" y="96679"/>
                    <a:pt x="108299" y="101155"/>
                  </a:cubicBezTo>
                  <a:cubicBezTo>
                    <a:pt x="105918" y="101822"/>
                    <a:pt x="104298" y="104013"/>
                    <a:pt x="104298" y="106490"/>
                  </a:cubicBezTo>
                  <a:lnTo>
                    <a:pt x="104298" y="128873"/>
                  </a:lnTo>
                  <a:cubicBezTo>
                    <a:pt x="104298" y="132302"/>
                    <a:pt x="101536" y="135160"/>
                    <a:pt x="98012" y="135160"/>
                  </a:cubicBezTo>
                  <a:cubicBezTo>
                    <a:pt x="94488" y="135160"/>
                    <a:pt x="91725" y="132398"/>
                    <a:pt x="91725" y="128873"/>
                  </a:cubicBezTo>
                  <a:lnTo>
                    <a:pt x="91725" y="106490"/>
                  </a:lnTo>
                  <a:cubicBezTo>
                    <a:pt x="91725" y="104013"/>
                    <a:pt x="90106" y="101822"/>
                    <a:pt x="87725" y="101155"/>
                  </a:cubicBezTo>
                  <a:cubicBezTo>
                    <a:pt x="72199" y="96583"/>
                    <a:pt x="61722" y="82010"/>
                    <a:pt x="62103" y="65818"/>
                  </a:cubicBezTo>
                  <a:lnTo>
                    <a:pt x="62103" y="65818"/>
                  </a:lnTo>
                  <a:close/>
                  <a:moveTo>
                    <a:pt x="49339" y="176974"/>
                  </a:moveTo>
                  <a:lnTo>
                    <a:pt x="91440" y="176974"/>
                  </a:lnTo>
                  <a:cubicBezTo>
                    <a:pt x="91535" y="182690"/>
                    <a:pt x="91916" y="188404"/>
                    <a:pt x="92392" y="194024"/>
                  </a:cubicBezTo>
                  <a:cubicBezTo>
                    <a:pt x="86582" y="192596"/>
                    <a:pt x="80581" y="191834"/>
                    <a:pt x="74485" y="191834"/>
                  </a:cubicBezTo>
                  <a:cubicBezTo>
                    <a:pt x="66294" y="191834"/>
                    <a:pt x="58483" y="193167"/>
                    <a:pt x="51054" y="195644"/>
                  </a:cubicBezTo>
                  <a:cubicBezTo>
                    <a:pt x="50101" y="189452"/>
                    <a:pt x="49530" y="183261"/>
                    <a:pt x="49339" y="176974"/>
                  </a:cubicBezTo>
                  <a:lnTo>
                    <a:pt x="49339" y="176974"/>
                  </a:lnTo>
                  <a:close/>
                  <a:moveTo>
                    <a:pt x="74485" y="329660"/>
                  </a:moveTo>
                  <a:cubicBezTo>
                    <a:pt x="39528" y="329660"/>
                    <a:pt x="11144" y="301276"/>
                    <a:pt x="11144" y="266319"/>
                  </a:cubicBezTo>
                  <a:cubicBezTo>
                    <a:pt x="11144" y="231362"/>
                    <a:pt x="39528" y="202978"/>
                    <a:pt x="74485" y="202978"/>
                  </a:cubicBezTo>
                  <a:cubicBezTo>
                    <a:pt x="84772" y="202978"/>
                    <a:pt x="95059" y="205549"/>
                    <a:pt x="104108" y="210312"/>
                  </a:cubicBezTo>
                  <a:cubicBezTo>
                    <a:pt x="106870" y="211741"/>
                    <a:pt x="110204" y="210693"/>
                    <a:pt x="111633" y="208026"/>
                  </a:cubicBezTo>
                  <a:cubicBezTo>
                    <a:pt x="113062" y="205264"/>
                    <a:pt x="112014" y="201930"/>
                    <a:pt x="109347" y="200501"/>
                  </a:cubicBezTo>
                  <a:cubicBezTo>
                    <a:pt x="107632" y="199549"/>
                    <a:pt x="105823" y="198692"/>
                    <a:pt x="104013" y="197929"/>
                  </a:cubicBezTo>
                  <a:cubicBezTo>
                    <a:pt x="103251" y="190976"/>
                    <a:pt x="102775" y="183928"/>
                    <a:pt x="102584" y="176879"/>
                  </a:cubicBezTo>
                  <a:lnTo>
                    <a:pt x="155353" y="176879"/>
                  </a:lnTo>
                  <a:cubicBezTo>
                    <a:pt x="155543" y="192786"/>
                    <a:pt x="156400" y="208693"/>
                    <a:pt x="157829" y="224123"/>
                  </a:cubicBezTo>
                  <a:cubicBezTo>
                    <a:pt x="150971" y="224885"/>
                    <a:pt x="144208" y="225838"/>
                    <a:pt x="137636" y="226886"/>
                  </a:cubicBezTo>
                  <a:cubicBezTo>
                    <a:pt x="135445" y="223456"/>
                    <a:pt x="133064" y="220123"/>
                    <a:pt x="130302" y="217075"/>
                  </a:cubicBezTo>
                  <a:cubicBezTo>
                    <a:pt x="128301" y="214789"/>
                    <a:pt x="124777" y="214503"/>
                    <a:pt x="122396" y="216598"/>
                  </a:cubicBezTo>
                  <a:cubicBezTo>
                    <a:pt x="120110" y="218599"/>
                    <a:pt x="119824" y="222123"/>
                    <a:pt x="121920" y="224504"/>
                  </a:cubicBezTo>
                  <a:cubicBezTo>
                    <a:pt x="132112" y="236029"/>
                    <a:pt x="137731" y="250888"/>
                    <a:pt x="137731" y="266319"/>
                  </a:cubicBezTo>
                  <a:cubicBezTo>
                    <a:pt x="137731" y="301276"/>
                    <a:pt x="109347" y="329660"/>
                    <a:pt x="74390" y="329660"/>
                  </a:cubicBezTo>
                  <a:lnTo>
                    <a:pt x="74390" y="329660"/>
                  </a:lnTo>
                  <a:close/>
                  <a:moveTo>
                    <a:pt x="133159" y="312230"/>
                  </a:moveTo>
                  <a:cubicBezTo>
                    <a:pt x="134493" y="310515"/>
                    <a:pt x="135826" y="308705"/>
                    <a:pt x="137064" y="306800"/>
                  </a:cubicBezTo>
                  <a:cubicBezTo>
                    <a:pt x="141637" y="311944"/>
                    <a:pt x="146494" y="316611"/>
                    <a:pt x="151543" y="320707"/>
                  </a:cubicBezTo>
                  <a:cubicBezTo>
                    <a:pt x="145256" y="318230"/>
                    <a:pt x="139160" y="315468"/>
                    <a:pt x="133159" y="312230"/>
                  </a:cubicBezTo>
                  <a:lnTo>
                    <a:pt x="133159" y="312230"/>
                  </a:lnTo>
                  <a:close/>
                  <a:moveTo>
                    <a:pt x="286702" y="301466"/>
                  </a:moveTo>
                  <a:cubicBezTo>
                    <a:pt x="291560" y="301942"/>
                    <a:pt x="296323" y="302514"/>
                    <a:pt x="300990" y="303086"/>
                  </a:cubicBezTo>
                  <a:cubicBezTo>
                    <a:pt x="290703" y="310229"/>
                    <a:pt x="279559" y="316135"/>
                    <a:pt x="267843" y="320707"/>
                  </a:cubicBezTo>
                  <a:cubicBezTo>
                    <a:pt x="274510" y="315278"/>
                    <a:pt x="280892" y="308800"/>
                    <a:pt x="286798" y="301371"/>
                  </a:cubicBezTo>
                  <a:lnTo>
                    <a:pt x="286798" y="301371"/>
                  </a:lnTo>
                  <a:close/>
                  <a:moveTo>
                    <a:pt x="345662" y="256127"/>
                  </a:moveTo>
                  <a:cubicBezTo>
                    <a:pt x="336804" y="270319"/>
                    <a:pt x="325850" y="282892"/>
                    <a:pt x="313372" y="293561"/>
                  </a:cubicBezTo>
                  <a:cubicBezTo>
                    <a:pt x="307181" y="292608"/>
                    <a:pt x="300894" y="291751"/>
                    <a:pt x="294322" y="291084"/>
                  </a:cubicBezTo>
                  <a:cubicBezTo>
                    <a:pt x="303276" y="277654"/>
                    <a:pt x="310705" y="262414"/>
                    <a:pt x="316134" y="245840"/>
                  </a:cubicBezTo>
                  <a:cubicBezTo>
                    <a:pt x="326898" y="248888"/>
                    <a:pt x="336804" y="252317"/>
                    <a:pt x="345662" y="256223"/>
                  </a:cubicBezTo>
                  <a:lnTo>
                    <a:pt x="345662" y="256223"/>
                  </a:lnTo>
                  <a:close/>
                  <a:moveTo>
                    <a:pt x="308514" y="232315"/>
                  </a:moveTo>
                  <a:cubicBezTo>
                    <a:pt x="301275" y="230600"/>
                    <a:pt x="293751" y="228981"/>
                    <a:pt x="285845" y="227648"/>
                  </a:cubicBezTo>
                  <a:cubicBezTo>
                    <a:pt x="292322" y="219456"/>
                    <a:pt x="296227" y="209169"/>
                    <a:pt x="296227" y="198311"/>
                  </a:cubicBezTo>
                  <a:cubicBezTo>
                    <a:pt x="296227" y="190690"/>
                    <a:pt x="294418" y="183451"/>
                    <a:pt x="291084" y="176879"/>
                  </a:cubicBezTo>
                  <a:lnTo>
                    <a:pt x="311753" y="176879"/>
                  </a:lnTo>
                  <a:cubicBezTo>
                    <a:pt x="312705" y="179356"/>
                    <a:pt x="314230" y="181642"/>
                    <a:pt x="316230" y="183356"/>
                  </a:cubicBezTo>
                  <a:cubicBezTo>
                    <a:pt x="315373" y="200311"/>
                    <a:pt x="312801" y="216789"/>
                    <a:pt x="308514" y="232219"/>
                  </a:cubicBezTo>
                  <a:lnTo>
                    <a:pt x="308514" y="232219"/>
                  </a:lnTo>
                  <a:close/>
                  <a:moveTo>
                    <a:pt x="334327" y="148304"/>
                  </a:moveTo>
                  <a:lnTo>
                    <a:pt x="334327" y="170688"/>
                  </a:lnTo>
                  <a:cubicBezTo>
                    <a:pt x="334327" y="174117"/>
                    <a:pt x="331565" y="176974"/>
                    <a:pt x="328040" y="176974"/>
                  </a:cubicBezTo>
                  <a:cubicBezTo>
                    <a:pt x="324516" y="176974"/>
                    <a:pt x="321754" y="174212"/>
                    <a:pt x="321754" y="170688"/>
                  </a:cubicBezTo>
                  <a:lnTo>
                    <a:pt x="321754" y="148304"/>
                  </a:lnTo>
                  <a:cubicBezTo>
                    <a:pt x="321754" y="145828"/>
                    <a:pt x="320135" y="143637"/>
                    <a:pt x="317754" y="142970"/>
                  </a:cubicBezTo>
                  <a:cubicBezTo>
                    <a:pt x="302228" y="138398"/>
                    <a:pt x="291750" y="123825"/>
                    <a:pt x="292132" y="107632"/>
                  </a:cubicBezTo>
                  <a:cubicBezTo>
                    <a:pt x="292608" y="88487"/>
                    <a:pt x="308038" y="73247"/>
                    <a:pt x="327088" y="72771"/>
                  </a:cubicBezTo>
                  <a:cubicBezTo>
                    <a:pt x="327374" y="72771"/>
                    <a:pt x="327660" y="72771"/>
                    <a:pt x="327946" y="72771"/>
                  </a:cubicBezTo>
                  <a:cubicBezTo>
                    <a:pt x="337375" y="72771"/>
                    <a:pt x="346234" y="76390"/>
                    <a:pt x="352996" y="82963"/>
                  </a:cubicBezTo>
                  <a:cubicBezTo>
                    <a:pt x="359950" y="89725"/>
                    <a:pt x="363759" y="98869"/>
                    <a:pt x="363759" y="108585"/>
                  </a:cubicBezTo>
                  <a:cubicBezTo>
                    <a:pt x="363759" y="124301"/>
                    <a:pt x="353187" y="138494"/>
                    <a:pt x="338138" y="142970"/>
                  </a:cubicBezTo>
                  <a:cubicBezTo>
                    <a:pt x="335756" y="143637"/>
                    <a:pt x="334137" y="145828"/>
                    <a:pt x="334137" y="148304"/>
                  </a:cubicBezTo>
                  <a:lnTo>
                    <a:pt x="334137" y="14830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7"/>
            <p:cNvSpPr/>
            <p:nvPr/>
          </p:nvSpPr>
          <p:spPr>
            <a:xfrm>
              <a:off x="8695372" y="2698908"/>
              <a:ext cx="51053" cy="51054"/>
            </a:xfrm>
            <a:custGeom>
              <a:rect b="b" l="l" r="r" t="t"/>
              <a:pathLst>
                <a:path extrusionOk="0" h="51054" w="51053">
                  <a:moveTo>
                    <a:pt x="25527" y="51054"/>
                  </a:moveTo>
                  <a:cubicBezTo>
                    <a:pt x="39624" y="51054"/>
                    <a:pt x="51054" y="39624"/>
                    <a:pt x="51054" y="25527"/>
                  </a:cubicBezTo>
                  <a:cubicBezTo>
                    <a:pt x="51054" y="11430"/>
                    <a:pt x="39624" y="0"/>
                    <a:pt x="25527" y="0"/>
                  </a:cubicBezTo>
                  <a:cubicBezTo>
                    <a:pt x="11430" y="0"/>
                    <a:pt x="0" y="11430"/>
                    <a:pt x="0" y="25527"/>
                  </a:cubicBezTo>
                  <a:cubicBezTo>
                    <a:pt x="0" y="39624"/>
                    <a:pt x="11430" y="51054"/>
                    <a:pt x="25527" y="51054"/>
                  </a:cubicBezTo>
                  <a:lnTo>
                    <a:pt x="25527" y="51054"/>
                  </a:lnTo>
                  <a:close/>
                  <a:moveTo>
                    <a:pt x="25527" y="11049"/>
                  </a:moveTo>
                  <a:cubicBezTo>
                    <a:pt x="33432" y="11049"/>
                    <a:pt x="39910" y="17526"/>
                    <a:pt x="39910" y="25432"/>
                  </a:cubicBezTo>
                  <a:cubicBezTo>
                    <a:pt x="39910" y="33338"/>
                    <a:pt x="33432" y="39815"/>
                    <a:pt x="25527" y="39815"/>
                  </a:cubicBezTo>
                  <a:cubicBezTo>
                    <a:pt x="17621" y="39815"/>
                    <a:pt x="11144" y="33338"/>
                    <a:pt x="11144" y="25432"/>
                  </a:cubicBezTo>
                  <a:cubicBezTo>
                    <a:pt x="11144" y="17526"/>
                    <a:pt x="17621" y="11049"/>
                    <a:pt x="25527" y="11049"/>
                  </a:cubicBezTo>
                  <a:lnTo>
                    <a:pt x="25527" y="110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27"/>
            <p:cNvSpPr/>
            <p:nvPr/>
          </p:nvSpPr>
          <p:spPr>
            <a:xfrm>
              <a:off x="8846533" y="2830353"/>
              <a:ext cx="51053" cy="51054"/>
            </a:xfrm>
            <a:custGeom>
              <a:rect b="b" l="l" r="r" t="t"/>
              <a:pathLst>
                <a:path extrusionOk="0" h="51054" w="51053">
                  <a:moveTo>
                    <a:pt x="25527" y="0"/>
                  </a:moveTo>
                  <a:cubicBezTo>
                    <a:pt x="11430" y="0"/>
                    <a:pt x="0" y="11430"/>
                    <a:pt x="0" y="25527"/>
                  </a:cubicBezTo>
                  <a:cubicBezTo>
                    <a:pt x="0" y="39624"/>
                    <a:pt x="11430" y="51054"/>
                    <a:pt x="25527" y="51054"/>
                  </a:cubicBezTo>
                  <a:cubicBezTo>
                    <a:pt x="39624" y="51054"/>
                    <a:pt x="51054" y="39624"/>
                    <a:pt x="51054" y="25527"/>
                  </a:cubicBezTo>
                  <a:cubicBezTo>
                    <a:pt x="51054" y="11430"/>
                    <a:pt x="39624" y="0"/>
                    <a:pt x="25527" y="0"/>
                  </a:cubicBezTo>
                  <a:lnTo>
                    <a:pt x="25527" y="0"/>
                  </a:lnTo>
                  <a:close/>
                  <a:moveTo>
                    <a:pt x="25527" y="40005"/>
                  </a:moveTo>
                  <a:cubicBezTo>
                    <a:pt x="17621" y="40005"/>
                    <a:pt x="11144" y="33528"/>
                    <a:pt x="11144" y="25622"/>
                  </a:cubicBezTo>
                  <a:cubicBezTo>
                    <a:pt x="11144" y="17717"/>
                    <a:pt x="17621" y="11240"/>
                    <a:pt x="25527" y="11240"/>
                  </a:cubicBezTo>
                  <a:cubicBezTo>
                    <a:pt x="33433" y="11240"/>
                    <a:pt x="39910" y="17717"/>
                    <a:pt x="39910" y="25622"/>
                  </a:cubicBezTo>
                  <a:cubicBezTo>
                    <a:pt x="39910" y="33528"/>
                    <a:pt x="33433" y="40005"/>
                    <a:pt x="25527" y="40005"/>
                  </a:cubicBezTo>
                  <a:lnTo>
                    <a:pt x="25527" y="400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27"/>
            <p:cNvSpPr/>
            <p:nvPr/>
          </p:nvSpPr>
          <p:spPr>
            <a:xfrm>
              <a:off x="8925400" y="2740628"/>
              <a:ext cx="51053" cy="51053"/>
            </a:xfrm>
            <a:custGeom>
              <a:rect b="b" l="l" r="r" t="t"/>
              <a:pathLst>
                <a:path extrusionOk="0" h="51053" w="51053">
                  <a:moveTo>
                    <a:pt x="51054" y="25527"/>
                  </a:moveTo>
                  <a:cubicBezTo>
                    <a:pt x="51054" y="11430"/>
                    <a:pt x="39624" y="0"/>
                    <a:pt x="25527" y="0"/>
                  </a:cubicBezTo>
                  <a:cubicBezTo>
                    <a:pt x="11430" y="0"/>
                    <a:pt x="0" y="11430"/>
                    <a:pt x="0" y="25527"/>
                  </a:cubicBezTo>
                  <a:cubicBezTo>
                    <a:pt x="0" y="39624"/>
                    <a:pt x="11430" y="51054"/>
                    <a:pt x="25527" y="51054"/>
                  </a:cubicBezTo>
                  <a:cubicBezTo>
                    <a:pt x="39624" y="51054"/>
                    <a:pt x="51054" y="39624"/>
                    <a:pt x="51054" y="25527"/>
                  </a:cubicBezTo>
                  <a:lnTo>
                    <a:pt x="51054" y="25527"/>
                  </a:lnTo>
                  <a:close/>
                  <a:moveTo>
                    <a:pt x="25432" y="39910"/>
                  </a:moveTo>
                  <a:cubicBezTo>
                    <a:pt x="17526" y="39910"/>
                    <a:pt x="11049" y="33433"/>
                    <a:pt x="11049" y="25527"/>
                  </a:cubicBezTo>
                  <a:cubicBezTo>
                    <a:pt x="11049" y="17621"/>
                    <a:pt x="17526" y="11144"/>
                    <a:pt x="25432" y="11144"/>
                  </a:cubicBezTo>
                  <a:cubicBezTo>
                    <a:pt x="33338" y="11144"/>
                    <a:pt x="39814" y="17621"/>
                    <a:pt x="39814" y="25527"/>
                  </a:cubicBezTo>
                  <a:cubicBezTo>
                    <a:pt x="39814" y="33433"/>
                    <a:pt x="33338" y="39910"/>
                    <a:pt x="25432" y="39910"/>
                  </a:cubicBezTo>
                  <a:lnTo>
                    <a:pt x="25432" y="399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27"/>
            <p:cNvSpPr/>
            <p:nvPr/>
          </p:nvSpPr>
          <p:spPr>
            <a:xfrm>
              <a:off x="8678226" y="2890647"/>
              <a:ext cx="38005" cy="66579"/>
            </a:xfrm>
            <a:custGeom>
              <a:rect b="b" l="l" r="r" t="t"/>
              <a:pathLst>
                <a:path extrusionOk="0" h="66579" w="38005">
                  <a:moveTo>
                    <a:pt x="19050" y="0"/>
                  </a:moveTo>
                  <a:cubicBezTo>
                    <a:pt x="16003" y="0"/>
                    <a:pt x="13431" y="2476"/>
                    <a:pt x="13431" y="5620"/>
                  </a:cubicBezTo>
                  <a:lnTo>
                    <a:pt x="13431" y="7715"/>
                  </a:lnTo>
                  <a:cubicBezTo>
                    <a:pt x="5811" y="8953"/>
                    <a:pt x="0" y="15430"/>
                    <a:pt x="0" y="23336"/>
                  </a:cubicBezTo>
                  <a:cubicBezTo>
                    <a:pt x="0" y="32099"/>
                    <a:pt x="7144" y="39243"/>
                    <a:pt x="15812" y="39243"/>
                  </a:cubicBezTo>
                  <a:lnTo>
                    <a:pt x="22003" y="39243"/>
                  </a:lnTo>
                  <a:cubicBezTo>
                    <a:pt x="24575" y="39243"/>
                    <a:pt x="26670" y="41338"/>
                    <a:pt x="26670" y="43910"/>
                  </a:cubicBezTo>
                  <a:cubicBezTo>
                    <a:pt x="26670" y="46482"/>
                    <a:pt x="24575" y="48577"/>
                    <a:pt x="22003" y="48577"/>
                  </a:cubicBezTo>
                  <a:lnTo>
                    <a:pt x="15812" y="48577"/>
                  </a:lnTo>
                  <a:cubicBezTo>
                    <a:pt x="13907" y="48577"/>
                    <a:pt x="12192" y="47434"/>
                    <a:pt x="11525" y="45720"/>
                  </a:cubicBezTo>
                  <a:cubicBezTo>
                    <a:pt x="10287" y="42863"/>
                    <a:pt x="7049" y="41529"/>
                    <a:pt x="4191" y="42767"/>
                  </a:cubicBezTo>
                  <a:cubicBezTo>
                    <a:pt x="1334" y="44005"/>
                    <a:pt x="0" y="47244"/>
                    <a:pt x="1238" y="50101"/>
                  </a:cubicBezTo>
                  <a:cubicBezTo>
                    <a:pt x="3429" y="55245"/>
                    <a:pt x="8001" y="58769"/>
                    <a:pt x="13335" y="59626"/>
                  </a:cubicBezTo>
                  <a:lnTo>
                    <a:pt x="13335" y="60960"/>
                  </a:lnTo>
                  <a:cubicBezTo>
                    <a:pt x="13335" y="64008"/>
                    <a:pt x="15812" y="66580"/>
                    <a:pt x="18955" y="66580"/>
                  </a:cubicBezTo>
                  <a:cubicBezTo>
                    <a:pt x="22098" y="66580"/>
                    <a:pt x="24575" y="64103"/>
                    <a:pt x="24575" y="60960"/>
                  </a:cubicBezTo>
                  <a:lnTo>
                    <a:pt x="24575" y="59626"/>
                  </a:lnTo>
                  <a:cubicBezTo>
                    <a:pt x="32195" y="58483"/>
                    <a:pt x="38005" y="51911"/>
                    <a:pt x="38005" y="44005"/>
                  </a:cubicBezTo>
                  <a:cubicBezTo>
                    <a:pt x="38005" y="35242"/>
                    <a:pt x="30861" y="28099"/>
                    <a:pt x="22098" y="28099"/>
                  </a:cubicBezTo>
                  <a:lnTo>
                    <a:pt x="15907" y="28099"/>
                  </a:lnTo>
                  <a:cubicBezTo>
                    <a:pt x="13335" y="28099"/>
                    <a:pt x="11240" y="26003"/>
                    <a:pt x="11240" y="23431"/>
                  </a:cubicBezTo>
                  <a:cubicBezTo>
                    <a:pt x="11240" y="20860"/>
                    <a:pt x="13335" y="18764"/>
                    <a:pt x="15907" y="18764"/>
                  </a:cubicBezTo>
                  <a:lnTo>
                    <a:pt x="22098" y="18764"/>
                  </a:lnTo>
                  <a:cubicBezTo>
                    <a:pt x="23622" y="18764"/>
                    <a:pt x="25146" y="19526"/>
                    <a:pt x="26004" y="20860"/>
                  </a:cubicBezTo>
                  <a:cubicBezTo>
                    <a:pt x="27718" y="23431"/>
                    <a:pt x="31242" y="24098"/>
                    <a:pt x="33719" y="22384"/>
                  </a:cubicBezTo>
                  <a:cubicBezTo>
                    <a:pt x="36290" y="20669"/>
                    <a:pt x="36957" y="17145"/>
                    <a:pt x="35243" y="14668"/>
                  </a:cubicBezTo>
                  <a:cubicBezTo>
                    <a:pt x="32766" y="10954"/>
                    <a:pt x="28861" y="8572"/>
                    <a:pt x="24575" y="7906"/>
                  </a:cubicBezTo>
                  <a:lnTo>
                    <a:pt x="24575" y="5810"/>
                  </a:lnTo>
                  <a:cubicBezTo>
                    <a:pt x="24575" y="2762"/>
                    <a:pt x="22098" y="190"/>
                    <a:pt x="18955" y="190"/>
                  </a:cubicBezTo>
                  <a:lnTo>
                    <a:pt x="18955" y="1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27"/>
            <p:cNvSpPr/>
            <p:nvPr/>
          </p:nvSpPr>
          <p:spPr>
            <a:xfrm>
              <a:off x="8645096" y="2870072"/>
              <a:ext cx="105806" cy="107441"/>
            </a:xfrm>
            <a:custGeom>
              <a:rect b="b" l="l" r="r" t="t"/>
              <a:pathLst>
                <a:path extrusionOk="0" h="107441" w="105806">
                  <a:moveTo>
                    <a:pt x="52180" y="95"/>
                  </a:moveTo>
                  <a:cubicBezTo>
                    <a:pt x="27702" y="95"/>
                    <a:pt x="6365" y="16573"/>
                    <a:pt x="174" y="40196"/>
                  </a:cubicBezTo>
                  <a:cubicBezTo>
                    <a:pt x="-588" y="43148"/>
                    <a:pt x="1222" y="46196"/>
                    <a:pt x="4175" y="46958"/>
                  </a:cubicBezTo>
                  <a:cubicBezTo>
                    <a:pt x="7127" y="47720"/>
                    <a:pt x="10175" y="45910"/>
                    <a:pt x="10938" y="42958"/>
                  </a:cubicBezTo>
                  <a:cubicBezTo>
                    <a:pt x="15795" y="24289"/>
                    <a:pt x="32750" y="11144"/>
                    <a:pt x="52086" y="11144"/>
                  </a:cubicBezTo>
                  <a:cubicBezTo>
                    <a:pt x="75517" y="11144"/>
                    <a:pt x="94662" y="30194"/>
                    <a:pt x="94662" y="53721"/>
                  </a:cubicBezTo>
                  <a:cubicBezTo>
                    <a:pt x="94662" y="77248"/>
                    <a:pt x="75612" y="96298"/>
                    <a:pt x="52086" y="96298"/>
                  </a:cubicBezTo>
                  <a:cubicBezTo>
                    <a:pt x="32940" y="96298"/>
                    <a:pt x="15986" y="83344"/>
                    <a:pt x="11033" y="64865"/>
                  </a:cubicBezTo>
                  <a:cubicBezTo>
                    <a:pt x="10271" y="61913"/>
                    <a:pt x="7127" y="60103"/>
                    <a:pt x="4175" y="60960"/>
                  </a:cubicBezTo>
                  <a:cubicBezTo>
                    <a:pt x="1222" y="61722"/>
                    <a:pt x="-588" y="64865"/>
                    <a:pt x="270" y="67818"/>
                  </a:cubicBezTo>
                  <a:cubicBezTo>
                    <a:pt x="6556" y="91154"/>
                    <a:pt x="27892" y="107442"/>
                    <a:pt x="52086" y="107442"/>
                  </a:cubicBezTo>
                  <a:cubicBezTo>
                    <a:pt x="81708" y="107442"/>
                    <a:pt x="105806" y="83344"/>
                    <a:pt x="105806" y="53721"/>
                  </a:cubicBezTo>
                  <a:cubicBezTo>
                    <a:pt x="105806" y="24098"/>
                    <a:pt x="81708" y="0"/>
                    <a:pt x="52086" y="0"/>
                  </a:cubicBezTo>
                  <a:lnTo>
                    <a:pt x="520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6" name="Google Shape;1136;p27"/>
          <p:cNvGrpSpPr/>
          <p:nvPr/>
        </p:nvGrpSpPr>
        <p:grpSpPr>
          <a:xfrm>
            <a:off x="6531284" y="2027291"/>
            <a:ext cx="426255" cy="314310"/>
            <a:chOff x="7845646" y="2688478"/>
            <a:chExt cx="381129" cy="281035"/>
          </a:xfrm>
        </p:grpSpPr>
        <p:sp>
          <p:nvSpPr>
            <p:cNvPr id="1137" name="Google Shape;1137;p27"/>
            <p:cNvSpPr/>
            <p:nvPr/>
          </p:nvSpPr>
          <p:spPr>
            <a:xfrm>
              <a:off x="7982807" y="2848356"/>
              <a:ext cx="35242" cy="60864"/>
            </a:xfrm>
            <a:custGeom>
              <a:rect b="b" l="l" r="r" t="t"/>
              <a:pathLst>
                <a:path extrusionOk="0" h="60864" w="35242">
                  <a:moveTo>
                    <a:pt x="20478" y="25146"/>
                  </a:moveTo>
                  <a:lnTo>
                    <a:pt x="14859" y="25146"/>
                  </a:lnTo>
                  <a:cubicBezTo>
                    <a:pt x="12859" y="25146"/>
                    <a:pt x="11239" y="23527"/>
                    <a:pt x="11239" y="21527"/>
                  </a:cubicBezTo>
                  <a:cubicBezTo>
                    <a:pt x="11239" y="19526"/>
                    <a:pt x="12859" y="17907"/>
                    <a:pt x="14859" y="17907"/>
                  </a:cubicBezTo>
                  <a:lnTo>
                    <a:pt x="20478" y="17907"/>
                  </a:lnTo>
                  <a:cubicBezTo>
                    <a:pt x="21717" y="17907"/>
                    <a:pt x="22860" y="18479"/>
                    <a:pt x="23526" y="19526"/>
                  </a:cubicBezTo>
                  <a:cubicBezTo>
                    <a:pt x="25241" y="22098"/>
                    <a:pt x="28765" y="22765"/>
                    <a:pt x="31242" y="21050"/>
                  </a:cubicBezTo>
                  <a:cubicBezTo>
                    <a:pt x="33814" y="19336"/>
                    <a:pt x="34480" y="15811"/>
                    <a:pt x="32766" y="13335"/>
                  </a:cubicBezTo>
                  <a:cubicBezTo>
                    <a:pt x="30575" y="10001"/>
                    <a:pt x="27146" y="7810"/>
                    <a:pt x="23241" y="7048"/>
                  </a:cubicBezTo>
                  <a:lnTo>
                    <a:pt x="23241" y="5620"/>
                  </a:lnTo>
                  <a:cubicBezTo>
                    <a:pt x="23241" y="2572"/>
                    <a:pt x="20764" y="0"/>
                    <a:pt x="17621" y="0"/>
                  </a:cubicBezTo>
                  <a:cubicBezTo>
                    <a:pt x="14478" y="0"/>
                    <a:pt x="12001" y="2477"/>
                    <a:pt x="12001" y="5620"/>
                  </a:cubicBezTo>
                  <a:lnTo>
                    <a:pt x="12001" y="7048"/>
                  </a:lnTo>
                  <a:cubicBezTo>
                    <a:pt x="5143" y="8382"/>
                    <a:pt x="0" y="14383"/>
                    <a:pt x="0" y="21622"/>
                  </a:cubicBezTo>
                  <a:cubicBezTo>
                    <a:pt x="0" y="29813"/>
                    <a:pt x="6667" y="36385"/>
                    <a:pt x="14764" y="36385"/>
                  </a:cubicBezTo>
                  <a:lnTo>
                    <a:pt x="20383" y="36385"/>
                  </a:lnTo>
                  <a:cubicBezTo>
                    <a:pt x="22384" y="36385"/>
                    <a:pt x="24003" y="38005"/>
                    <a:pt x="24003" y="40005"/>
                  </a:cubicBezTo>
                  <a:cubicBezTo>
                    <a:pt x="24003" y="42005"/>
                    <a:pt x="22384" y="43625"/>
                    <a:pt x="20383" y="43625"/>
                  </a:cubicBezTo>
                  <a:lnTo>
                    <a:pt x="14764" y="43625"/>
                  </a:lnTo>
                  <a:cubicBezTo>
                    <a:pt x="13335" y="43625"/>
                    <a:pt x="12001" y="42767"/>
                    <a:pt x="11430" y="41434"/>
                  </a:cubicBezTo>
                  <a:cubicBezTo>
                    <a:pt x="10191" y="38576"/>
                    <a:pt x="6953" y="37243"/>
                    <a:pt x="4096" y="38481"/>
                  </a:cubicBezTo>
                  <a:cubicBezTo>
                    <a:pt x="1238" y="39719"/>
                    <a:pt x="-95" y="42958"/>
                    <a:pt x="1143" y="45815"/>
                  </a:cubicBezTo>
                  <a:cubicBezTo>
                    <a:pt x="3047" y="50387"/>
                    <a:pt x="7144" y="53626"/>
                    <a:pt x="12001" y="54578"/>
                  </a:cubicBezTo>
                  <a:lnTo>
                    <a:pt x="12001" y="55245"/>
                  </a:lnTo>
                  <a:cubicBezTo>
                    <a:pt x="12001" y="58293"/>
                    <a:pt x="14478" y="60865"/>
                    <a:pt x="17621" y="60865"/>
                  </a:cubicBezTo>
                  <a:cubicBezTo>
                    <a:pt x="20764" y="60865"/>
                    <a:pt x="23241" y="58388"/>
                    <a:pt x="23241" y="55245"/>
                  </a:cubicBezTo>
                  <a:lnTo>
                    <a:pt x="23241" y="54578"/>
                  </a:lnTo>
                  <a:cubicBezTo>
                    <a:pt x="30099" y="53245"/>
                    <a:pt x="35242" y="47244"/>
                    <a:pt x="35242" y="40005"/>
                  </a:cubicBezTo>
                  <a:cubicBezTo>
                    <a:pt x="35242" y="31813"/>
                    <a:pt x="28575" y="25241"/>
                    <a:pt x="20478" y="25241"/>
                  </a:cubicBezTo>
                  <a:lnTo>
                    <a:pt x="20478" y="252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27"/>
            <p:cNvSpPr/>
            <p:nvPr/>
          </p:nvSpPr>
          <p:spPr>
            <a:xfrm>
              <a:off x="7951660" y="2829972"/>
              <a:ext cx="97535" cy="97535"/>
            </a:xfrm>
            <a:custGeom>
              <a:rect b="b" l="l" r="r" t="t"/>
              <a:pathLst>
                <a:path extrusionOk="0" h="97535" w="97535">
                  <a:moveTo>
                    <a:pt x="48768" y="0"/>
                  </a:moveTo>
                  <a:cubicBezTo>
                    <a:pt x="21907" y="0"/>
                    <a:pt x="0" y="21908"/>
                    <a:pt x="0" y="48768"/>
                  </a:cubicBezTo>
                  <a:cubicBezTo>
                    <a:pt x="0" y="75629"/>
                    <a:pt x="21907" y="97536"/>
                    <a:pt x="48768" y="97536"/>
                  </a:cubicBezTo>
                  <a:cubicBezTo>
                    <a:pt x="75629" y="97536"/>
                    <a:pt x="97536" y="75629"/>
                    <a:pt x="97536" y="48768"/>
                  </a:cubicBezTo>
                  <a:cubicBezTo>
                    <a:pt x="97536" y="21908"/>
                    <a:pt x="75629" y="0"/>
                    <a:pt x="48768" y="0"/>
                  </a:cubicBezTo>
                  <a:lnTo>
                    <a:pt x="48768" y="0"/>
                  </a:lnTo>
                  <a:close/>
                  <a:moveTo>
                    <a:pt x="48768" y="86392"/>
                  </a:moveTo>
                  <a:cubicBezTo>
                    <a:pt x="28004" y="86392"/>
                    <a:pt x="11144" y="69533"/>
                    <a:pt x="11144" y="48768"/>
                  </a:cubicBezTo>
                  <a:cubicBezTo>
                    <a:pt x="11144" y="28004"/>
                    <a:pt x="28004" y="11144"/>
                    <a:pt x="48768" y="11144"/>
                  </a:cubicBezTo>
                  <a:cubicBezTo>
                    <a:pt x="69532" y="11144"/>
                    <a:pt x="86392" y="28004"/>
                    <a:pt x="86392" y="48768"/>
                  </a:cubicBezTo>
                  <a:cubicBezTo>
                    <a:pt x="86392" y="69533"/>
                    <a:pt x="69532" y="86392"/>
                    <a:pt x="48768" y="86392"/>
                  </a:cubicBezTo>
                  <a:lnTo>
                    <a:pt x="48768" y="863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27"/>
            <p:cNvSpPr/>
            <p:nvPr/>
          </p:nvSpPr>
          <p:spPr>
            <a:xfrm>
              <a:off x="7900034" y="2858071"/>
              <a:ext cx="41338" cy="41338"/>
            </a:xfrm>
            <a:custGeom>
              <a:rect b="b" l="l" r="r" t="t"/>
              <a:pathLst>
                <a:path extrusionOk="0" h="41338" w="41338">
                  <a:moveTo>
                    <a:pt x="20669" y="0"/>
                  </a:moveTo>
                  <a:cubicBezTo>
                    <a:pt x="9239" y="0"/>
                    <a:pt x="0" y="9335"/>
                    <a:pt x="0" y="20669"/>
                  </a:cubicBezTo>
                  <a:cubicBezTo>
                    <a:pt x="0" y="32004"/>
                    <a:pt x="9334" y="41339"/>
                    <a:pt x="20669" y="41339"/>
                  </a:cubicBezTo>
                  <a:cubicBezTo>
                    <a:pt x="32004" y="41339"/>
                    <a:pt x="41338" y="32004"/>
                    <a:pt x="41338" y="20669"/>
                  </a:cubicBezTo>
                  <a:cubicBezTo>
                    <a:pt x="41338" y="9335"/>
                    <a:pt x="32004" y="0"/>
                    <a:pt x="20669" y="0"/>
                  </a:cubicBezTo>
                  <a:lnTo>
                    <a:pt x="20669" y="0"/>
                  </a:lnTo>
                  <a:close/>
                  <a:moveTo>
                    <a:pt x="20669" y="30194"/>
                  </a:moveTo>
                  <a:cubicBezTo>
                    <a:pt x="15430" y="30194"/>
                    <a:pt x="11144" y="25908"/>
                    <a:pt x="11144" y="20669"/>
                  </a:cubicBezTo>
                  <a:cubicBezTo>
                    <a:pt x="11144" y="15431"/>
                    <a:pt x="15430" y="11144"/>
                    <a:pt x="20669" y="11144"/>
                  </a:cubicBezTo>
                  <a:cubicBezTo>
                    <a:pt x="25908" y="11144"/>
                    <a:pt x="30194" y="15431"/>
                    <a:pt x="30194" y="20669"/>
                  </a:cubicBezTo>
                  <a:cubicBezTo>
                    <a:pt x="30194" y="25908"/>
                    <a:pt x="25908" y="30194"/>
                    <a:pt x="20669" y="30194"/>
                  </a:cubicBezTo>
                  <a:lnTo>
                    <a:pt x="20669" y="3019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7"/>
            <p:cNvSpPr/>
            <p:nvPr/>
          </p:nvSpPr>
          <p:spPr>
            <a:xfrm>
              <a:off x="8053673" y="2920079"/>
              <a:ext cx="64007" cy="11239"/>
            </a:xfrm>
            <a:custGeom>
              <a:rect b="b" l="l" r="r" t="t"/>
              <a:pathLst>
                <a:path extrusionOk="0" h="11239" w="64007">
                  <a:moveTo>
                    <a:pt x="0" y="5620"/>
                  </a:moveTo>
                  <a:cubicBezTo>
                    <a:pt x="0" y="8668"/>
                    <a:pt x="2476" y="11240"/>
                    <a:pt x="5619" y="11240"/>
                  </a:cubicBezTo>
                  <a:lnTo>
                    <a:pt x="58388" y="11240"/>
                  </a:lnTo>
                  <a:cubicBezTo>
                    <a:pt x="61436" y="11240"/>
                    <a:pt x="64008" y="8763"/>
                    <a:pt x="64008" y="5620"/>
                  </a:cubicBezTo>
                  <a:cubicBezTo>
                    <a:pt x="64008" y="2477"/>
                    <a:pt x="61531" y="0"/>
                    <a:pt x="58388" y="0"/>
                  </a:cubicBez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1" name="Google Shape;1141;p27"/>
            <p:cNvGrpSpPr/>
            <p:nvPr/>
          </p:nvGrpSpPr>
          <p:grpSpPr>
            <a:xfrm>
              <a:off x="7845646" y="2688478"/>
              <a:ext cx="381129" cy="281035"/>
              <a:chOff x="7845646" y="2688478"/>
              <a:chExt cx="381129" cy="281035"/>
            </a:xfrm>
          </p:grpSpPr>
          <p:sp>
            <p:nvSpPr>
              <p:cNvPr id="1142" name="Google Shape;1142;p27"/>
              <p:cNvSpPr/>
              <p:nvPr/>
            </p:nvSpPr>
            <p:spPr>
              <a:xfrm>
                <a:off x="7883270" y="2826258"/>
                <a:ext cx="64007" cy="11239"/>
              </a:xfrm>
              <a:custGeom>
                <a:rect b="b" l="l" r="r" t="t"/>
                <a:pathLst>
                  <a:path extrusionOk="0" h="11239" w="64007">
                    <a:moveTo>
                      <a:pt x="58388" y="0"/>
                    </a:moveTo>
                    <a:lnTo>
                      <a:pt x="5619" y="0"/>
                    </a:lnTo>
                    <a:cubicBezTo>
                      <a:pt x="2571" y="0"/>
                      <a:pt x="0" y="2477"/>
                      <a:pt x="0" y="5620"/>
                    </a:cubicBezTo>
                    <a:cubicBezTo>
                      <a:pt x="0" y="8763"/>
                      <a:pt x="2477" y="11240"/>
                      <a:pt x="5619" y="11240"/>
                    </a:cubicBezTo>
                    <a:lnTo>
                      <a:pt x="58388" y="11240"/>
                    </a:lnTo>
                    <a:cubicBezTo>
                      <a:pt x="61436" y="11240"/>
                      <a:pt x="64008" y="8763"/>
                      <a:pt x="64008" y="5620"/>
                    </a:cubicBezTo>
                    <a:cubicBezTo>
                      <a:pt x="64008" y="2477"/>
                      <a:pt x="61531" y="0"/>
                      <a:pt x="58388" y="0"/>
                    </a:cubicBezTo>
                    <a:lnTo>
                      <a:pt x="583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27"/>
              <p:cNvSpPr/>
              <p:nvPr/>
            </p:nvSpPr>
            <p:spPr>
              <a:xfrm>
                <a:off x="7845646" y="2688478"/>
                <a:ext cx="381129" cy="281035"/>
              </a:xfrm>
              <a:custGeom>
                <a:rect b="b" l="l" r="r" t="t"/>
                <a:pathLst>
                  <a:path extrusionOk="0" h="281035" w="381129">
                    <a:moveTo>
                      <a:pt x="380333" y="24622"/>
                    </a:moveTo>
                    <a:cubicBezTo>
                      <a:pt x="379952" y="19383"/>
                      <a:pt x="376047" y="15192"/>
                      <a:pt x="370808" y="14335"/>
                    </a:cubicBezTo>
                    <a:lnTo>
                      <a:pt x="284321" y="143"/>
                    </a:lnTo>
                    <a:cubicBezTo>
                      <a:pt x="283083" y="-48"/>
                      <a:pt x="281845" y="-48"/>
                      <a:pt x="280511" y="143"/>
                    </a:cubicBezTo>
                    <a:lnTo>
                      <a:pt x="194024" y="14335"/>
                    </a:lnTo>
                    <a:cubicBezTo>
                      <a:pt x="188786" y="15192"/>
                      <a:pt x="184880" y="19383"/>
                      <a:pt x="184499" y="24622"/>
                    </a:cubicBezTo>
                    <a:cubicBezTo>
                      <a:pt x="184118" y="30051"/>
                      <a:pt x="183547" y="40434"/>
                      <a:pt x="183928" y="53578"/>
                    </a:cubicBezTo>
                    <a:lnTo>
                      <a:pt x="15811" y="53578"/>
                    </a:lnTo>
                    <a:cubicBezTo>
                      <a:pt x="7144" y="53578"/>
                      <a:pt x="0" y="60627"/>
                      <a:pt x="0" y="69390"/>
                    </a:cubicBezTo>
                    <a:lnTo>
                      <a:pt x="0" y="265224"/>
                    </a:lnTo>
                    <a:cubicBezTo>
                      <a:pt x="0" y="273891"/>
                      <a:pt x="7048" y="281035"/>
                      <a:pt x="15811" y="281035"/>
                    </a:cubicBezTo>
                    <a:lnTo>
                      <a:pt x="293846" y="281035"/>
                    </a:lnTo>
                    <a:cubicBezTo>
                      <a:pt x="302514" y="281035"/>
                      <a:pt x="309658" y="273987"/>
                      <a:pt x="309658" y="265224"/>
                    </a:cubicBezTo>
                    <a:lnTo>
                      <a:pt x="309658" y="204930"/>
                    </a:lnTo>
                    <a:cubicBezTo>
                      <a:pt x="386143" y="159687"/>
                      <a:pt x="382238" y="48339"/>
                      <a:pt x="380429" y="24622"/>
                    </a:cubicBezTo>
                    <a:lnTo>
                      <a:pt x="380429" y="24622"/>
                    </a:lnTo>
                    <a:close/>
                    <a:moveTo>
                      <a:pt x="15811" y="64722"/>
                    </a:moveTo>
                    <a:lnTo>
                      <a:pt x="184499" y="64722"/>
                    </a:lnTo>
                    <a:cubicBezTo>
                      <a:pt x="185166" y="75390"/>
                      <a:pt x="186595" y="87297"/>
                      <a:pt x="188976" y="99584"/>
                    </a:cubicBezTo>
                    <a:lnTo>
                      <a:pt x="15811" y="99584"/>
                    </a:lnTo>
                    <a:cubicBezTo>
                      <a:pt x="14192" y="99584"/>
                      <a:pt x="12668" y="99870"/>
                      <a:pt x="11239" y="100251"/>
                    </a:cubicBezTo>
                    <a:lnTo>
                      <a:pt x="11239" y="89868"/>
                    </a:lnTo>
                    <a:lnTo>
                      <a:pt x="117634" y="89868"/>
                    </a:lnTo>
                    <a:cubicBezTo>
                      <a:pt x="120682" y="89868"/>
                      <a:pt x="123254" y="87392"/>
                      <a:pt x="123254" y="84249"/>
                    </a:cubicBezTo>
                    <a:cubicBezTo>
                      <a:pt x="123254" y="81105"/>
                      <a:pt x="120777" y="78629"/>
                      <a:pt x="117634" y="78629"/>
                    </a:cubicBezTo>
                    <a:lnTo>
                      <a:pt x="11239" y="78629"/>
                    </a:lnTo>
                    <a:lnTo>
                      <a:pt x="11239" y="69199"/>
                    </a:lnTo>
                    <a:cubicBezTo>
                      <a:pt x="11239" y="66627"/>
                      <a:pt x="13335" y="64627"/>
                      <a:pt x="15811" y="64627"/>
                    </a:cubicBezTo>
                    <a:lnTo>
                      <a:pt x="15811" y="64627"/>
                    </a:lnTo>
                    <a:close/>
                    <a:moveTo>
                      <a:pt x="282511" y="205121"/>
                    </a:moveTo>
                    <a:cubicBezTo>
                      <a:pt x="282511" y="205121"/>
                      <a:pt x="282321" y="205121"/>
                      <a:pt x="282321" y="205121"/>
                    </a:cubicBezTo>
                    <a:cubicBezTo>
                      <a:pt x="257366" y="196548"/>
                      <a:pt x="237363" y="180737"/>
                      <a:pt x="222885" y="157972"/>
                    </a:cubicBezTo>
                    <a:cubicBezTo>
                      <a:pt x="221266" y="155400"/>
                      <a:pt x="217741" y="154638"/>
                      <a:pt x="215170" y="156258"/>
                    </a:cubicBezTo>
                    <a:cubicBezTo>
                      <a:pt x="212598" y="157877"/>
                      <a:pt x="211836" y="161401"/>
                      <a:pt x="213455" y="163973"/>
                    </a:cubicBezTo>
                    <a:cubicBezTo>
                      <a:pt x="215836" y="167688"/>
                      <a:pt x="218313" y="171307"/>
                      <a:pt x="220980" y="174641"/>
                    </a:cubicBezTo>
                    <a:cubicBezTo>
                      <a:pt x="216503" y="178546"/>
                      <a:pt x="213836" y="184166"/>
                      <a:pt x="213836" y="190262"/>
                    </a:cubicBezTo>
                    <a:cubicBezTo>
                      <a:pt x="213836" y="201692"/>
                      <a:pt x="223171" y="211026"/>
                      <a:pt x="234505" y="211026"/>
                    </a:cubicBezTo>
                    <a:cubicBezTo>
                      <a:pt x="241268" y="211026"/>
                      <a:pt x="247459" y="207693"/>
                      <a:pt x="251270" y="202454"/>
                    </a:cubicBezTo>
                    <a:cubicBezTo>
                      <a:pt x="259461" y="207788"/>
                      <a:pt x="268414" y="212074"/>
                      <a:pt x="278035" y="215408"/>
                    </a:cubicBezTo>
                    <a:lnTo>
                      <a:pt x="278035" y="249412"/>
                    </a:lnTo>
                    <a:lnTo>
                      <a:pt x="156876" y="249412"/>
                    </a:lnTo>
                    <a:cubicBezTo>
                      <a:pt x="153829" y="249412"/>
                      <a:pt x="151257" y="251889"/>
                      <a:pt x="151257" y="255032"/>
                    </a:cubicBezTo>
                    <a:cubicBezTo>
                      <a:pt x="151257" y="258175"/>
                      <a:pt x="153734" y="260652"/>
                      <a:pt x="156876" y="260652"/>
                    </a:cubicBezTo>
                    <a:lnTo>
                      <a:pt x="283654" y="260652"/>
                    </a:lnTo>
                    <a:cubicBezTo>
                      <a:pt x="286702" y="260652"/>
                      <a:pt x="289274" y="258175"/>
                      <a:pt x="289274" y="255032"/>
                    </a:cubicBezTo>
                    <a:lnTo>
                      <a:pt x="289274" y="214551"/>
                    </a:lnTo>
                    <a:cubicBezTo>
                      <a:pt x="292418" y="213408"/>
                      <a:pt x="295560" y="212074"/>
                      <a:pt x="298514" y="210741"/>
                    </a:cubicBezTo>
                    <a:lnTo>
                      <a:pt x="298514" y="265224"/>
                    </a:lnTo>
                    <a:cubicBezTo>
                      <a:pt x="298514" y="267795"/>
                      <a:pt x="296418" y="269796"/>
                      <a:pt x="293941" y="269796"/>
                    </a:cubicBezTo>
                    <a:lnTo>
                      <a:pt x="15907" y="269796"/>
                    </a:lnTo>
                    <a:cubicBezTo>
                      <a:pt x="13335" y="269796"/>
                      <a:pt x="11335" y="267700"/>
                      <a:pt x="11335" y="265224"/>
                    </a:cubicBezTo>
                    <a:lnTo>
                      <a:pt x="11335" y="115491"/>
                    </a:lnTo>
                    <a:cubicBezTo>
                      <a:pt x="11335" y="112919"/>
                      <a:pt x="13430" y="110919"/>
                      <a:pt x="15907" y="110919"/>
                    </a:cubicBezTo>
                    <a:lnTo>
                      <a:pt x="191548" y="110919"/>
                    </a:lnTo>
                    <a:cubicBezTo>
                      <a:pt x="192310" y="113967"/>
                      <a:pt x="193167" y="117015"/>
                      <a:pt x="194024" y="120158"/>
                    </a:cubicBezTo>
                    <a:lnTo>
                      <a:pt x="26098" y="120158"/>
                    </a:lnTo>
                    <a:cubicBezTo>
                      <a:pt x="23050" y="120158"/>
                      <a:pt x="20479" y="122634"/>
                      <a:pt x="20479" y="125778"/>
                    </a:cubicBezTo>
                    <a:lnTo>
                      <a:pt x="20479" y="255127"/>
                    </a:lnTo>
                    <a:cubicBezTo>
                      <a:pt x="20479" y="258175"/>
                      <a:pt x="22955" y="260747"/>
                      <a:pt x="26098" y="260747"/>
                    </a:cubicBezTo>
                    <a:lnTo>
                      <a:pt x="132398" y="260747"/>
                    </a:lnTo>
                    <a:cubicBezTo>
                      <a:pt x="135445" y="260747"/>
                      <a:pt x="138017" y="258270"/>
                      <a:pt x="138017" y="255127"/>
                    </a:cubicBezTo>
                    <a:cubicBezTo>
                      <a:pt x="138017" y="251984"/>
                      <a:pt x="135541" y="249507"/>
                      <a:pt x="132398" y="249507"/>
                    </a:cubicBezTo>
                    <a:lnTo>
                      <a:pt x="92393" y="249507"/>
                    </a:lnTo>
                    <a:lnTo>
                      <a:pt x="92393" y="227981"/>
                    </a:lnTo>
                    <a:cubicBezTo>
                      <a:pt x="92393" y="223218"/>
                      <a:pt x="88582" y="219408"/>
                      <a:pt x="83820" y="219408"/>
                    </a:cubicBezTo>
                    <a:lnTo>
                      <a:pt x="66675" y="219408"/>
                    </a:lnTo>
                    <a:cubicBezTo>
                      <a:pt x="61913" y="219408"/>
                      <a:pt x="58102" y="223218"/>
                      <a:pt x="58102" y="227981"/>
                    </a:cubicBezTo>
                    <a:lnTo>
                      <a:pt x="58102" y="249507"/>
                    </a:lnTo>
                    <a:lnTo>
                      <a:pt x="31814" y="249507"/>
                    </a:lnTo>
                    <a:lnTo>
                      <a:pt x="31814" y="131302"/>
                    </a:lnTo>
                    <a:lnTo>
                      <a:pt x="197834" y="131302"/>
                    </a:lnTo>
                    <a:cubicBezTo>
                      <a:pt x="199073" y="134731"/>
                      <a:pt x="200406" y="138160"/>
                      <a:pt x="201835" y="141494"/>
                    </a:cubicBezTo>
                    <a:cubicBezTo>
                      <a:pt x="203073" y="144351"/>
                      <a:pt x="206311" y="145590"/>
                      <a:pt x="209169" y="144447"/>
                    </a:cubicBezTo>
                    <a:cubicBezTo>
                      <a:pt x="212027" y="143208"/>
                      <a:pt x="213265" y="139970"/>
                      <a:pt x="212122" y="137112"/>
                    </a:cubicBezTo>
                    <a:cubicBezTo>
                      <a:pt x="192691" y="91869"/>
                      <a:pt x="194786" y="40338"/>
                      <a:pt x="195834" y="25575"/>
                    </a:cubicBezTo>
                    <a:cubicBezTo>
                      <a:pt x="195834" y="25575"/>
                      <a:pt x="195834" y="25479"/>
                      <a:pt x="196025" y="25479"/>
                    </a:cubicBezTo>
                    <a:lnTo>
                      <a:pt x="282511" y="11287"/>
                    </a:lnTo>
                    <a:cubicBezTo>
                      <a:pt x="282511" y="11287"/>
                      <a:pt x="282607" y="11287"/>
                      <a:pt x="282702" y="11287"/>
                    </a:cubicBezTo>
                    <a:lnTo>
                      <a:pt x="369189" y="25479"/>
                    </a:lnTo>
                    <a:cubicBezTo>
                      <a:pt x="369189" y="25479"/>
                      <a:pt x="369379" y="25575"/>
                      <a:pt x="369379" y="25575"/>
                    </a:cubicBezTo>
                    <a:cubicBezTo>
                      <a:pt x="371189" y="49959"/>
                      <a:pt x="375666" y="173307"/>
                      <a:pt x="282702" y="205216"/>
                    </a:cubicBezTo>
                    <a:lnTo>
                      <a:pt x="282702" y="205216"/>
                    </a:lnTo>
                    <a:close/>
                    <a:moveTo>
                      <a:pt x="228219" y="183118"/>
                    </a:moveTo>
                    <a:cubicBezTo>
                      <a:pt x="232600" y="187785"/>
                      <a:pt x="237268" y="192072"/>
                      <a:pt x="242221" y="195977"/>
                    </a:cubicBezTo>
                    <a:cubicBezTo>
                      <a:pt x="240411" y="198358"/>
                      <a:pt x="237649" y="199882"/>
                      <a:pt x="234505" y="199882"/>
                    </a:cubicBezTo>
                    <a:cubicBezTo>
                      <a:pt x="229267" y="199882"/>
                      <a:pt x="224980" y="195596"/>
                      <a:pt x="224980" y="190357"/>
                    </a:cubicBezTo>
                    <a:cubicBezTo>
                      <a:pt x="224980" y="187595"/>
                      <a:pt x="226219" y="184928"/>
                      <a:pt x="228219" y="183213"/>
                    </a:cubicBezTo>
                    <a:lnTo>
                      <a:pt x="228219" y="183213"/>
                    </a:lnTo>
                    <a:close/>
                    <a:moveTo>
                      <a:pt x="81058" y="249412"/>
                    </a:moveTo>
                    <a:lnTo>
                      <a:pt x="69056" y="249412"/>
                    </a:lnTo>
                    <a:lnTo>
                      <a:pt x="69056" y="230457"/>
                    </a:lnTo>
                    <a:lnTo>
                      <a:pt x="81058" y="230457"/>
                    </a:lnTo>
                    <a:lnTo>
                      <a:pt x="81058" y="24941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4" name="Google Shape;1144;p27"/>
            <p:cNvSpPr/>
            <p:nvPr/>
          </p:nvSpPr>
          <p:spPr>
            <a:xfrm>
              <a:off x="8049178" y="2708005"/>
              <a:ext cx="157673" cy="164849"/>
            </a:xfrm>
            <a:custGeom>
              <a:rect b="b" l="l" r="r" t="t"/>
              <a:pathLst>
                <a:path extrusionOk="0" h="164849" w="157673">
                  <a:moveTo>
                    <a:pt x="150227" y="34242"/>
                  </a:moveTo>
                  <a:cubicBezTo>
                    <a:pt x="142416" y="33004"/>
                    <a:pt x="136606" y="25670"/>
                    <a:pt x="136606" y="17288"/>
                  </a:cubicBezTo>
                  <a:cubicBezTo>
                    <a:pt x="136606" y="12811"/>
                    <a:pt x="133463" y="9096"/>
                    <a:pt x="129081" y="8334"/>
                  </a:cubicBezTo>
                  <a:lnTo>
                    <a:pt x="120318" y="6810"/>
                  </a:lnTo>
                  <a:cubicBezTo>
                    <a:pt x="117270" y="6334"/>
                    <a:pt x="114413" y="8334"/>
                    <a:pt x="113841" y="11382"/>
                  </a:cubicBezTo>
                  <a:cubicBezTo>
                    <a:pt x="113365" y="14430"/>
                    <a:pt x="115365" y="17288"/>
                    <a:pt x="118413" y="17859"/>
                  </a:cubicBezTo>
                  <a:lnTo>
                    <a:pt x="125366" y="19002"/>
                  </a:lnTo>
                  <a:cubicBezTo>
                    <a:pt x="126128" y="31575"/>
                    <a:pt x="134606" y="41958"/>
                    <a:pt x="146417" y="44815"/>
                  </a:cubicBezTo>
                  <a:cubicBezTo>
                    <a:pt x="145655" y="56721"/>
                    <a:pt x="144035" y="68056"/>
                    <a:pt x="141750" y="78724"/>
                  </a:cubicBezTo>
                  <a:cubicBezTo>
                    <a:pt x="134415" y="112157"/>
                    <a:pt x="120318" y="137112"/>
                    <a:pt x="99745" y="152924"/>
                  </a:cubicBezTo>
                  <a:cubicBezTo>
                    <a:pt x="95648" y="147876"/>
                    <a:pt x="90029" y="144447"/>
                    <a:pt x="83837" y="143304"/>
                  </a:cubicBezTo>
                  <a:lnTo>
                    <a:pt x="83837" y="12049"/>
                  </a:lnTo>
                  <a:lnTo>
                    <a:pt x="94315" y="13859"/>
                  </a:lnTo>
                  <a:cubicBezTo>
                    <a:pt x="97363" y="14335"/>
                    <a:pt x="100221" y="12335"/>
                    <a:pt x="100792" y="9287"/>
                  </a:cubicBezTo>
                  <a:cubicBezTo>
                    <a:pt x="101268" y="6239"/>
                    <a:pt x="99268" y="3381"/>
                    <a:pt x="96220" y="2810"/>
                  </a:cubicBezTo>
                  <a:lnTo>
                    <a:pt x="80409" y="143"/>
                  </a:lnTo>
                  <a:cubicBezTo>
                    <a:pt x="79456" y="-48"/>
                    <a:pt x="78408" y="-48"/>
                    <a:pt x="77360" y="143"/>
                  </a:cubicBezTo>
                  <a:lnTo>
                    <a:pt x="28688" y="8334"/>
                  </a:lnTo>
                  <a:cubicBezTo>
                    <a:pt x="24306" y="9096"/>
                    <a:pt x="21163" y="12811"/>
                    <a:pt x="21163" y="17288"/>
                  </a:cubicBezTo>
                  <a:cubicBezTo>
                    <a:pt x="21163" y="25670"/>
                    <a:pt x="15257" y="32909"/>
                    <a:pt x="7542" y="34147"/>
                  </a:cubicBezTo>
                  <a:cubicBezTo>
                    <a:pt x="2970" y="34909"/>
                    <a:pt x="-268" y="38910"/>
                    <a:pt x="17" y="43577"/>
                  </a:cubicBezTo>
                  <a:cubicBezTo>
                    <a:pt x="780" y="56721"/>
                    <a:pt x="2494" y="69294"/>
                    <a:pt x="5066" y="81010"/>
                  </a:cubicBezTo>
                  <a:cubicBezTo>
                    <a:pt x="13162" y="118158"/>
                    <a:pt x="29355" y="145780"/>
                    <a:pt x="53072" y="163116"/>
                  </a:cubicBezTo>
                  <a:cubicBezTo>
                    <a:pt x="55072" y="164544"/>
                    <a:pt x="57454" y="165116"/>
                    <a:pt x="59930" y="164735"/>
                  </a:cubicBezTo>
                  <a:cubicBezTo>
                    <a:pt x="62311" y="164354"/>
                    <a:pt x="64502" y="162925"/>
                    <a:pt x="65835" y="160925"/>
                  </a:cubicBezTo>
                  <a:cubicBezTo>
                    <a:pt x="68883" y="156448"/>
                    <a:pt x="73741" y="153876"/>
                    <a:pt x="78885" y="153876"/>
                  </a:cubicBezTo>
                  <a:cubicBezTo>
                    <a:pt x="84028" y="153876"/>
                    <a:pt x="88886" y="156543"/>
                    <a:pt x="91934" y="160925"/>
                  </a:cubicBezTo>
                  <a:cubicBezTo>
                    <a:pt x="93267" y="162925"/>
                    <a:pt x="95458" y="164354"/>
                    <a:pt x="97839" y="164735"/>
                  </a:cubicBezTo>
                  <a:cubicBezTo>
                    <a:pt x="98316" y="164735"/>
                    <a:pt x="98887" y="164830"/>
                    <a:pt x="99363" y="164830"/>
                  </a:cubicBezTo>
                  <a:cubicBezTo>
                    <a:pt x="101268" y="164830"/>
                    <a:pt x="103078" y="164259"/>
                    <a:pt x="104602" y="163116"/>
                  </a:cubicBezTo>
                  <a:cubicBezTo>
                    <a:pt x="128414" y="145780"/>
                    <a:pt x="144512" y="118062"/>
                    <a:pt x="152608" y="81010"/>
                  </a:cubicBezTo>
                  <a:cubicBezTo>
                    <a:pt x="155180" y="69294"/>
                    <a:pt x="156895" y="56626"/>
                    <a:pt x="157656" y="43577"/>
                  </a:cubicBezTo>
                  <a:cubicBezTo>
                    <a:pt x="157942" y="38910"/>
                    <a:pt x="154703" y="34909"/>
                    <a:pt x="150132" y="34147"/>
                  </a:cubicBezTo>
                  <a:lnTo>
                    <a:pt x="150132" y="34147"/>
                  </a:lnTo>
                  <a:close/>
                  <a:moveTo>
                    <a:pt x="57930" y="153019"/>
                  </a:moveTo>
                  <a:cubicBezTo>
                    <a:pt x="37355" y="137208"/>
                    <a:pt x="23259" y="112252"/>
                    <a:pt x="15924" y="78819"/>
                  </a:cubicBezTo>
                  <a:cubicBezTo>
                    <a:pt x="13638" y="68151"/>
                    <a:pt x="12019" y="56817"/>
                    <a:pt x="11257" y="44910"/>
                  </a:cubicBezTo>
                  <a:cubicBezTo>
                    <a:pt x="23068" y="42148"/>
                    <a:pt x="31545" y="31671"/>
                    <a:pt x="32307" y="19098"/>
                  </a:cubicBezTo>
                  <a:lnTo>
                    <a:pt x="72789" y="12240"/>
                  </a:lnTo>
                  <a:lnTo>
                    <a:pt x="72789" y="143589"/>
                  </a:lnTo>
                  <a:cubicBezTo>
                    <a:pt x="67073" y="145018"/>
                    <a:pt x="61835" y="148257"/>
                    <a:pt x="58025" y="153019"/>
                  </a:cubicBezTo>
                  <a:lnTo>
                    <a:pt x="58025" y="1530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5" name="Google Shape;1145;p27"/>
          <p:cNvGrpSpPr/>
          <p:nvPr/>
        </p:nvGrpSpPr>
        <p:grpSpPr>
          <a:xfrm>
            <a:off x="5661380" y="1970885"/>
            <a:ext cx="426217" cy="426217"/>
            <a:chOff x="7067835" y="2638043"/>
            <a:chExt cx="381095" cy="381095"/>
          </a:xfrm>
        </p:grpSpPr>
        <p:sp>
          <p:nvSpPr>
            <p:cNvPr id="1146" name="Google Shape;1146;p27"/>
            <p:cNvSpPr/>
            <p:nvPr/>
          </p:nvSpPr>
          <p:spPr>
            <a:xfrm>
              <a:off x="7164986" y="2681902"/>
              <a:ext cx="262564" cy="163691"/>
            </a:xfrm>
            <a:custGeom>
              <a:rect b="b" l="l" r="r" t="t"/>
              <a:pathLst>
                <a:path extrusionOk="0" h="163691" w="262564">
                  <a:moveTo>
                    <a:pt x="168406" y="51582"/>
                  </a:moveTo>
                  <a:lnTo>
                    <a:pt x="89158" y="137497"/>
                  </a:lnTo>
                  <a:lnTo>
                    <a:pt x="51344" y="115971"/>
                  </a:lnTo>
                  <a:cubicBezTo>
                    <a:pt x="49248" y="114828"/>
                    <a:pt x="46677" y="115018"/>
                    <a:pt x="44962" y="116638"/>
                  </a:cubicBezTo>
                  <a:lnTo>
                    <a:pt x="1909" y="153880"/>
                  </a:lnTo>
                  <a:cubicBezTo>
                    <a:pt x="-377" y="155881"/>
                    <a:pt x="-663" y="159405"/>
                    <a:pt x="1338" y="161786"/>
                  </a:cubicBezTo>
                  <a:cubicBezTo>
                    <a:pt x="2481" y="163024"/>
                    <a:pt x="4005" y="163691"/>
                    <a:pt x="5529" y="163691"/>
                  </a:cubicBezTo>
                  <a:cubicBezTo>
                    <a:pt x="6862" y="163691"/>
                    <a:pt x="8100" y="163215"/>
                    <a:pt x="9148" y="162358"/>
                  </a:cubicBezTo>
                  <a:lnTo>
                    <a:pt x="49153" y="127687"/>
                  </a:lnTo>
                  <a:lnTo>
                    <a:pt x="87348" y="149404"/>
                  </a:lnTo>
                  <a:cubicBezTo>
                    <a:pt x="89635" y="150737"/>
                    <a:pt x="92492" y="150261"/>
                    <a:pt x="94206" y="148356"/>
                  </a:cubicBezTo>
                  <a:lnTo>
                    <a:pt x="173835" y="61964"/>
                  </a:lnTo>
                  <a:lnTo>
                    <a:pt x="203077" y="73394"/>
                  </a:lnTo>
                  <a:cubicBezTo>
                    <a:pt x="205363" y="74251"/>
                    <a:pt x="207840" y="73585"/>
                    <a:pt x="209459" y="71775"/>
                  </a:cubicBezTo>
                  <a:lnTo>
                    <a:pt x="261275" y="9196"/>
                  </a:lnTo>
                  <a:cubicBezTo>
                    <a:pt x="263275" y="6814"/>
                    <a:pt x="262894" y="3290"/>
                    <a:pt x="260513" y="1290"/>
                  </a:cubicBezTo>
                  <a:cubicBezTo>
                    <a:pt x="258132" y="-710"/>
                    <a:pt x="254608" y="-329"/>
                    <a:pt x="252607" y="2052"/>
                  </a:cubicBezTo>
                  <a:lnTo>
                    <a:pt x="203363" y="61488"/>
                  </a:lnTo>
                  <a:lnTo>
                    <a:pt x="174312" y="50153"/>
                  </a:lnTo>
                  <a:cubicBezTo>
                    <a:pt x="172216" y="49296"/>
                    <a:pt x="169740" y="49867"/>
                    <a:pt x="168216" y="51582"/>
                  </a:cubicBezTo>
                  <a:lnTo>
                    <a:pt x="168216" y="515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27"/>
            <p:cNvSpPr/>
            <p:nvPr/>
          </p:nvSpPr>
          <p:spPr>
            <a:xfrm>
              <a:off x="7067835" y="2638043"/>
              <a:ext cx="381095" cy="381095"/>
            </a:xfrm>
            <a:custGeom>
              <a:rect b="b" l="l" r="r" t="t"/>
              <a:pathLst>
                <a:path extrusionOk="0" h="381095" w="381095">
                  <a:moveTo>
                    <a:pt x="376142" y="370237"/>
                  </a:moveTo>
                  <a:lnTo>
                    <a:pt x="330517" y="370237"/>
                  </a:lnTo>
                  <a:cubicBezTo>
                    <a:pt x="330517" y="370237"/>
                    <a:pt x="330517" y="369380"/>
                    <a:pt x="330517" y="368903"/>
                  </a:cubicBezTo>
                  <a:lnTo>
                    <a:pt x="330517" y="356711"/>
                  </a:lnTo>
                  <a:cubicBezTo>
                    <a:pt x="330517" y="349853"/>
                    <a:pt x="324898" y="344234"/>
                    <a:pt x="318040" y="344234"/>
                  </a:cubicBezTo>
                  <a:lnTo>
                    <a:pt x="316611" y="344234"/>
                  </a:lnTo>
                  <a:cubicBezTo>
                    <a:pt x="316611" y="344234"/>
                    <a:pt x="316611" y="343376"/>
                    <a:pt x="316611" y="342900"/>
                  </a:cubicBezTo>
                  <a:lnTo>
                    <a:pt x="316611" y="330708"/>
                  </a:lnTo>
                  <a:cubicBezTo>
                    <a:pt x="316611" y="328136"/>
                    <a:pt x="315849" y="325755"/>
                    <a:pt x="314515" y="323850"/>
                  </a:cubicBezTo>
                  <a:cubicBezTo>
                    <a:pt x="315849" y="321850"/>
                    <a:pt x="316611" y="319469"/>
                    <a:pt x="316611" y="316992"/>
                  </a:cubicBezTo>
                  <a:lnTo>
                    <a:pt x="316611" y="304800"/>
                  </a:lnTo>
                  <a:cubicBezTo>
                    <a:pt x="316611" y="302228"/>
                    <a:pt x="315849" y="299847"/>
                    <a:pt x="314515" y="297942"/>
                  </a:cubicBezTo>
                  <a:cubicBezTo>
                    <a:pt x="315849" y="295942"/>
                    <a:pt x="316611" y="293561"/>
                    <a:pt x="316611" y="291084"/>
                  </a:cubicBezTo>
                  <a:lnTo>
                    <a:pt x="316611" y="278892"/>
                  </a:lnTo>
                  <a:cubicBezTo>
                    <a:pt x="316611" y="278225"/>
                    <a:pt x="316611" y="277559"/>
                    <a:pt x="316421" y="276892"/>
                  </a:cubicBezTo>
                  <a:cubicBezTo>
                    <a:pt x="321278" y="275177"/>
                    <a:pt x="324707" y="270605"/>
                    <a:pt x="324707" y="265176"/>
                  </a:cubicBezTo>
                  <a:lnTo>
                    <a:pt x="324707" y="252984"/>
                  </a:lnTo>
                  <a:cubicBezTo>
                    <a:pt x="324707" y="252413"/>
                    <a:pt x="324707" y="251936"/>
                    <a:pt x="324612" y="251365"/>
                  </a:cubicBezTo>
                  <a:cubicBezTo>
                    <a:pt x="330232" y="250127"/>
                    <a:pt x="334423" y="245173"/>
                    <a:pt x="334423" y="239173"/>
                  </a:cubicBezTo>
                  <a:lnTo>
                    <a:pt x="334423" y="226981"/>
                  </a:lnTo>
                  <a:cubicBezTo>
                    <a:pt x="334423" y="220123"/>
                    <a:pt x="328803" y="214503"/>
                    <a:pt x="321945" y="214503"/>
                  </a:cubicBezTo>
                  <a:lnTo>
                    <a:pt x="321659" y="214503"/>
                  </a:lnTo>
                  <a:cubicBezTo>
                    <a:pt x="321659" y="214503"/>
                    <a:pt x="321659" y="213646"/>
                    <a:pt x="321659" y="213169"/>
                  </a:cubicBezTo>
                  <a:lnTo>
                    <a:pt x="321659" y="200977"/>
                  </a:lnTo>
                  <a:cubicBezTo>
                    <a:pt x="321659" y="200406"/>
                    <a:pt x="321659" y="199930"/>
                    <a:pt x="321564" y="199358"/>
                  </a:cubicBezTo>
                  <a:cubicBezTo>
                    <a:pt x="327184" y="198120"/>
                    <a:pt x="331375" y="193167"/>
                    <a:pt x="331375" y="187166"/>
                  </a:cubicBezTo>
                  <a:lnTo>
                    <a:pt x="331375" y="174974"/>
                  </a:lnTo>
                  <a:cubicBezTo>
                    <a:pt x="331375" y="171164"/>
                    <a:pt x="329660" y="167735"/>
                    <a:pt x="326993" y="165449"/>
                  </a:cubicBezTo>
                  <a:cubicBezTo>
                    <a:pt x="327469" y="164116"/>
                    <a:pt x="327755" y="162687"/>
                    <a:pt x="327755" y="161163"/>
                  </a:cubicBezTo>
                  <a:lnTo>
                    <a:pt x="327755" y="148971"/>
                  </a:lnTo>
                  <a:cubicBezTo>
                    <a:pt x="327755" y="142113"/>
                    <a:pt x="322135" y="136493"/>
                    <a:pt x="315278" y="136493"/>
                  </a:cubicBezTo>
                  <a:lnTo>
                    <a:pt x="302324" y="136493"/>
                  </a:lnTo>
                  <a:cubicBezTo>
                    <a:pt x="299276" y="136493"/>
                    <a:pt x="296704" y="138970"/>
                    <a:pt x="296704" y="142113"/>
                  </a:cubicBezTo>
                  <a:cubicBezTo>
                    <a:pt x="296704" y="145256"/>
                    <a:pt x="299180" y="147733"/>
                    <a:pt x="302324" y="147733"/>
                  </a:cubicBezTo>
                  <a:lnTo>
                    <a:pt x="315278" y="147733"/>
                  </a:lnTo>
                  <a:cubicBezTo>
                    <a:pt x="316040" y="147733"/>
                    <a:pt x="316611" y="148304"/>
                    <a:pt x="316611" y="149066"/>
                  </a:cubicBezTo>
                  <a:lnTo>
                    <a:pt x="316611" y="161258"/>
                  </a:lnTo>
                  <a:cubicBezTo>
                    <a:pt x="316611" y="162020"/>
                    <a:pt x="316040" y="162592"/>
                    <a:pt x="315278" y="162592"/>
                  </a:cubicBezTo>
                  <a:cubicBezTo>
                    <a:pt x="315278" y="162592"/>
                    <a:pt x="315278" y="162592"/>
                    <a:pt x="315278" y="162592"/>
                  </a:cubicBezTo>
                  <a:lnTo>
                    <a:pt x="267938" y="162592"/>
                  </a:lnTo>
                  <a:cubicBezTo>
                    <a:pt x="267176" y="162592"/>
                    <a:pt x="266605" y="162020"/>
                    <a:pt x="266605" y="161258"/>
                  </a:cubicBezTo>
                  <a:lnTo>
                    <a:pt x="266605" y="149066"/>
                  </a:lnTo>
                  <a:cubicBezTo>
                    <a:pt x="266605" y="148304"/>
                    <a:pt x="267176" y="147733"/>
                    <a:pt x="267938" y="147733"/>
                  </a:cubicBezTo>
                  <a:lnTo>
                    <a:pt x="277558" y="147733"/>
                  </a:lnTo>
                  <a:cubicBezTo>
                    <a:pt x="280606" y="147733"/>
                    <a:pt x="283178" y="145256"/>
                    <a:pt x="283178" y="142113"/>
                  </a:cubicBezTo>
                  <a:cubicBezTo>
                    <a:pt x="283178" y="138970"/>
                    <a:pt x="280702" y="136493"/>
                    <a:pt x="277558" y="136493"/>
                  </a:cubicBezTo>
                  <a:lnTo>
                    <a:pt x="267938" y="136493"/>
                  </a:lnTo>
                  <a:cubicBezTo>
                    <a:pt x="261080" y="136493"/>
                    <a:pt x="255460" y="142113"/>
                    <a:pt x="255460" y="148971"/>
                  </a:cubicBezTo>
                  <a:lnTo>
                    <a:pt x="255460" y="161163"/>
                  </a:lnTo>
                  <a:cubicBezTo>
                    <a:pt x="255460" y="164973"/>
                    <a:pt x="257175" y="168402"/>
                    <a:pt x="259842" y="170688"/>
                  </a:cubicBezTo>
                  <a:cubicBezTo>
                    <a:pt x="259366" y="172021"/>
                    <a:pt x="259080" y="173450"/>
                    <a:pt x="259080" y="174974"/>
                  </a:cubicBezTo>
                  <a:lnTo>
                    <a:pt x="259080" y="187166"/>
                  </a:lnTo>
                  <a:cubicBezTo>
                    <a:pt x="259080" y="187738"/>
                    <a:pt x="259080" y="188214"/>
                    <a:pt x="259175" y="188786"/>
                  </a:cubicBezTo>
                  <a:cubicBezTo>
                    <a:pt x="253556" y="190024"/>
                    <a:pt x="249365" y="194977"/>
                    <a:pt x="249365" y="200977"/>
                  </a:cubicBezTo>
                  <a:lnTo>
                    <a:pt x="249365" y="213169"/>
                  </a:lnTo>
                  <a:cubicBezTo>
                    <a:pt x="249365" y="220027"/>
                    <a:pt x="254984" y="225647"/>
                    <a:pt x="261842" y="225647"/>
                  </a:cubicBezTo>
                  <a:lnTo>
                    <a:pt x="262128" y="225647"/>
                  </a:lnTo>
                  <a:cubicBezTo>
                    <a:pt x="262128" y="225647"/>
                    <a:pt x="262128" y="226504"/>
                    <a:pt x="262128" y="226981"/>
                  </a:cubicBezTo>
                  <a:lnTo>
                    <a:pt x="262128" y="239173"/>
                  </a:lnTo>
                  <a:cubicBezTo>
                    <a:pt x="262128" y="239744"/>
                    <a:pt x="262128" y="240221"/>
                    <a:pt x="262223" y="240792"/>
                  </a:cubicBezTo>
                  <a:cubicBezTo>
                    <a:pt x="256603" y="242030"/>
                    <a:pt x="252413" y="246983"/>
                    <a:pt x="252413" y="252984"/>
                  </a:cubicBezTo>
                  <a:lnTo>
                    <a:pt x="252413" y="265176"/>
                  </a:lnTo>
                  <a:cubicBezTo>
                    <a:pt x="252413" y="265843"/>
                    <a:pt x="252413" y="266510"/>
                    <a:pt x="252603" y="267176"/>
                  </a:cubicBezTo>
                  <a:cubicBezTo>
                    <a:pt x="247745" y="268891"/>
                    <a:pt x="244316" y="273463"/>
                    <a:pt x="244316" y="278892"/>
                  </a:cubicBezTo>
                  <a:lnTo>
                    <a:pt x="244316" y="291084"/>
                  </a:lnTo>
                  <a:cubicBezTo>
                    <a:pt x="244316" y="293656"/>
                    <a:pt x="245078" y="296037"/>
                    <a:pt x="246412" y="297942"/>
                  </a:cubicBezTo>
                  <a:cubicBezTo>
                    <a:pt x="245078" y="299942"/>
                    <a:pt x="244316" y="302323"/>
                    <a:pt x="244316" y="304800"/>
                  </a:cubicBezTo>
                  <a:lnTo>
                    <a:pt x="244316" y="316992"/>
                  </a:lnTo>
                  <a:cubicBezTo>
                    <a:pt x="244316" y="319564"/>
                    <a:pt x="245078" y="321945"/>
                    <a:pt x="246412" y="323850"/>
                  </a:cubicBezTo>
                  <a:cubicBezTo>
                    <a:pt x="245078" y="325850"/>
                    <a:pt x="244316" y="328232"/>
                    <a:pt x="244316" y="330708"/>
                  </a:cubicBezTo>
                  <a:lnTo>
                    <a:pt x="244316" y="342900"/>
                  </a:lnTo>
                  <a:cubicBezTo>
                    <a:pt x="244316" y="349758"/>
                    <a:pt x="249936" y="355378"/>
                    <a:pt x="256794" y="355378"/>
                  </a:cubicBezTo>
                  <a:lnTo>
                    <a:pt x="258223" y="355378"/>
                  </a:lnTo>
                  <a:cubicBezTo>
                    <a:pt x="258223" y="355378"/>
                    <a:pt x="258223" y="356235"/>
                    <a:pt x="258223" y="356711"/>
                  </a:cubicBezTo>
                  <a:lnTo>
                    <a:pt x="258223" y="368903"/>
                  </a:lnTo>
                  <a:cubicBezTo>
                    <a:pt x="258223" y="368903"/>
                    <a:pt x="258223" y="369761"/>
                    <a:pt x="258223" y="370237"/>
                  </a:cubicBezTo>
                  <a:lnTo>
                    <a:pt x="216027" y="370237"/>
                  </a:lnTo>
                  <a:cubicBezTo>
                    <a:pt x="216027" y="370237"/>
                    <a:pt x="216027" y="369380"/>
                    <a:pt x="216027" y="368903"/>
                  </a:cubicBezTo>
                  <a:lnTo>
                    <a:pt x="216027" y="356711"/>
                  </a:lnTo>
                  <a:cubicBezTo>
                    <a:pt x="216027" y="349853"/>
                    <a:pt x="210407" y="344234"/>
                    <a:pt x="203549" y="344234"/>
                  </a:cubicBezTo>
                  <a:lnTo>
                    <a:pt x="202121" y="344234"/>
                  </a:lnTo>
                  <a:cubicBezTo>
                    <a:pt x="202121" y="344234"/>
                    <a:pt x="202121" y="343376"/>
                    <a:pt x="202121" y="342900"/>
                  </a:cubicBezTo>
                  <a:lnTo>
                    <a:pt x="202121" y="330708"/>
                  </a:lnTo>
                  <a:cubicBezTo>
                    <a:pt x="202121" y="330041"/>
                    <a:pt x="202121" y="329375"/>
                    <a:pt x="201930" y="328708"/>
                  </a:cubicBezTo>
                  <a:cubicBezTo>
                    <a:pt x="206788" y="326993"/>
                    <a:pt x="210217" y="322421"/>
                    <a:pt x="210217" y="316992"/>
                  </a:cubicBezTo>
                  <a:lnTo>
                    <a:pt x="210217" y="304800"/>
                  </a:lnTo>
                  <a:cubicBezTo>
                    <a:pt x="210217" y="303943"/>
                    <a:pt x="210121" y="303086"/>
                    <a:pt x="209931" y="302228"/>
                  </a:cubicBezTo>
                  <a:cubicBezTo>
                    <a:pt x="214122" y="300228"/>
                    <a:pt x="216979" y="295942"/>
                    <a:pt x="216979" y="290989"/>
                  </a:cubicBezTo>
                  <a:lnTo>
                    <a:pt x="216979" y="278797"/>
                  </a:lnTo>
                  <a:cubicBezTo>
                    <a:pt x="216979" y="271939"/>
                    <a:pt x="211360" y="266319"/>
                    <a:pt x="204502" y="266319"/>
                  </a:cubicBezTo>
                  <a:lnTo>
                    <a:pt x="195263" y="266319"/>
                  </a:lnTo>
                  <a:cubicBezTo>
                    <a:pt x="195263" y="266319"/>
                    <a:pt x="195263" y="265462"/>
                    <a:pt x="195263" y="264986"/>
                  </a:cubicBezTo>
                  <a:lnTo>
                    <a:pt x="195263" y="252794"/>
                  </a:lnTo>
                  <a:cubicBezTo>
                    <a:pt x="195263" y="251936"/>
                    <a:pt x="195167" y="251079"/>
                    <a:pt x="194977" y="250222"/>
                  </a:cubicBezTo>
                  <a:cubicBezTo>
                    <a:pt x="199168" y="248221"/>
                    <a:pt x="202025" y="243935"/>
                    <a:pt x="202025" y="238982"/>
                  </a:cubicBezTo>
                  <a:lnTo>
                    <a:pt x="202025" y="226790"/>
                  </a:lnTo>
                  <a:cubicBezTo>
                    <a:pt x="202025" y="219932"/>
                    <a:pt x="196405" y="214313"/>
                    <a:pt x="189547" y="214313"/>
                  </a:cubicBezTo>
                  <a:lnTo>
                    <a:pt x="142113" y="214313"/>
                  </a:lnTo>
                  <a:cubicBezTo>
                    <a:pt x="135255" y="214313"/>
                    <a:pt x="129635" y="219932"/>
                    <a:pt x="129635" y="226790"/>
                  </a:cubicBezTo>
                  <a:lnTo>
                    <a:pt x="129635" y="238982"/>
                  </a:lnTo>
                  <a:cubicBezTo>
                    <a:pt x="129635" y="239840"/>
                    <a:pt x="129635" y="240697"/>
                    <a:pt x="129921" y="241554"/>
                  </a:cubicBezTo>
                  <a:cubicBezTo>
                    <a:pt x="125730" y="243554"/>
                    <a:pt x="122872" y="247841"/>
                    <a:pt x="122872" y="252794"/>
                  </a:cubicBezTo>
                  <a:lnTo>
                    <a:pt x="122872" y="264986"/>
                  </a:lnTo>
                  <a:cubicBezTo>
                    <a:pt x="122872" y="271844"/>
                    <a:pt x="128492" y="277463"/>
                    <a:pt x="135350" y="277463"/>
                  </a:cubicBezTo>
                  <a:lnTo>
                    <a:pt x="144589" y="277463"/>
                  </a:lnTo>
                  <a:cubicBezTo>
                    <a:pt x="144589" y="277463"/>
                    <a:pt x="144589" y="278321"/>
                    <a:pt x="144589" y="278797"/>
                  </a:cubicBezTo>
                  <a:lnTo>
                    <a:pt x="144589" y="290989"/>
                  </a:lnTo>
                  <a:cubicBezTo>
                    <a:pt x="144589" y="291846"/>
                    <a:pt x="144685" y="292703"/>
                    <a:pt x="144875" y="293561"/>
                  </a:cubicBezTo>
                  <a:cubicBezTo>
                    <a:pt x="140684" y="295561"/>
                    <a:pt x="137827" y="299847"/>
                    <a:pt x="137827" y="304800"/>
                  </a:cubicBezTo>
                  <a:lnTo>
                    <a:pt x="137827" y="316992"/>
                  </a:lnTo>
                  <a:cubicBezTo>
                    <a:pt x="137827" y="317659"/>
                    <a:pt x="137827" y="318325"/>
                    <a:pt x="138017" y="318992"/>
                  </a:cubicBezTo>
                  <a:cubicBezTo>
                    <a:pt x="133160" y="320707"/>
                    <a:pt x="129730" y="325279"/>
                    <a:pt x="129730" y="330708"/>
                  </a:cubicBezTo>
                  <a:lnTo>
                    <a:pt x="129730" y="342900"/>
                  </a:lnTo>
                  <a:cubicBezTo>
                    <a:pt x="129730" y="349758"/>
                    <a:pt x="135350" y="355378"/>
                    <a:pt x="142208" y="355378"/>
                  </a:cubicBezTo>
                  <a:lnTo>
                    <a:pt x="143637" y="355378"/>
                  </a:lnTo>
                  <a:cubicBezTo>
                    <a:pt x="143637" y="355378"/>
                    <a:pt x="143637" y="356235"/>
                    <a:pt x="143637" y="356711"/>
                  </a:cubicBezTo>
                  <a:lnTo>
                    <a:pt x="143637" y="368903"/>
                  </a:lnTo>
                  <a:cubicBezTo>
                    <a:pt x="143637" y="368903"/>
                    <a:pt x="143637" y="369761"/>
                    <a:pt x="143637" y="370237"/>
                  </a:cubicBezTo>
                  <a:lnTo>
                    <a:pt x="100679" y="370237"/>
                  </a:lnTo>
                  <a:cubicBezTo>
                    <a:pt x="100679" y="370237"/>
                    <a:pt x="100679" y="369380"/>
                    <a:pt x="100679" y="368903"/>
                  </a:cubicBezTo>
                  <a:lnTo>
                    <a:pt x="100679" y="356711"/>
                  </a:lnTo>
                  <a:cubicBezTo>
                    <a:pt x="100679" y="356140"/>
                    <a:pt x="100679" y="355568"/>
                    <a:pt x="100584" y="354997"/>
                  </a:cubicBezTo>
                  <a:cubicBezTo>
                    <a:pt x="106013" y="353663"/>
                    <a:pt x="110109" y="348710"/>
                    <a:pt x="110109" y="342900"/>
                  </a:cubicBezTo>
                  <a:lnTo>
                    <a:pt x="110109" y="330708"/>
                  </a:lnTo>
                  <a:cubicBezTo>
                    <a:pt x="110109" y="325755"/>
                    <a:pt x="107252" y="321564"/>
                    <a:pt x="103061" y="319469"/>
                  </a:cubicBezTo>
                  <a:cubicBezTo>
                    <a:pt x="103251" y="318611"/>
                    <a:pt x="103346" y="317754"/>
                    <a:pt x="103346" y="316897"/>
                  </a:cubicBezTo>
                  <a:lnTo>
                    <a:pt x="103346" y="304705"/>
                  </a:lnTo>
                  <a:cubicBezTo>
                    <a:pt x="103346" y="297847"/>
                    <a:pt x="97727" y="292227"/>
                    <a:pt x="90869" y="292227"/>
                  </a:cubicBezTo>
                  <a:lnTo>
                    <a:pt x="43434" y="292227"/>
                  </a:lnTo>
                  <a:cubicBezTo>
                    <a:pt x="36576" y="292227"/>
                    <a:pt x="30956" y="297847"/>
                    <a:pt x="30956" y="304705"/>
                  </a:cubicBezTo>
                  <a:lnTo>
                    <a:pt x="30956" y="316897"/>
                  </a:lnTo>
                  <a:cubicBezTo>
                    <a:pt x="30956" y="321850"/>
                    <a:pt x="33814" y="326041"/>
                    <a:pt x="38005" y="328136"/>
                  </a:cubicBezTo>
                  <a:cubicBezTo>
                    <a:pt x="37814" y="328994"/>
                    <a:pt x="37719" y="329851"/>
                    <a:pt x="37719" y="330708"/>
                  </a:cubicBezTo>
                  <a:lnTo>
                    <a:pt x="37719" y="342900"/>
                  </a:lnTo>
                  <a:cubicBezTo>
                    <a:pt x="37719" y="343471"/>
                    <a:pt x="37719" y="344043"/>
                    <a:pt x="37814" y="344615"/>
                  </a:cubicBezTo>
                  <a:cubicBezTo>
                    <a:pt x="32385" y="345948"/>
                    <a:pt x="28289" y="350901"/>
                    <a:pt x="28289" y="356711"/>
                  </a:cubicBezTo>
                  <a:lnTo>
                    <a:pt x="28289" y="368903"/>
                  </a:lnTo>
                  <a:cubicBezTo>
                    <a:pt x="28289" y="368903"/>
                    <a:pt x="28289" y="369761"/>
                    <a:pt x="28289" y="370237"/>
                  </a:cubicBezTo>
                  <a:lnTo>
                    <a:pt x="11335" y="370237"/>
                  </a:lnTo>
                  <a:lnTo>
                    <a:pt x="11335" y="288131"/>
                  </a:lnTo>
                  <a:lnTo>
                    <a:pt x="87249" y="222314"/>
                  </a:lnTo>
                  <a:cubicBezTo>
                    <a:pt x="89535" y="220313"/>
                    <a:pt x="89821" y="216789"/>
                    <a:pt x="87821" y="214408"/>
                  </a:cubicBezTo>
                  <a:cubicBezTo>
                    <a:pt x="85820" y="212122"/>
                    <a:pt x="82296" y="211836"/>
                    <a:pt x="79915" y="213836"/>
                  </a:cubicBezTo>
                  <a:lnTo>
                    <a:pt x="11239" y="273272"/>
                  </a:lnTo>
                  <a:lnTo>
                    <a:pt x="11239" y="188595"/>
                  </a:lnTo>
                  <a:lnTo>
                    <a:pt x="18955" y="188595"/>
                  </a:lnTo>
                  <a:cubicBezTo>
                    <a:pt x="22003" y="188595"/>
                    <a:pt x="24574" y="186119"/>
                    <a:pt x="24574" y="182975"/>
                  </a:cubicBezTo>
                  <a:cubicBezTo>
                    <a:pt x="24574" y="179832"/>
                    <a:pt x="22098" y="177356"/>
                    <a:pt x="18955" y="177356"/>
                  </a:cubicBezTo>
                  <a:lnTo>
                    <a:pt x="11239" y="177356"/>
                  </a:lnTo>
                  <a:lnTo>
                    <a:pt x="11239" y="137541"/>
                  </a:lnTo>
                  <a:lnTo>
                    <a:pt x="18955" y="137541"/>
                  </a:lnTo>
                  <a:cubicBezTo>
                    <a:pt x="22003" y="137541"/>
                    <a:pt x="24574" y="135065"/>
                    <a:pt x="24574" y="131921"/>
                  </a:cubicBezTo>
                  <a:cubicBezTo>
                    <a:pt x="24574" y="128778"/>
                    <a:pt x="22098" y="126302"/>
                    <a:pt x="18955" y="126302"/>
                  </a:cubicBezTo>
                  <a:lnTo>
                    <a:pt x="11239" y="126302"/>
                  </a:lnTo>
                  <a:lnTo>
                    <a:pt x="11239" y="86487"/>
                  </a:lnTo>
                  <a:lnTo>
                    <a:pt x="18955" y="86487"/>
                  </a:lnTo>
                  <a:cubicBezTo>
                    <a:pt x="22003" y="86487"/>
                    <a:pt x="24574" y="84011"/>
                    <a:pt x="24574" y="80867"/>
                  </a:cubicBezTo>
                  <a:cubicBezTo>
                    <a:pt x="24574" y="77724"/>
                    <a:pt x="22098" y="75248"/>
                    <a:pt x="18955" y="75248"/>
                  </a:cubicBezTo>
                  <a:lnTo>
                    <a:pt x="11239" y="75248"/>
                  </a:lnTo>
                  <a:lnTo>
                    <a:pt x="11239" y="35433"/>
                  </a:lnTo>
                  <a:lnTo>
                    <a:pt x="18955" y="35433"/>
                  </a:lnTo>
                  <a:cubicBezTo>
                    <a:pt x="22003" y="35433"/>
                    <a:pt x="24574" y="32956"/>
                    <a:pt x="24574" y="29813"/>
                  </a:cubicBezTo>
                  <a:cubicBezTo>
                    <a:pt x="24574" y="26670"/>
                    <a:pt x="22098" y="24194"/>
                    <a:pt x="18955" y="24194"/>
                  </a:cubicBezTo>
                  <a:lnTo>
                    <a:pt x="11239" y="24194"/>
                  </a:ln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375475"/>
                  </a:lnTo>
                  <a:cubicBezTo>
                    <a:pt x="0" y="378523"/>
                    <a:pt x="2477" y="381095"/>
                    <a:pt x="5620" y="381095"/>
                  </a:cubicBezTo>
                  <a:lnTo>
                    <a:pt x="375476" y="381095"/>
                  </a:lnTo>
                  <a:cubicBezTo>
                    <a:pt x="378524" y="381095"/>
                    <a:pt x="381095" y="378619"/>
                    <a:pt x="381095" y="375475"/>
                  </a:cubicBezTo>
                  <a:cubicBezTo>
                    <a:pt x="381095" y="372332"/>
                    <a:pt x="378619" y="369856"/>
                    <a:pt x="375476" y="369856"/>
                  </a:cubicBezTo>
                  <a:lnTo>
                    <a:pt x="375476" y="369856"/>
                  </a:lnTo>
                  <a:close/>
                  <a:moveTo>
                    <a:pt x="256889" y="318230"/>
                  </a:moveTo>
                  <a:lnTo>
                    <a:pt x="256889" y="318230"/>
                  </a:lnTo>
                  <a:cubicBezTo>
                    <a:pt x="256127" y="318230"/>
                    <a:pt x="255556" y="317659"/>
                    <a:pt x="255556" y="316897"/>
                  </a:cubicBezTo>
                  <a:lnTo>
                    <a:pt x="255556" y="304705"/>
                  </a:lnTo>
                  <a:cubicBezTo>
                    <a:pt x="255556" y="303943"/>
                    <a:pt x="256127" y="303371"/>
                    <a:pt x="256889" y="303371"/>
                  </a:cubicBezTo>
                  <a:lnTo>
                    <a:pt x="304324" y="303371"/>
                  </a:lnTo>
                  <a:cubicBezTo>
                    <a:pt x="305086" y="303371"/>
                    <a:pt x="305657" y="303943"/>
                    <a:pt x="305657" y="304705"/>
                  </a:cubicBezTo>
                  <a:lnTo>
                    <a:pt x="305657" y="316897"/>
                  </a:lnTo>
                  <a:cubicBezTo>
                    <a:pt x="305657" y="317659"/>
                    <a:pt x="305086" y="318230"/>
                    <a:pt x="304324" y="318230"/>
                  </a:cubicBezTo>
                  <a:lnTo>
                    <a:pt x="256985" y="318230"/>
                  </a:lnTo>
                  <a:close/>
                  <a:moveTo>
                    <a:pt x="255556" y="290989"/>
                  </a:moveTo>
                  <a:lnTo>
                    <a:pt x="255556" y="278797"/>
                  </a:lnTo>
                  <a:cubicBezTo>
                    <a:pt x="255556" y="278035"/>
                    <a:pt x="256127" y="277463"/>
                    <a:pt x="256889" y="277463"/>
                  </a:cubicBezTo>
                  <a:lnTo>
                    <a:pt x="304324" y="277463"/>
                  </a:lnTo>
                  <a:cubicBezTo>
                    <a:pt x="305086" y="277463"/>
                    <a:pt x="305657" y="278035"/>
                    <a:pt x="305657" y="278797"/>
                  </a:cubicBezTo>
                  <a:lnTo>
                    <a:pt x="305657" y="290989"/>
                  </a:lnTo>
                  <a:cubicBezTo>
                    <a:pt x="305657" y="291751"/>
                    <a:pt x="305086" y="292322"/>
                    <a:pt x="304324" y="292322"/>
                  </a:cubicBezTo>
                  <a:cubicBezTo>
                    <a:pt x="304324" y="292322"/>
                    <a:pt x="304324" y="292322"/>
                    <a:pt x="304324" y="292322"/>
                  </a:cubicBezTo>
                  <a:cubicBezTo>
                    <a:pt x="304324" y="292322"/>
                    <a:pt x="304324" y="292322"/>
                    <a:pt x="304324" y="292322"/>
                  </a:cubicBezTo>
                  <a:lnTo>
                    <a:pt x="256985" y="292322"/>
                  </a:lnTo>
                  <a:cubicBezTo>
                    <a:pt x="256985" y="292322"/>
                    <a:pt x="256985" y="292322"/>
                    <a:pt x="256985" y="292322"/>
                  </a:cubicBezTo>
                  <a:cubicBezTo>
                    <a:pt x="256985" y="292322"/>
                    <a:pt x="256985" y="292322"/>
                    <a:pt x="256985" y="292322"/>
                  </a:cubicBezTo>
                  <a:cubicBezTo>
                    <a:pt x="256222" y="292322"/>
                    <a:pt x="255651" y="291751"/>
                    <a:pt x="255651" y="290989"/>
                  </a:cubicBezTo>
                  <a:lnTo>
                    <a:pt x="255651" y="290989"/>
                  </a:lnTo>
                  <a:close/>
                  <a:moveTo>
                    <a:pt x="312420" y="251460"/>
                  </a:moveTo>
                  <a:cubicBezTo>
                    <a:pt x="313182" y="251460"/>
                    <a:pt x="313753" y="252031"/>
                    <a:pt x="313753" y="252794"/>
                  </a:cubicBezTo>
                  <a:lnTo>
                    <a:pt x="313753" y="264986"/>
                  </a:lnTo>
                  <a:cubicBezTo>
                    <a:pt x="313753" y="265748"/>
                    <a:pt x="313182" y="266319"/>
                    <a:pt x="312420" y="266319"/>
                  </a:cubicBezTo>
                  <a:lnTo>
                    <a:pt x="264985" y="266319"/>
                  </a:lnTo>
                  <a:cubicBezTo>
                    <a:pt x="264224" y="266319"/>
                    <a:pt x="263652" y="265748"/>
                    <a:pt x="263652" y="264986"/>
                  </a:cubicBezTo>
                  <a:lnTo>
                    <a:pt x="263652" y="252794"/>
                  </a:lnTo>
                  <a:cubicBezTo>
                    <a:pt x="263652" y="252031"/>
                    <a:pt x="264224" y="251460"/>
                    <a:pt x="264985" y="251460"/>
                  </a:cubicBezTo>
                  <a:lnTo>
                    <a:pt x="312420" y="251460"/>
                  </a:lnTo>
                  <a:close/>
                  <a:moveTo>
                    <a:pt x="271748" y="188309"/>
                  </a:moveTo>
                  <a:lnTo>
                    <a:pt x="271748" y="188309"/>
                  </a:lnTo>
                  <a:cubicBezTo>
                    <a:pt x="270986" y="188309"/>
                    <a:pt x="270415" y="187738"/>
                    <a:pt x="270415" y="186976"/>
                  </a:cubicBezTo>
                  <a:lnTo>
                    <a:pt x="270415" y="174784"/>
                  </a:lnTo>
                  <a:cubicBezTo>
                    <a:pt x="270415" y="174022"/>
                    <a:pt x="270986" y="173450"/>
                    <a:pt x="271748" y="173450"/>
                  </a:cubicBezTo>
                  <a:lnTo>
                    <a:pt x="319183" y="173450"/>
                  </a:lnTo>
                  <a:cubicBezTo>
                    <a:pt x="319945" y="173450"/>
                    <a:pt x="320516" y="174022"/>
                    <a:pt x="320516" y="174784"/>
                  </a:cubicBezTo>
                  <a:lnTo>
                    <a:pt x="320516" y="186976"/>
                  </a:lnTo>
                  <a:cubicBezTo>
                    <a:pt x="320516" y="187738"/>
                    <a:pt x="319945" y="188309"/>
                    <a:pt x="319183" y="188309"/>
                  </a:cubicBezTo>
                  <a:lnTo>
                    <a:pt x="271844" y="188309"/>
                  </a:lnTo>
                  <a:close/>
                  <a:moveTo>
                    <a:pt x="260700" y="212979"/>
                  </a:moveTo>
                  <a:lnTo>
                    <a:pt x="260700" y="200787"/>
                  </a:lnTo>
                  <a:cubicBezTo>
                    <a:pt x="260700" y="200025"/>
                    <a:pt x="261271" y="199454"/>
                    <a:pt x="262033" y="199454"/>
                  </a:cubicBezTo>
                  <a:lnTo>
                    <a:pt x="309467" y="199454"/>
                  </a:lnTo>
                  <a:cubicBezTo>
                    <a:pt x="310229" y="199454"/>
                    <a:pt x="310801" y="200025"/>
                    <a:pt x="310801" y="200787"/>
                  </a:cubicBezTo>
                  <a:lnTo>
                    <a:pt x="310801" y="212979"/>
                  </a:lnTo>
                  <a:cubicBezTo>
                    <a:pt x="310801" y="213741"/>
                    <a:pt x="310229" y="214313"/>
                    <a:pt x="309467" y="214313"/>
                  </a:cubicBezTo>
                  <a:lnTo>
                    <a:pt x="262033" y="214313"/>
                  </a:lnTo>
                  <a:cubicBezTo>
                    <a:pt x="261271" y="214313"/>
                    <a:pt x="260700" y="213741"/>
                    <a:pt x="260700" y="212979"/>
                  </a:cubicBezTo>
                  <a:lnTo>
                    <a:pt x="260700" y="212979"/>
                  </a:lnTo>
                  <a:close/>
                  <a:moveTo>
                    <a:pt x="322135" y="225457"/>
                  </a:moveTo>
                  <a:cubicBezTo>
                    <a:pt x="322897" y="225457"/>
                    <a:pt x="323469" y="226028"/>
                    <a:pt x="323469" y="226790"/>
                  </a:cubicBezTo>
                  <a:lnTo>
                    <a:pt x="323469" y="238982"/>
                  </a:lnTo>
                  <a:cubicBezTo>
                    <a:pt x="323469" y="239744"/>
                    <a:pt x="322897" y="240316"/>
                    <a:pt x="322135" y="240316"/>
                  </a:cubicBezTo>
                  <a:lnTo>
                    <a:pt x="274701" y="240316"/>
                  </a:lnTo>
                  <a:cubicBezTo>
                    <a:pt x="273939" y="240316"/>
                    <a:pt x="273367" y="239744"/>
                    <a:pt x="273367" y="238982"/>
                  </a:cubicBezTo>
                  <a:lnTo>
                    <a:pt x="273367" y="226790"/>
                  </a:lnTo>
                  <a:cubicBezTo>
                    <a:pt x="273367" y="226028"/>
                    <a:pt x="273939" y="225457"/>
                    <a:pt x="274701" y="225457"/>
                  </a:cubicBezTo>
                  <a:cubicBezTo>
                    <a:pt x="274701" y="225457"/>
                    <a:pt x="274701" y="225457"/>
                    <a:pt x="274701" y="225457"/>
                  </a:cubicBezTo>
                  <a:lnTo>
                    <a:pt x="322041" y="225457"/>
                  </a:lnTo>
                  <a:close/>
                  <a:moveTo>
                    <a:pt x="255556" y="342900"/>
                  </a:moveTo>
                  <a:lnTo>
                    <a:pt x="255556" y="330708"/>
                  </a:lnTo>
                  <a:cubicBezTo>
                    <a:pt x="255556" y="329946"/>
                    <a:pt x="256127" y="329375"/>
                    <a:pt x="256889" y="329375"/>
                  </a:cubicBezTo>
                  <a:lnTo>
                    <a:pt x="304324" y="329375"/>
                  </a:lnTo>
                  <a:cubicBezTo>
                    <a:pt x="305086" y="329375"/>
                    <a:pt x="305657" y="329946"/>
                    <a:pt x="305657" y="330708"/>
                  </a:cubicBezTo>
                  <a:lnTo>
                    <a:pt x="305657" y="342900"/>
                  </a:lnTo>
                  <a:cubicBezTo>
                    <a:pt x="305657" y="343662"/>
                    <a:pt x="305086" y="344234"/>
                    <a:pt x="304324" y="344234"/>
                  </a:cubicBezTo>
                  <a:lnTo>
                    <a:pt x="256889" y="344234"/>
                  </a:lnTo>
                  <a:cubicBezTo>
                    <a:pt x="256127" y="344234"/>
                    <a:pt x="255556" y="343662"/>
                    <a:pt x="255556" y="342900"/>
                  </a:cubicBezTo>
                  <a:lnTo>
                    <a:pt x="255556" y="342900"/>
                  </a:lnTo>
                  <a:close/>
                  <a:moveTo>
                    <a:pt x="270605" y="370237"/>
                  </a:moveTo>
                  <a:cubicBezTo>
                    <a:pt x="269843" y="370237"/>
                    <a:pt x="269272" y="369665"/>
                    <a:pt x="269272" y="368903"/>
                  </a:cubicBezTo>
                  <a:lnTo>
                    <a:pt x="269272" y="356711"/>
                  </a:lnTo>
                  <a:cubicBezTo>
                    <a:pt x="269272" y="355949"/>
                    <a:pt x="269843" y="355378"/>
                    <a:pt x="270605" y="355378"/>
                  </a:cubicBezTo>
                  <a:cubicBezTo>
                    <a:pt x="270605" y="355378"/>
                    <a:pt x="270605" y="355378"/>
                    <a:pt x="270605" y="355378"/>
                  </a:cubicBezTo>
                  <a:lnTo>
                    <a:pt x="317944" y="355378"/>
                  </a:lnTo>
                  <a:cubicBezTo>
                    <a:pt x="318706" y="355378"/>
                    <a:pt x="319278" y="355949"/>
                    <a:pt x="319278" y="356711"/>
                  </a:cubicBezTo>
                  <a:lnTo>
                    <a:pt x="319278" y="368903"/>
                  </a:lnTo>
                  <a:cubicBezTo>
                    <a:pt x="319278" y="369665"/>
                    <a:pt x="318706" y="370237"/>
                    <a:pt x="317944" y="370237"/>
                  </a:cubicBezTo>
                  <a:cubicBezTo>
                    <a:pt x="317944" y="370237"/>
                    <a:pt x="317944" y="370237"/>
                    <a:pt x="317944" y="370237"/>
                  </a:cubicBezTo>
                  <a:lnTo>
                    <a:pt x="270701" y="370237"/>
                  </a:lnTo>
                  <a:cubicBezTo>
                    <a:pt x="270701" y="370237"/>
                    <a:pt x="270701" y="370237"/>
                    <a:pt x="270701" y="370237"/>
                  </a:cubicBezTo>
                  <a:lnTo>
                    <a:pt x="270701" y="370237"/>
                  </a:lnTo>
                  <a:close/>
                  <a:moveTo>
                    <a:pt x="141161" y="226790"/>
                  </a:moveTo>
                  <a:cubicBezTo>
                    <a:pt x="141161" y="226028"/>
                    <a:pt x="141732" y="225457"/>
                    <a:pt x="142494" y="225457"/>
                  </a:cubicBezTo>
                  <a:lnTo>
                    <a:pt x="189929" y="225457"/>
                  </a:lnTo>
                  <a:cubicBezTo>
                    <a:pt x="190690" y="225457"/>
                    <a:pt x="191262" y="226028"/>
                    <a:pt x="191262" y="226790"/>
                  </a:cubicBezTo>
                  <a:lnTo>
                    <a:pt x="191262" y="238982"/>
                  </a:lnTo>
                  <a:cubicBezTo>
                    <a:pt x="191262" y="239744"/>
                    <a:pt x="190690" y="240316"/>
                    <a:pt x="189929" y="240316"/>
                  </a:cubicBezTo>
                  <a:lnTo>
                    <a:pt x="142494" y="240316"/>
                  </a:lnTo>
                  <a:cubicBezTo>
                    <a:pt x="141732" y="240316"/>
                    <a:pt x="141161" y="239744"/>
                    <a:pt x="141161" y="238982"/>
                  </a:cubicBezTo>
                  <a:lnTo>
                    <a:pt x="141161" y="226790"/>
                  </a:lnTo>
                  <a:close/>
                  <a:moveTo>
                    <a:pt x="134398" y="264986"/>
                  </a:moveTo>
                  <a:lnTo>
                    <a:pt x="134398" y="252794"/>
                  </a:lnTo>
                  <a:cubicBezTo>
                    <a:pt x="134398" y="252031"/>
                    <a:pt x="134969" y="251460"/>
                    <a:pt x="135731" y="251460"/>
                  </a:cubicBezTo>
                  <a:lnTo>
                    <a:pt x="183166" y="251460"/>
                  </a:lnTo>
                  <a:cubicBezTo>
                    <a:pt x="183928" y="251460"/>
                    <a:pt x="184499" y="252031"/>
                    <a:pt x="184499" y="252794"/>
                  </a:cubicBezTo>
                  <a:lnTo>
                    <a:pt x="184499" y="264986"/>
                  </a:lnTo>
                  <a:cubicBezTo>
                    <a:pt x="184499" y="265748"/>
                    <a:pt x="183928" y="266319"/>
                    <a:pt x="183166" y="266319"/>
                  </a:cubicBezTo>
                  <a:lnTo>
                    <a:pt x="135731" y="266319"/>
                  </a:lnTo>
                  <a:cubicBezTo>
                    <a:pt x="134969" y="266319"/>
                    <a:pt x="134398" y="265748"/>
                    <a:pt x="134398" y="264986"/>
                  </a:cubicBezTo>
                  <a:lnTo>
                    <a:pt x="134398" y="264986"/>
                  </a:lnTo>
                  <a:close/>
                  <a:moveTo>
                    <a:pt x="204788" y="277463"/>
                  </a:moveTo>
                  <a:cubicBezTo>
                    <a:pt x="205549" y="277463"/>
                    <a:pt x="206121" y="278035"/>
                    <a:pt x="206121" y="278797"/>
                  </a:cubicBezTo>
                  <a:lnTo>
                    <a:pt x="206121" y="290989"/>
                  </a:lnTo>
                  <a:cubicBezTo>
                    <a:pt x="206121" y="291751"/>
                    <a:pt x="205549" y="292322"/>
                    <a:pt x="204788" y="292322"/>
                  </a:cubicBezTo>
                  <a:lnTo>
                    <a:pt x="188500" y="292322"/>
                  </a:lnTo>
                  <a:cubicBezTo>
                    <a:pt x="185452" y="292322"/>
                    <a:pt x="182880" y="294799"/>
                    <a:pt x="182880" y="297942"/>
                  </a:cubicBezTo>
                  <a:cubicBezTo>
                    <a:pt x="182880" y="301085"/>
                    <a:pt x="185356" y="303562"/>
                    <a:pt x="188500" y="303562"/>
                  </a:cubicBezTo>
                  <a:lnTo>
                    <a:pt x="198120" y="303562"/>
                  </a:lnTo>
                  <a:cubicBezTo>
                    <a:pt x="198787" y="303562"/>
                    <a:pt x="199454" y="304133"/>
                    <a:pt x="199454" y="304895"/>
                  </a:cubicBezTo>
                  <a:lnTo>
                    <a:pt x="199454" y="317087"/>
                  </a:lnTo>
                  <a:cubicBezTo>
                    <a:pt x="199454" y="317849"/>
                    <a:pt x="198882" y="318421"/>
                    <a:pt x="198120" y="318421"/>
                  </a:cubicBezTo>
                  <a:lnTo>
                    <a:pt x="150686" y="318421"/>
                  </a:lnTo>
                  <a:cubicBezTo>
                    <a:pt x="149923" y="318421"/>
                    <a:pt x="149352" y="317849"/>
                    <a:pt x="149352" y="317087"/>
                  </a:cubicBezTo>
                  <a:lnTo>
                    <a:pt x="149352" y="304895"/>
                  </a:lnTo>
                  <a:cubicBezTo>
                    <a:pt x="149352" y="304133"/>
                    <a:pt x="149923" y="303562"/>
                    <a:pt x="150686" y="303562"/>
                  </a:cubicBezTo>
                  <a:lnTo>
                    <a:pt x="163735" y="303562"/>
                  </a:lnTo>
                  <a:cubicBezTo>
                    <a:pt x="166783" y="303562"/>
                    <a:pt x="169354" y="301085"/>
                    <a:pt x="169354" y="297942"/>
                  </a:cubicBezTo>
                  <a:cubicBezTo>
                    <a:pt x="169354" y="294799"/>
                    <a:pt x="166878" y="292322"/>
                    <a:pt x="163735" y="292322"/>
                  </a:cubicBezTo>
                  <a:lnTo>
                    <a:pt x="157448" y="292322"/>
                  </a:lnTo>
                  <a:cubicBezTo>
                    <a:pt x="157448" y="292322"/>
                    <a:pt x="157448" y="292322"/>
                    <a:pt x="157448" y="292322"/>
                  </a:cubicBezTo>
                  <a:lnTo>
                    <a:pt x="157448" y="292322"/>
                  </a:lnTo>
                  <a:cubicBezTo>
                    <a:pt x="156686" y="292322"/>
                    <a:pt x="156115" y="291751"/>
                    <a:pt x="156115" y="290989"/>
                  </a:cubicBezTo>
                  <a:lnTo>
                    <a:pt x="156115" y="278797"/>
                  </a:lnTo>
                  <a:cubicBezTo>
                    <a:pt x="156115" y="278035"/>
                    <a:pt x="156686" y="277463"/>
                    <a:pt x="157448" y="277463"/>
                  </a:cubicBezTo>
                  <a:lnTo>
                    <a:pt x="204883" y="277463"/>
                  </a:lnTo>
                  <a:close/>
                  <a:moveTo>
                    <a:pt x="141161" y="342900"/>
                  </a:moveTo>
                  <a:lnTo>
                    <a:pt x="141161" y="330708"/>
                  </a:lnTo>
                  <a:cubicBezTo>
                    <a:pt x="141161" y="329946"/>
                    <a:pt x="141732" y="329375"/>
                    <a:pt x="142494" y="329375"/>
                  </a:cubicBezTo>
                  <a:lnTo>
                    <a:pt x="189929" y="329375"/>
                  </a:lnTo>
                  <a:cubicBezTo>
                    <a:pt x="190690" y="329375"/>
                    <a:pt x="191262" y="329946"/>
                    <a:pt x="191262" y="330708"/>
                  </a:cubicBezTo>
                  <a:lnTo>
                    <a:pt x="191262" y="342900"/>
                  </a:lnTo>
                  <a:cubicBezTo>
                    <a:pt x="191262" y="343662"/>
                    <a:pt x="190690" y="344234"/>
                    <a:pt x="189929" y="344234"/>
                  </a:cubicBezTo>
                  <a:lnTo>
                    <a:pt x="142494" y="344234"/>
                  </a:lnTo>
                  <a:cubicBezTo>
                    <a:pt x="141732" y="344234"/>
                    <a:pt x="141161" y="343662"/>
                    <a:pt x="141161" y="342900"/>
                  </a:cubicBezTo>
                  <a:lnTo>
                    <a:pt x="141161" y="342900"/>
                  </a:lnTo>
                  <a:close/>
                  <a:moveTo>
                    <a:pt x="156305" y="370237"/>
                  </a:moveTo>
                  <a:cubicBezTo>
                    <a:pt x="155543" y="370237"/>
                    <a:pt x="154972" y="369665"/>
                    <a:pt x="154972" y="368903"/>
                  </a:cubicBezTo>
                  <a:lnTo>
                    <a:pt x="154972" y="356711"/>
                  </a:lnTo>
                  <a:cubicBezTo>
                    <a:pt x="154972" y="355949"/>
                    <a:pt x="155543" y="355378"/>
                    <a:pt x="156305" y="355378"/>
                  </a:cubicBezTo>
                  <a:cubicBezTo>
                    <a:pt x="156305" y="355378"/>
                    <a:pt x="156305" y="355378"/>
                    <a:pt x="156305" y="355378"/>
                  </a:cubicBezTo>
                  <a:lnTo>
                    <a:pt x="203645" y="355378"/>
                  </a:lnTo>
                  <a:cubicBezTo>
                    <a:pt x="204406" y="355378"/>
                    <a:pt x="204978" y="355949"/>
                    <a:pt x="204978" y="356711"/>
                  </a:cubicBezTo>
                  <a:lnTo>
                    <a:pt x="204978" y="368903"/>
                  </a:lnTo>
                  <a:cubicBezTo>
                    <a:pt x="204978" y="369665"/>
                    <a:pt x="204406" y="370237"/>
                    <a:pt x="203645" y="370237"/>
                  </a:cubicBezTo>
                  <a:cubicBezTo>
                    <a:pt x="203645" y="370237"/>
                    <a:pt x="203645" y="370237"/>
                    <a:pt x="203645" y="370237"/>
                  </a:cubicBezTo>
                  <a:lnTo>
                    <a:pt x="156401" y="370237"/>
                  </a:lnTo>
                  <a:cubicBezTo>
                    <a:pt x="156401" y="370237"/>
                    <a:pt x="156401" y="370237"/>
                    <a:pt x="156401" y="370237"/>
                  </a:cubicBezTo>
                  <a:lnTo>
                    <a:pt x="156401" y="370237"/>
                  </a:lnTo>
                  <a:close/>
                  <a:moveTo>
                    <a:pt x="50578" y="344234"/>
                  </a:moveTo>
                  <a:cubicBezTo>
                    <a:pt x="49816" y="344234"/>
                    <a:pt x="49244" y="343662"/>
                    <a:pt x="49244" y="342900"/>
                  </a:cubicBezTo>
                  <a:lnTo>
                    <a:pt x="49244" y="330708"/>
                  </a:lnTo>
                  <a:cubicBezTo>
                    <a:pt x="49244" y="329946"/>
                    <a:pt x="49816" y="329375"/>
                    <a:pt x="50578" y="329375"/>
                  </a:cubicBezTo>
                  <a:lnTo>
                    <a:pt x="98012" y="329375"/>
                  </a:lnTo>
                  <a:cubicBezTo>
                    <a:pt x="98774" y="329375"/>
                    <a:pt x="99346" y="329946"/>
                    <a:pt x="99346" y="330708"/>
                  </a:cubicBezTo>
                  <a:lnTo>
                    <a:pt x="99346" y="342900"/>
                  </a:lnTo>
                  <a:cubicBezTo>
                    <a:pt x="99346" y="343662"/>
                    <a:pt x="98774" y="344234"/>
                    <a:pt x="98012" y="344234"/>
                  </a:cubicBezTo>
                  <a:lnTo>
                    <a:pt x="50578" y="344234"/>
                  </a:lnTo>
                  <a:close/>
                  <a:moveTo>
                    <a:pt x="42481" y="304705"/>
                  </a:moveTo>
                  <a:cubicBezTo>
                    <a:pt x="42481" y="303943"/>
                    <a:pt x="43053" y="303371"/>
                    <a:pt x="43815" y="303371"/>
                  </a:cubicBezTo>
                  <a:lnTo>
                    <a:pt x="91249" y="303371"/>
                  </a:lnTo>
                  <a:cubicBezTo>
                    <a:pt x="92012" y="303371"/>
                    <a:pt x="92583" y="303943"/>
                    <a:pt x="92583" y="304705"/>
                  </a:cubicBezTo>
                  <a:lnTo>
                    <a:pt x="92583" y="316897"/>
                  </a:lnTo>
                  <a:cubicBezTo>
                    <a:pt x="92583" y="317659"/>
                    <a:pt x="92012" y="318230"/>
                    <a:pt x="91249" y="318230"/>
                  </a:cubicBezTo>
                  <a:lnTo>
                    <a:pt x="43815" y="318230"/>
                  </a:lnTo>
                  <a:cubicBezTo>
                    <a:pt x="43053" y="318230"/>
                    <a:pt x="42481" y="317659"/>
                    <a:pt x="42481" y="316897"/>
                  </a:cubicBezTo>
                  <a:lnTo>
                    <a:pt x="42481" y="304705"/>
                  </a:lnTo>
                  <a:close/>
                  <a:moveTo>
                    <a:pt x="41148" y="370237"/>
                  </a:moveTo>
                  <a:cubicBezTo>
                    <a:pt x="40386" y="370237"/>
                    <a:pt x="39814" y="369665"/>
                    <a:pt x="39814" y="368903"/>
                  </a:cubicBezTo>
                  <a:lnTo>
                    <a:pt x="39814" y="356711"/>
                  </a:lnTo>
                  <a:cubicBezTo>
                    <a:pt x="39814" y="355949"/>
                    <a:pt x="40386" y="355378"/>
                    <a:pt x="41148" y="355378"/>
                  </a:cubicBezTo>
                  <a:lnTo>
                    <a:pt x="88487" y="355378"/>
                  </a:lnTo>
                  <a:cubicBezTo>
                    <a:pt x="88487" y="355378"/>
                    <a:pt x="88487" y="355378"/>
                    <a:pt x="88487" y="355378"/>
                  </a:cubicBezTo>
                  <a:cubicBezTo>
                    <a:pt x="89249" y="355378"/>
                    <a:pt x="89821" y="355949"/>
                    <a:pt x="89821" y="356711"/>
                  </a:cubicBezTo>
                  <a:lnTo>
                    <a:pt x="89821" y="368903"/>
                  </a:lnTo>
                  <a:cubicBezTo>
                    <a:pt x="89821" y="369665"/>
                    <a:pt x="89249" y="370237"/>
                    <a:pt x="88487" y="370237"/>
                  </a:cubicBezTo>
                  <a:cubicBezTo>
                    <a:pt x="88487" y="370237"/>
                    <a:pt x="88487" y="370237"/>
                    <a:pt x="88487" y="370237"/>
                  </a:cubicBezTo>
                  <a:lnTo>
                    <a:pt x="41243" y="370237"/>
                  </a:lnTo>
                  <a:cubicBezTo>
                    <a:pt x="41243" y="370237"/>
                    <a:pt x="41243" y="370237"/>
                    <a:pt x="41243" y="370237"/>
                  </a:cubicBezTo>
                  <a:lnTo>
                    <a:pt x="41243" y="3702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27"/>
            <p:cNvSpPr/>
            <p:nvPr/>
          </p:nvSpPr>
          <p:spPr>
            <a:xfrm>
              <a:off x="7208043" y="2771489"/>
              <a:ext cx="11239" cy="16668"/>
            </a:xfrm>
            <a:custGeom>
              <a:rect b="b" l="l" r="r" t="t"/>
              <a:pathLst>
                <a:path extrusionOk="0" h="16668" w="11239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lnTo>
                    <a:pt x="0" y="11049"/>
                  </a:lnTo>
                  <a:cubicBezTo>
                    <a:pt x="0" y="14097"/>
                    <a:pt x="2477" y="16669"/>
                    <a:pt x="5620" y="16669"/>
                  </a:cubicBezTo>
                  <a:cubicBezTo>
                    <a:pt x="8763" y="16669"/>
                    <a:pt x="11239" y="14192"/>
                    <a:pt x="11239" y="11049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27"/>
            <p:cNvSpPr/>
            <p:nvPr/>
          </p:nvSpPr>
          <p:spPr>
            <a:xfrm>
              <a:off x="7331868" y="2705481"/>
              <a:ext cx="11239" cy="16668"/>
            </a:xfrm>
            <a:custGeom>
              <a:rect b="b" l="l" r="r" t="t"/>
              <a:pathLst>
                <a:path extrusionOk="0" h="16668" w="11239">
                  <a:moveTo>
                    <a:pt x="5620" y="16669"/>
                  </a:moveTo>
                  <a:cubicBezTo>
                    <a:pt x="8667" y="16669"/>
                    <a:pt x="11239" y="14192"/>
                    <a:pt x="11239" y="11049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11049"/>
                  </a:lnTo>
                  <a:cubicBezTo>
                    <a:pt x="0" y="14097"/>
                    <a:pt x="2477" y="16669"/>
                    <a:pt x="5620" y="16669"/>
                  </a:cubicBezTo>
                  <a:lnTo>
                    <a:pt x="5620" y="1666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27"/>
            <p:cNvSpPr/>
            <p:nvPr/>
          </p:nvSpPr>
          <p:spPr>
            <a:xfrm>
              <a:off x="7146606" y="2681097"/>
              <a:ext cx="37623" cy="65436"/>
            </a:xfrm>
            <a:custGeom>
              <a:rect b="b" l="l" r="r" t="t"/>
              <a:pathLst>
                <a:path extrusionOk="0" h="65436" w="37623">
                  <a:moveTo>
                    <a:pt x="15812" y="38767"/>
                  </a:moveTo>
                  <a:lnTo>
                    <a:pt x="21908" y="38767"/>
                  </a:lnTo>
                  <a:cubicBezTo>
                    <a:pt x="24384" y="38767"/>
                    <a:pt x="26384" y="40767"/>
                    <a:pt x="26384" y="43243"/>
                  </a:cubicBezTo>
                  <a:cubicBezTo>
                    <a:pt x="26384" y="45720"/>
                    <a:pt x="24384" y="47720"/>
                    <a:pt x="21908" y="47720"/>
                  </a:cubicBezTo>
                  <a:lnTo>
                    <a:pt x="15812" y="47720"/>
                  </a:lnTo>
                  <a:cubicBezTo>
                    <a:pt x="14002" y="47720"/>
                    <a:pt x="12383" y="46672"/>
                    <a:pt x="11621" y="44958"/>
                  </a:cubicBezTo>
                  <a:cubicBezTo>
                    <a:pt x="10383" y="42100"/>
                    <a:pt x="7144" y="40767"/>
                    <a:pt x="4286" y="42005"/>
                  </a:cubicBezTo>
                  <a:cubicBezTo>
                    <a:pt x="1429" y="43243"/>
                    <a:pt x="95" y="46482"/>
                    <a:pt x="1334" y="49340"/>
                  </a:cubicBezTo>
                  <a:cubicBezTo>
                    <a:pt x="3429" y="54388"/>
                    <a:pt x="8001" y="57817"/>
                    <a:pt x="13240" y="58674"/>
                  </a:cubicBezTo>
                  <a:lnTo>
                    <a:pt x="13240" y="59817"/>
                  </a:lnTo>
                  <a:cubicBezTo>
                    <a:pt x="13240" y="62865"/>
                    <a:pt x="15716" y="65437"/>
                    <a:pt x="18860" y="65437"/>
                  </a:cubicBezTo>
                  <a:cubicBezTo>
                    <a:pt x="22003" y="65437"/>
                    <a:pt x="24479" y="62960"/>
                    <a:pt x="24479" y="59817"/>
                  </a:cubicBezTo>
                  <a:lnTo>
                    <a:pt x="24479" y="58579"/>
                  </a:lnTo>
                  <a:cubicBezTo>
                    <a:pt x="31909" y="57340"/>
                    <a:pt x="37624" y="50863"/>
                    <a:pt x="37624" y="43148"/>
                  </a:cubicBezTo>
                  <a:cubicBezTo>
                    <a:pt x="37624" y="34480"/>
                    <a:pt x="30575" y="27432"/>
                    <a:pt x="21908" y="27432"/>
                  </a:cubicBezTo>
                  <a:lnTo>
                    <a:pt x="15812" y="27432"/>
                  </a:lnTo>
                  <a:cubicBezTo>
                    <a:pt x="13335" y="27432"/>
                    <a:pt x="11335" y="25432"/>
                    <a:pt x="11335" y="22955"/>
                  </a:cubicBezTo>
                  <a:cubicBezTo>
                    <a:pt x="11335" y="20479"/>
                    <a:pt x="13335" y="18478"/>
                    <a:pt x="15812" y="18478"/>
                  </a:cubicBezTo>
                  <a:lnTo>
                    <a:pt x="21908" y="18478"/>
                  </a:lnTo>
                  <a:cubicBezTo>
                    <a:pt x="23432" y="18478"/>
                    <a:pt x="24860" y="19240"/>
                    <a:pt x="25622" y="20479"/>
                  </a:cubicBezTo>
                  <a:cubicBezTo>
                    <a:pt x="27337" y="23050"/>
                    <a:pt x="30861" y="23717"/>
                    <a:pt x="33338" y="22003"/>
                  </a:cubicBezTo>
                  <a:cubicBezTo>
                    <a:pt x="35909" y="20288"/>
                    <a:pt x="36576" y="16764"/>
                    <a:pt x="34862" y="14288"/>
                  </a:cubicBezTo>
                  <a:cubicBezTo>
                    <a:pt x="32385" y="10668"/>
                    <a:pt x="28575" y="8287"/>
                    <a:pt x="24384" y="7620"/>
                  </a:cubicBezTo>
                  <a:lnTo>
                    <a:pt x="24384" y="5620"/>
                  </a:lnTo>
                  <a:cubicBezTo>
                    <a:pt x="24384" y="2572"/>
                    <a:pt x="21908" y="0"/>
                    <a:pt x="18764" y="0"/>
                  </a:cubicBezTo>
                  <a:cubicBezTo>
                    <a:pt x="15621" y="0"/>
                    <a:pt x="13145" y="2476"/>
                    <a:pt x="13145" y="5620"/>
                  </a:cubicBezTo>
                  <a:lnTo>
                    <a:pt x="13145" y="7620"/>
                  </a:lnTo>
                  <a:cubicBezTo>
                    <a:pt x="5715" y="8858"/>
                    <a:pt x="0" y="15335"/>
                    <a:pt x="0" y="23050"/>
                  </a:cubicBezTo>
                  <a:cubicBezTo>
                    <a:pt x="0" y="31718"/>
                    <a:pt x="7049" y="38767"/>
                    <a:pt x="15716" y="38767"/>
                  </a:cubicBezTo>
                  <a:lnTo>
                    <a:pt x="15716" y="387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7"/>
            <p:cNvSpPr/>
            <p:nvPr/>
          </p:nvSpPr>
          <p:spPr>
            <a:xfrm>
              <a:off x="7112602" y="2661094"/>
              <a:ext cx="105727" cy="105727"/>
            </a:xfrm>
            <a:custGeom>
              <a:rect b="b" l="l" r="r" t="t"/>
              <a:pathLst>
                <a:path extrusionOk="0" h="105727" w="105727">
                  <a:moveTo>
                    <a:pt x="52864" y="105728"/>
                  </a:moveTo>
                  <a:cubicBezTo>
                    <a:pt x="82010" y="105728"/>
                    <a:pt x="105727" y="82010"/>
                    <a:pt x="105727" y="52864"/>
                  </a:cubicBezTo>
                  <a:cubicBezTo>
                    <a:pt x="105727" y="23717"/>
                    <a:pt x="82010" y="0"/>
                    <a:pt x="52864" y="0"/>
                  </a:cubicBezTo>
                  <a:cubicBezTo>
                    <a:pt x="23717" y="0"/>
                    <a:pt x="0" y="23717"/>
                    <a:pt x="0" y="52864"/>
                  </a:cubicBezTo>
                  <a:cubicBezTo>
                    <a:pt x="0" y="82010"/>
                    <a:pt x="23717" y="105728"/>
                    <a:pt x="52864" y="105728"/>
                  </a:cubicBezTo>
                  <a:lnTo>
                    <a:pt x="52864" y="105728"/>
                  </a:lnTo>
                  <a:close/>
                  <a:moveTo>
                    <a:pt x="52864" y="11144"/>
                  </a:moveTo>
                  <a:cubicBezTo>
                    <a:pt x="75914" y="11144"/>
                    <a:pt x="94583" y="29813"/>
                    <a:pt x="94583" y="52864"/>
                  </a:cubicBezTo>
                  <a:cubicBezTo>
                    <a:pt x="94583" y="75914"/>
                    <a:pt x="75914" y="94583"/>
                    <a:pt x="52864" y="94583"/>
                  </a:cubicBezTo>
                  <a:cubicBezTo>
                    <a:pt x="29813" y="94583"/>
                    <a:pt x="11144" y="75819"/>
                    <a:pt x="11144" y="52864"/>
                  </a:cubicBezTo>
                  <a:cubicBezTo>
                    <a:pt x="11144" y="29908"/>
                    <a:pt x="29813" y="11144"/>
                    <a:pt x="52864" y="11144"/>
                  </a:cubicBezTo>
                  <a:lnTo>
                    <a:pt x="52864" y="111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7"/>
            <p:cNvSpPr/>
            <p:nvPr/>
          </p:nvSpPr>
          <p:spPr>
            <a:xfrm>
              <a:off x="7232593" y="2677668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9644" y="18002"/>
                  </a:moveTo>
                  <a:lnTo>
                    <a:pt x="14121" y="13525"/>
                  </a:lnTo>
                  <a:lnTo>
                    <a:pt x="18598" y="18002"/>
                  </a:lnTo>
                  <a:cubicBezTo>
                    <a:pt x="19646" y="19050"/>
                    <a:pt x="21074" y="19621"/>
                    <a:pt x="22503" y="19621"/>
                  </a:cubicBezTo>
                  <a:cubicBezTo>
                    <a:pt x="23932" y="19621"/>
                    <a:pt x="25360" y="19050"/>
                    <a:pt x="26408" y="18002"/>
                  </a:cubicBezTo>
                  <a:cubicBezTo>
                    <a:pt x="28599" y="15811"/>
                    <a:pt x="28599" y="12287"/>
                    <a:pt x="26408" y="10096"/>
                  </a:cubicBezTo>
                  <a:lnTo>
                    <a:pt x="17931" y="1619"/>
                  </a:lnTo>
                  <a:cubicBezTo>
                    <a:pt x="16883" y="571"/>
                    <a:pt x="15455" y="0"/>
                    <a:pt x="14026" y="0"/>
                  </a:cubicBezTo>
                  <a:cubicBezTo>
                    <a:pt x="12597" y="0"/>
                    <a:pt x="11168" y="571"/>
                    <a:pt x="10121" y="1619"/>
                  </a:cubicBezTo>
                  <a:lnTo>
                    <a:pt x="1643" y="10096"/>
                  </a:lnTo>
                  <a:cubicBezTo>
                    <a:pt x="-548" y="12287"/>
                    <a:pt x="-548" y="15811"/>
                    <a:pt x="1643" y="18002"/>
                  </a:cubicBezTo>
                  <a:cubicBezTo>
                    <a:pt x="3834" y="20193"/>
                    <a:pt x="7358" y="20193"/>
                    <a:pt x="9549" y="18002"/>
                  </a:cubicBezTo>
                  <a:lnTo>
                    <a:pt x="9549" y="180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7"/>
            <p:cNvSpPr/>
            <p:nvPr/>
          </p:nvSpPr>
          <p:spPr>
            <a:xfrm>
              <a:off x="7232593" y="2704052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9644" y="18002"/>
                  </a:moveTo>
                  <a:lnTo>
                    <a:pt x="14121" y="13525"/>
                  </a:lnTo>
                  <a:lnTo>
                    <a:pt x="18598" y="18002"/>
                  </a:lnTo>
                  <a:cubicBezTo>
                    <a:pt x="19646" y="19050"/>
                    <a:pt x="21074" y="19621"/>
                    <a:pt x="22503" y="19621"/>
                  </a:cubicBezTo>
                  <a:cubicBezTo>
                    <a:pt x="23932" y="19621"/>
                    <a:pt x="25360" y="19050"/>
                    <a:pt x="26408" y="18002"/>
                  </a:cubicBezTo>
                  <a:cubicBezTo>
                    <a:pt x="28599" y="15812"/>
                    <a:pt x="28599" y="12287"/>
                    <a:pt x="26408" y="10096"/>
                  </a:cubicBezTo>
                  <a:lnTo>
                    <a:pt x="17931" y="1619"/>
                  </a:lnTo>
                  <a:cubicBezTo>
                    <a:pt x="16883" y="571"/>
                    <a:pt x="15455" y="0"/>
                    <a:pt x="14026" y="0"/>
                  </a:cubicBezTo>
                  <a:cubicBezTo>
                    <a:pt x="12597" y="0"/>
                    <a:pt x="11168" y="571"/>
                    <a:pt x="10121" y="1619"/>
                  </a:cubicBezTo>
                  <a:lnTo>
                    <a:pt x="1643" y="10096"/>
                  </a:lnTo>
                  <a:cubicBezTo>
                    <a:pt x="-548" y="12287"/>
                    <a:pt x="-548" y="15812"/>
                    <a:pt x="1643" y="18002"/>
                  </a:cubicBezTo>
                  <a:cubicBezTo>
                    <a:pt x="3834" y="20193"/>
                    <a:pt x="7358" y="20193"/>
                    <a:pt x="9549" y="18002"/>
                  </a:cubicBezTo>
                  <a:lnTo>
                    <a:pt x="9549" y="180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7"/>
            <p:cNvSpPr/>
            <p:nvPr/>
          </p:nvSpPr>
          <p:spPr>
            <a:xfrm>
              <a:off x="7232593" y="2730531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9644" y="18002"/>
                  </a:moveTo>
                  <a:lnTo>
                    <a:pt x="14121" y="13525"/>
                  </a:lnTo>
                  <a:lnTo>
                    <a:pt x="18598" y="18002"/>
                  </a:lnTo>
                  <a:cubicBezTo>
                    <a:pt x="19646" y="19050"/>
                    <a:pt x="21074" y="19622"/>
                    <a:pt x="22503" y="19622"/>
                  </a:cubicBezTo>
                  <a:cubicBezTo>
                    <a:pt x="23932" y="19622"/>
                    <a:pt x="25360" y="19050"/>
                    <a:pt x="26408" y="18002"/>
                  </a:cubicBezTo>
                  <a:cubicBezTo>
                    <a:pt x="28599" y="15812"/>
                    <a:pt x="28599" y="12287"/>
                    <a:pt x="26408" y="10097"/>
                  </a:cubicBezTo>
                  <a:lnTo>
                    <a:pt x="17931" y="1619"/>
                  </a:lnTo>
                  <a:cubicBezTo>
                    <a:pt x="16883" y="572"/>
                    <a:pt x="15455" y="0"/>
                    <a:pt x="14026" y="0"/>
                  </a:cubicBezTo>
                  <a:cubicBezTo>
                    <a:pt x="12597" y="0"/>
                    <a:pt x="11168" y="572"/>
                    <a:pt x="10121" y="1619"/>
                  </a:cubicBezTo>
                  <a:lnTo>
                    <a:pt x="1643" y="10097"/>
                  </a:lnTo>
                  <a:cubicBezTo>
                    <a:pt x="-548" y="12287"/>
                    <a:pt x="-548" y="15812"/>
                    <a:pt x="1643" y="18002"/>
                  </a:cubicBezTo>
                  <a:cubicBezTo>
                    <a:pt x="3834" y="20193"/>
                    <a:pt x="7358" y="20193"/>
                    <a:pt x="9549" y="18002"/>
                  </a:cubicBezTo>
                  <a:lnTo>
                    <a:pt x="9549" y="180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5" name="Google Shape;1155;p27"/>
          <p:cNvGrpSpPr/>
          <p:nvPr/>
        </p:nvGrpSpPr>
        <p:grpSpPr>
          <a:xfrm>
            <a:off x="4793180" y="1994428"/>
            <a:ext cx="426323" cy="380090"/>
            <a:chOff x="6291547" y="2659094"/>
            <a:chExt cx="381190" cy="339852"/>
          </a:xfrm>
        </p:grpSpPr>
        <p:sp>
          <p:nvSpPr>
            <p:cNvPr id="1156" name="Google Shape;1156;p27"/>
            <p:cNvSpPr/>
            <p:nvPr/>
          </p:nvSpPr>
          <p:spPr>
            <a:xfrm>
              <a:off x="6291547" y="2659094"/>
              <a:ext cx="381190" cy="339852"/>
            </a:xfrm>
            <a:custGeom>
              <a:rect b="b" l="l" r="r" t="t"/>
              <a:pathLst>
                <a:path extrusionOk="0" h="339852" w="381190">
                  <a:moveTo>
                    <a:pt x="368141" y="181832"/>
                  </a:moveTo>
                  <a:cubicBezTo>
                    <a:pt x="368237" y="181070"/>
                    <a:pt x="368332" y="180404"/>
                    <a:pt x="368332" y="179546"/>
                  </a:cubicBezTo>
                  <a:lnTo>
                    <a:pt x="368332" y="165735"/>
                  </a:lnTo>
                  <a:cubicBezTo>
                    <a:pt x="368332" y="159639"/>
                    <a:pt x="364236" y="154496"/>
                    <a:pt x="358712" y="152876"/>
                  </a:cubicBezTo>
                  <a:cubicBezTo>
                    <a:pt x="358902" y="152019"/>
                    <a:pt x="358997" y="151067"/>
                    <a:pt x="358997" y="150114"/>
                  </a:cubicBezTo>
                  <a:lnTo>
                    <a:pt x="358997" y="136303"/>
                  </a:lnTo>
                  <a:cubicBezTo>
                    <a:pt x="358997" y="129540"/>
                    <a:pt x="353949" y="123920"/>
                    <a:pt x="347377" y="123063"/>
                  </a:cubicBezTo>
                  <a:cubicBezTo>
                    <a:pt x="347472" y="122301"/>
                    <a:pt x="347567" y="121539"/>
                    <a:pt x="347567" y="120777"/>
                  </a:cubicBezTo>
                  <a:lnTo>
                    <a:pt x="347567" y="106966"/>
                  </a:lnTo>
                  <a:cubicBezTo>
                    <a:pt x="347567" y="106204"/>
                    <a:pt x="347567" y="105442"/>
                    <a:pt x="347377" y="104775"/>
                  </a:cubicBezTo>
                  <a:lnTo>
                    <a:pt x="351854" y="104775"/>
                  </a:lnTo>
                  <a:cubicBezTo>
                    <a:pt x="359188" y="104775"/>
                    <a:pt x="365188" y="98774"/>
                    <a:pt x="365188" y="91440"/>
                  </a:cubicBezTo>
                  <a:lnTo>
                    <a:pt x="365188" y="77629"/>
                  </a:lnTo>
                  <a:cubicBezTo>
                    <a:pt x="365188" y="70295"/>
                    <a:pt x="359188" y="64294"/>
                    <a:pt x="351854" y="64294"/>
                  </a:cubicBezTo>
                  <a:lnTo>
                    <a:pt x="346329" y="64294"/>
                  </a:lnTo>
                  <a:cubicBezTo>
                    <a:pt x="346424" y="63532"/>
                    <a:pt x="346520" y="62865"/>
                    <a:pt x="346520" y="62103"/>
                  </a:cubicBezTo>
                  <a:lnTo>
                    <a:pt x="346520" y="48292"/>
                  </a:lnTo>
                  <a:cubicBezTo>
                    <a:pt x="346520" y="40958"/>
                    <a:pt x="340519" y="34957"/>
                    <a:pt x="333185" y="34957"/>
                  </a:cubicBezTo>
                  <a:lnTo>
                    <a:pt x="196310" y="34957"/>
                  </a:lnTo>
                  <a:cubicBezTo>
                    <a:pt x="188976" y="34957"/>
                    <a:pt x="182975" y="40958"/>
                    <a:pt x="182975" y="48292"/>
                  </a:cubicBezTo>
                  <a:lnTo>
                    <a:pt x="182975" y="62103"/>
                  </a:lnTo>
                  <a:cubicBezTo>
                    <a:pt x="182975" y="69437"/>
                    <a:pt x="188976" y="75438"/>
                    <a:pt x="196310" y="75438"/>
                  </a:cubicBezTo>
                  <a:lnTo>
                    <a:pt x="201835" y="75438"/>
                  </a:lnTo>
                  <a:cubicBezTo>
                    <a:pt x="201739" y="76200"/>
                    <a:pt x="201644" y="76867"/>
                    <a:pt x="201644" y="77629"/>
                  </a:cubicBezTo>
                  <a:lnTo>
                    <a:pt x="201644" y="91440"/>
                  </a:lnTo>
                  <a:cubicBezTo>
                    <a:pt x="201644" y="92202"/>
                    <a:pt x="201644" y="92964"/>
                    <a:pt x="201835" y="93631"/>
                  </a:cubicBezTo>
                  <a:lnTo>
                    <a:pt x="197358" y="93631"/>
                  </a:lnTo>
                  <a:cubicBezTo>
                    <a:pt x="190024" y="93631"/>
                    <a:pt x="184023" y="99631"/>
                    <a:pt x="184023" y="106966"/>
                  </a:cubicBezTo>
                  <a:lnTo>
                    <a:pt x="184023" y="120777"/>
                  </a:lnTo>
                  <a:cubicBezTo>
                    <a:pt x="184023" y="127540"/>
                    <a:pt x="189071" y="133160"/>
                    <a:pt x="195644" y="134017"/>
                  </a:cubicBezTo>
                  <a:cubicBezTo>
                    <a:pt x="195548" y="134779"/>
                    <a:pt x="195453" y="135541"/>
                    <a:pt x="195453" y="136303"/>
                  </a:cubicBezTo>
                  <a:lnTo>
                    <a:pt x="195453" y="150114"/>
                  </a:lnTo>
                  <a:cubicBezTo>
                    <a:pt x="195453" y="156210"/>
                    <a:pt x="199549" y="161354"/>
                    <a:pt x="205073" y="162973"/>
                  </a:cubicBezTo>
                  <a:cubicBezTo>
                    <a:pt x="204883" y="163830"/>
                    <a:pt x="204788" y="164783"/>
                    <a:pt x="204788" y="165735"/>
                  </a:cubicBezTo>
                  <a:lnTo>
                    <a:pt x="204788" y="176117"/>
                  </a:lnTo>
                  <a:cubicBezTo>
                    <a:pt x="203549" y="176117"/>
                    <a:pt x="202311" y="176117"/>
                    <a:pt x="201073" y="176117"/>
                  </a:cubicBezTo>
                  <a:cubicBezTo>
                    <a:pt x="195739" y="176117"/>
                    <a:pt x="190500" y="176594"/>
                    <a:pt x="185356" y="177641"/>
                  </a:cubicBezTo>
                  <a:lnTo>
                    <a:pt x="185356" y="165830"/>
                  </a:lnTo>
                  <a:cubicBezTo>
                    <a:pt x="185356" y="158496"/>
                    <a:pt x="179356" y="152495"/>
                    <a:pt x="172021" y="152495"/>
                  </a:cubicBezTo>
                  <a:lnTo>
                    <a:pt x="132302" y="152495"/>
                  </a:lnTo>
                  <a:cubicBezTo>
                    <a:pt x="156591" y="138303"/>
                    <a:pt x="172879" y="111919"/>
                    <a:pt x="172879" y="81820"/>
                  </a:cubicBezTo>
                  <a:cubicBezTo>
                    <a:pt x="172879" y="36671"/>
                    <a:pt x="136207" y="0"/>
                    <a:pt x="91059" y="0"/>
                  </a:cubicBezTo>
                  <a:cubicBezTo>
                    <a:pt x="45911" y="0"/>
                    <a:pt x="9239" y="36671"/>
                    <a:pt x="9239" y="81820"/>
                  </a:cubicBezTo>
                  <a:cubicBezTo>
                    <a:pt x="9239" y="111919"/>
                    <a:pt x="25622" y="138303"/>
                    <a:pt x="49816" y="152495"/>
                  </a:cubicBezTo>
                  <a:lnTo>
                    <a:pt x="35052" y="152495"/>
                  </a:lnTo>
                  <a:cubicBezTo>
                    <a:pt x="27718" y="152495"/>
                    <a:pt x="21717" y="158496"/>
                    <a:pt x="21717" y="165830"/>
                  </a:cubicBezTo>
                  <a:lnTo>
                    <a:pt x="21717" y="179642"/>
                  </a:lnTo>
                  <a:cubicBezTo>
                    <a:pt x="21717" y="182499"/>
                    <a:pt x="22670" y="185261"/>
                    <a:pt x="24194" y="187452"/>
                  </a:cubicBezTo>
                  <a:cubicBezTo>
                    <a:pt x="22574" y="189643"/>
                    <a:pt x="21717" y="192310"/>
                    <a:pt x="21717" y="195263"/>
                  </a:cubicBezTo>
                  <a:lnTo>
                    <a:pt x="21717" y="209074"/>
                  </a:lnTo>
                  <a:cubicBezTo>
                    <a:pt x="21717" y="209836"/>
                    <a:pt x="21717" y="210693"/>
                    <a:pt x="21907" y="211360"/>
                  </a:cubicBezTo>
                  <a:cubicBezTo>
                    <a:pt x="15335" y="212217"/>
                    <a:pt x="10287" y="217837"/>
                    <a:pt x="10287" y="224600"/>
                  </a:cubicBezTo>
                  <a:lnTo>
                    <a:pt x="10287" y="238411"/>
                  </a:lnTo>
                  <a:cubicBezTo>
                    <a:pt x="10287" y="239268"/>
                    <a:pt x="10287" y="240125"/>
                    <a:pt x="10573" y="240887"/>
                  </a:cubicBezTo>
                  <a:cubicBezTo>
                    <a:pt x="4477" y="242125"/>
                    <a:pt x="0" y="247555"/>
                    <a:pt x="0" y="253937"/>
                  </a:cubicBezTo>
                  <a:lnTo>
                    <a:pt x="0" y="267748"/>
                  </a:lnTo>
                  <a:cubicBezTo>
                    <a:pt x="0" y="274130"/>
                    <a:pt x="4572" y="279559"/>
                    <a:pt x="10573" y="280797"/>
                  </a:cubicBezTo>
                  <a:cubicBezTo>
                    <a:pt x="10382" y="281654"/>
                    <a:pt x="10287" y="282416"/>
                    <a:pt x="10287" y="283274"/>
                  </a:cubicBezTo>
                  <a:lnTo>
                    <a:pt x="10287" y="297085"/>
                  </a:lnTo>
                  <a:cubicBezTo>
                    <a:pt x="10287" y="300038"/>
                    <a:pt x="11239" y="302705"/>
                    <a:pt x="12763" y="304895"/>
                  </a:cubicBezTo>
                  <a:cubicBezTo>
                    <a:pt x="11144" y="307086"/>
                    <a:pt x="10287" y="309753"/>
                    <a:pt x="10287" y="312706"/>
                  </a:cubicBezTo>
                  <a:lnTo>
                    <a:pt x="10287" y="326517"/>
                  </a:lnTo>
                  <a:cubicBezTo>
                    <a:pt x="10287" y="333851"/>
                    <a:pt x="16288" y="339852"/>
                    <a:pt x="23622" y="339852"/>
                  </a:cubicBezTo>
                  <a:lnTo>
                    <a:pt x="160496" y="339852"/>
                  </a:lnTo>
                  <a:cubicBezTo>
                    <a:pt x="164973" y="339852"/>
                    <a:pt x="168878" y="337661"/>
                    <a:pt x="171355" y="334328"/>
                  </a:cubicBezTo>
                  <a:cubicBezTo>
                    <a:pt x="180785" y="338042"/>
                    <a:pt x="190786" y="339852"/>
                    <a:pt x="201073" y="339852"/>
                  </a:cubicBezTo>
                  <a:cubicBezTo>
                    <a:pt x="205549" y="339852"/>
                    <a:pt x="209836" y="339471"/>
                    <a:pt x="214122" y="338804"/>
                  </a:cubicBezTo>
                  <a:cubicBezTo>
                    <a:pt x="215741" y="339471"/>
                    <a:pt x="217456" y="339852"/>
                    <a:pt x="219265" y="339852"/>
                  </a:cubicBezTo>
                  <a:lnTo>
                    <a:pt x="287179" y="339852"/>
                  </a:lnTo>
                  <a:cubicBezTo>
                    <a:pt x="290227" y="339852"/>
                    <a:pt x="292798" y="337375"/>
                    <a:pt x="292798" y="334232"/>
                  </a:cubicBezTo>
                  <a:cubicBezTo>
                    <a:pt x="292798" y="331089"/>
                    <a:pt x="290322" y="328613"/>
                    <a:pt x="287179" y="328613"/>
                  </a:cubicBezTo>
                  <a:lnTo>
                    <a:pt x="242221" y="328613"/>
                  </a:lnTo>
                  <a:cubicBezTo>
                    <a:pt x="246983" y="325850"/>
                    <a:pt x="251365" y="322612"/>
                    <a:pt x="255461" y="318992"/>
                  </a:cubicBezTo>
                  <a:cubicBezTo>
                    <a:pt x="256508" y="320421"/>
                    <a:pt x="258128" y="321374"/>
                    <a:pt x="260032" y="321374"/>
                  </a:cubicBezTo>
                  <a:cubicBezTo>
                    <a:pt x="263080" y="321374"/>
                    <a:pt x="265652" y="318897"/>
                    <a:pt x="265652" y="315754"/>
                  </a:cubicBezTo>
                  <a:lnTo>
                    <a:pt x="265652" y="310420"/>
                  </a:lnTo>
                  <a:lnTo>
                    <a:pt x="282130" y="310420"/>
                  </a:lnTo>
                  <a:lnTo>
                    <a:pt x="282130" y="315754"/>
                  </a:lnTo>
                  <a:cubicBezTo>
                    <a:pt x="282130" y="318802"/>
                    <a:pt x="284607" y="321374"/>
                    <a:pt x="287750" y="321374"/>
                  </a:cubicBezTo>
                  <a:cubicBezTo>
                    <a:pt x="290894" y="321374"/>
                    <a:pt x="293370" y="318897"/>
                    <a:pt x="293370" y="315754"/>
                  </a:cubicBezTo>
                  <a:lnTo>
                    <a:pt x="293370" y="310420"/>
                  </a:lnTo>
                  <a:lnTo>
                    <a:pt x="309848" y="310420"/>
                  </a:lnTo>
                  <a:lnTo>
                    <a:pt x="309848" y="315754"/>
                  </a:lnTo>
                  <a:cubicBezTo>
                    <a:pt x="309848" y="318802"/>
                    <a:pt x="312325" y="321374"/>
                    <a:pt x="315468" y="321374"/>
                  </a:cubicBezTo>
                  <a:cubicBezTo>
                    <a:pt x="318611" y="321374"/>
                    <a:pt x="321088" y="318897"/>
                    <a:pt x="321088" y="315754"/>
                  </a:cubicBezTo>
                  <a:lnTo>
                    <a:pt x="321088" y="310420"/>
                  </a:lnTo>
                  <a:lnTo>
                    <a:pt x="337566" y="310420"/>
                  </a:lnTo>
                  <a:lnTo>
                    <a:pt x="337566" y="315754"/>
                  </a:lnTo>
                  <a:cubicBezTo>
                    <a:pt x="337566" y="318802"/>
                    <a:pt x="340043" y="321374"/>
                    <a:pt x="343186" y="321374"/>
                  </a:cubicBezTo>
                  <a:cubicBezTo>
                    <a:pt x="346329" y="321374"/>
                    <a:pt x="348805" y="318897"/>
                    <a:pt x="348805" y="315754"/>
                  </a:cubicBezTo>
                  <a:lnTo>
                    <a:pt x="348805" y="310420"/>
                  </a:lnTo>
                  <a:lnTo>
                    <a:pt x="356426" y="310420"/>
                  </a:lnTo>
                  <a:cubicBezTo>
                    <a:pt x="357664" y="310420"/>
                    <a:pt x="358616" y="311372"/>
                    <a:pt x="358616" y="312611"/>
                  </a:cubicBezTo>
                  <a:lnTo>
                    <a:pt x="358616" y="326422"/>
                  </a:lnTo>
                  <a:cubicBezTo>
                    <a:pt x="358616" y="327660"/>
                    <a:pt x="357664" y="328613"/>
                    <a:pt x="356426" y="328613"/>
                  </a:cubicBezTo>
                  <a:lnTo>
                    <a:pt x="312325" y="328613"/>
                  </a:lnTo>
                  <a:cubicBezTo>
                    <a:pt x="309277" y="328613"/>
                    <a:pt x="306705" y="331089"/>
                    <a:pt x="306705" y="334232"/>
                  </a:cubicBezTo>
                  <a:cubicBezTo>
                    <a:pt x="306705" y="337375"/>
                    <a:pt x="309181" y="339852"/>
                    <a:pt x="312325" y="339852"/>
                  </a:cubicBezTo>
                  <a:lnTo>
                    <a:pt x="356426" y="339852"/>
                  </a:lnTo>
                  <a:cubicBezTo>
                    <a:pt x="363760" y="339852"/>
                    <a:pt x="369761" y="333851"/>
                    <a:pt x="369761" y="326517"/>
                  </a:cubicBezTo>
                  <a:lnTo>
                    <a:pt x="369761" y="312706"/>
                  </a:lnTo>
                  <a:cubicBezTo>
                    <a:pt x="369761" y="309753"/>
                    <a:pt x="368808" y="307086"/>
                    <a:pt x="367189" y="304895"/>
                  </a:cubicBezTo>
                  <a:cubicBezTo>
                    <a:pt x="368808" y="302705"/>
                    <a:pt x="369761" y="300038"/>
                    <a:pt x="369761" y="297085"/>
                  </a:cubicBezTo>
                  <a:lnTo>
                    <a:pt x="369761" y="283274"/>
                  </a:lnTo>
                  <a:cubicBezTo>
                    <a:pt x="369761" y="276797"/>
                    <a:pt x="365188" y="271463"/>
                    <a:pt x="359093" y="270224"/>
                  </a:cubicBezTo>
                  <a:cubicBezTo>
                    <a:pt x="359283" y="269462"/>
                    <a:pt x="359378" y="268605"/>
                    <a:pt x="359378" y="267748"/>
                  </a:cubicBezTo>
                  <a:lnTo>
                    <a:pt x="359378" y="253937"/>
                  </a:lnTo>
                  <a:cubicBezTo>
                    <a:pt x="359378" y="253079"/>
                    <a:pt x="359378" y="252222"/>
                    <a:pt x="359093" y="251460"/>
                  </a:cubicBezTo>
                  <a:cubicBezTo>
                    <a:pt x="365188" y="250222"/>
                    <a:pt x="369761" y="244793"/>
                    <a:pt x="369761" y="238411"/>
                  </a:cubicBezTo>
                  <a:lnTo>
                    <a:pt x="369761" y="224600"/>
                  </a:lnTo>
                  <a:cubicBezTo>
                    <a:pt x="369761" y="223838"/>
                    <a:pt x="369761" y="223075"/>
                    <a:pt x="369570" y="222314"/>
                  </a:cubicBezTo>
                  <a:cubicBezTo>
                    <a:pt x="376142" y="221456"/>
                    <a:pt x="381190" y="215837"/>
                    <a:pt x="381190" y="209074"/>
                  </a:cubicBezTo>
                  <a:lnTo>
                    <a:pt x="381190" y="195263"/>
                  </a:lnTo>
                  <a:cubicBezTo>
                    <a:pt x="381190" y="188119"/>
                    <a:pt x="375571" y="182309"/>
                    <a:pt x="368522" y="181927"/>
                  </a:cubicBezTo>
                  <a:lnTo>
                    <a:pt x="368522" y="181927"/>
                  </a:lnTo>
                  <a:close/>
                  <a:moveTo>
                    <a:pt x="347853" y="150209"/>
                  </a:moveTo>
                  <a:cubicBezTo>
                    <a:pt x="347853" y="151448"/>
                    <a:pt x="346901" y="152400"/>
                    <a:pt x="345662" y="152400"/>
                  </a:cubicBezTo>
                  <a:lnTo>
                    <a:pt x="208788" y="152400"/>
                  </a:lnTo>
                  <a:cubicBezTo>
                    <a:pt x="207550" y="152400"/>
                    <a:pt x="206597" y="151448"/>
                    <a:pt x="206597" y="150209"/>
                  </a:cubicBezTo>
                  <a:lnTo>
                    <a:pt x="206597" y="136398"/>
                  </a:lnTo>
                  <a:cubicBezTo>
                    <a:pt x="206597" y="135160"/>
                    <a:pt x="207550" y="134207"/>
                    <a:pt x="208788" y="134207"/>
                  </a:cubicBezTo>
                  <a:lnTo>
                    <a:pt x="216408" y="134207"/>
                  </a:lnTo>
                  <a:lnTo>
                    <a:pt x="216408" y="139541"/>
                  </a:lnTo>
                  <a:cubicBezTo>
                    <a:pt x="216408" y="142589"/>
                    <a:pt x="218885" y="145161"/>
                    <a:pt x="222028" y="145161"/>
                  </a:cubicBezTo>
                  <a:cubicBezTo>
                    <a:pt x="225171" y="145161"/>
                    <a:pt x="227647" y="142685"/>
                    <a:pt x="227647" y="139541"/>
                  </a:cubicBezTo>
                  <a:lnTo>
                    <a:pt x="227647" y="134207"/>
                  </a:lnTo>
                  <a:lnTo>
                    <a:pt x="244126" y="134207"/>
                  </a:lnTo>
                  <a:lnTo>
                    <a:pt x="244126" y="139541"/>
                  </a:lnTo>
                  <a:cubicBezTo>
                    <a:pt x="244126" y="142589"/>
                    <a:pt x="246602" y="145161"/>
                    <a:pt x="249746" y="145161"/>
                  </a:cubicBezTo>
                  <a:cubicBezTo>
                    <a:pt x="252889" y="145161"/>
                    <a:pt x="255365" y="142685"/>
                    <a:pt x="255365" y="139541"/>
                  </a:cubicBezTo>
                  <a:lnTo>
                    <a:pt x="255365" y="134207"/>
                  </a:lnTo>
                  <a:lnTo>
                    <a:pt x="271844" y="134207"/>
                  </a:lnTo>
                  <a:lnTo>
                    <a:pt x="271844" y="139541"/>
                  </a:lnTo>
                  <a:cubicBezTo>
                    <a:pt x="271844" y="142589"/>
                    <a:pt x="274320" y="145161"/>
                    <a:pt x="277463" y="145161"/>
                  </a:cubicBezTo>
                  <a:cubicBezTo>
                    <a:pt x="280606" y="145161"/>
                    <a:pt x="283083" y="142685"/>
                    <a:pt x="283083" y="139541"/>
                  </a:cubicBezTo>
                  <a:lnTo>
                    <a:pt x="283083" y="134207"/>
                  </a:lnTo>
                  <a:lnTo>
                    <a:pt x="299561" y="134207"/>
                  </a:lnTo>
                  <a:lnTo>
                    <a:pt x="299561" y="139541"/>
                  </a:lnTo>
                  <a:cubicBezTo>
                    <a:pt x="299561" y="142589"/>
                    <a:pt x="302038" y="145161"/>
                    <a:pt x="305181" y="145161"/>
                  </a:cubicBezTo>
                  <a:cubicBezTo>
                    <a:pt x="308324" y="145161"/>
                    <a:pt x="310801" y="142685"/>
                    <a:pt x="310801" y="139541"/>
                  </a:cubicBezTo>
                  <a:lnTo>
                    <a:pt x="310801" y="134207"/>
                  </a:lnTo>
                  <a:lnTo>
                    <a:pt x="327279" y="134207"/>
                  </a:lnTo>
                  <a:lnTo>
                    <a:pt x="327279" y="139541"/>
                  </a:lnTo>
                  <a:cubicBezTo>
                    <a:pt x="327279" y="142589"/>
                    <a:pt x="329755" y="145161"/>
                    <a:pt x="332899" y="145161"/>
                  </a:cubicBezTo>
                  <a:cubicBezTo>
                    <a:pt x="336042" y="145161"/>
                    <a:pt x="338519" y="142685"/>
                    <a:pt x="338519" y="139541"/>
                  </a:cubicBezTo>
                  <a:lnTo>
                    <a:pt x="338519" y="134207"/>
                  </a:lnTo>
                  <a:lnTo>
                    <a:pt x="346138" y="134207"/>
                  </a:lnTo>
                  <a:cubicBezTo>
                    <a:pt x="347377" y="134207"/>
                    <a:pt x="348329" y="135160"/>
                    <a:pt x="348329" y="136398"/>
                  </a:cubicBezTo>
                  <a:lnTo>
                    <a:pt x="348329" y="150209"/>
                  </a:lnTo>
                  <a:close/>
                  <a:moveTo>
                    <a:pt x="354139" y="77724"/>
                  </a:moveTo>
                  <a:lnTo>
                    <a:pt x="354139" y="91535"/>
                  </a:lnTo>
                  <a:cubicBezTo>
                    <a:pt x="354139" y="92774"/>
                    <a:pt x="353187" y="93726"/>
                    <a:pt x="351949" y="93726"/>
                  </a:cubicBezTo>
                  <a:lnTo>
                    <a:pt x="215074" y="93726"/>
                  </a:lnTo>
                  <a:cubicBezTo>
                    <a:pt x="215074" y="93726"/>
                    <a:pt x="215074" y="93726"/>
                    <a:pt x="215074" y="93726"/>
                  </a:cubicBezTo>
                  <a:cubicBezTo>
                    <a:pt x="213836" y="93726"/>
                    <a:pt x="212884" y="92774"/>
                    <a:pt x="212884" y="91535"/>
                  </a:cubicBezTo>
                  <a:lnTo>
                    <a:pt x="212884" y="77724"/>
                  </a:lnTo>
                  <a:cubicBezTo>
                    <a:pt x="212884" y="76486"/>
                    <a:pt x="213836" y="75533"/>
                    <a:pt x="215074" y="75533"/>
                  </a:cubicBezTo>
                  <a:lnTo>
                    <a:pt x="222695" y="75533"/>
                  </a:lnTo>
                  <a:lnTo>
                    <a:pt x="222695" y="80867"/>
                  </a:lnTo>
                  <a:cubicBezTo>
                    <a:pt x="222695" y="83915"/>
                    <a:pt x="225171" y="86487"/>
                    <a:pt x="228314" y="86487"/>
                  </a:cubicBezTo>
                  <a:cubicBezTo>
                    <a:pt x="231457" y="86487"/>
                    <a:pt x="233934" y="84011"/>
                    <a:pt x="233934" y="80867"/>
                  </a:cubicBezTo>
                  <a:lnTo>
                    <a:pt x="233934" y="75533"/>
                  </a:lnTo>
                  <a:lnTo>
                    <a:pt x="250412" y="75533"/>
                  </a:lnTo>
                  <a:lnTo>
                    <a:pt x="250412" y="80867"/>
                  </a:lnTo>
                  <a:cubicBezTo>
                    <a:pt x="250412" y="83915"/>
                    <a:pt x="252889" y="86487"/>
                    <a:pt x="256032" y="86487"/>
                  </a:cubicBezTo>
                  <a:cubicBezTo>
                    <a:pt x="259175" y="86487"/>
                    <a:pt x="261652" y="84011"/>
                    <a:pt x="261652" y="80867"/>
                  </a:cubicBezTo>
                  <a:lnTo>
                    <a:pt x="261652" y="75533"/>
                  </a:lnTo>
                  <a:lnTo>
                    <a:pt x="278130" y="75533"/>
                  </a:lnTo>
                  <a:lnTo>
                    <a:pt x="278130" y="80867"/>
                  </a:lnTo>
                  <a:cubicBezTo>
                    <a:pt x="278130" y="83915"/>
                    <a:pt x="280606" y="86487"/>
                    <a:pt x="283750" y="86487"/>
                  </a:cubicBezTo>
                  <a:cubicBezTo>
                    <a:pt x="286893" y="86487"/>
                    <a:pt x="289370" y="84011"/>
                    <a:pt x="289370" y="80867"/>
                  </a:cubicBezTo>
                  <a:lnTo>
                    <a:pt x="289370" y="75533"/>
                  </a:lnTo>
                  <a:lnTo>
                    <a:pt x="305848" y="75533"/>
                  </a:lnTo>
                  <a:lnTo>
                    <a:pt x="305848" y="80867"/>
                  </a:lnTo>
                  <a:cubicBezTo>
                    <a:pt x="305848" y="83915"/>
                    <a:pt x="308324" y="86487"/>
                    <a:pt x="311468" y="86487"/>
                  </a:cubicBezTo>
                  <a:cubicBezTo>
                    <a:pt x="314611" y="86487"/>
                    <a:pt x="317087" y="84011"/>
                    <a:pt x="317087" y="80867"/>
                  </a:cubicBezTo>
                  <a:lnTo>
                    <a:pt x="317087" y="75533"/>
                  </a:lnTo>
                  <a:lnTo>
                    <a:pt x="333565" y="75533"/>
                  </a:lnTo>
                  <a:lnTo>
                    <a:pt x="333565" y="80867"/>
                  </a:lnTo>
                  <a:cubicBezTo>
                    <a:pt x="333565" y="83915"/>
                    <a:pt x="336042" y="86487"/>
                    <a:pt x="339185" y="86487"/>
                  </a:cubicBezTo>
                  <a:cubicBezTo>
                    <a:pt x="342329" y="86487"/>
                    <a:pt x="344805" y="84011"/>
                    <a:pt x="344805" y="80867"/>
                  </a:cubicBezTo>
                  <a:lnTo>
                    <a:pt x="344805" y="75533"/>
                  </a:lnTo>
                  <a:lnTo>
                    <a:pt x="352425" y="75533"/>
                  </a:lnTo>
                  <a:cubicBezTo>
                    <a:pt x="353663" y="75533"/>
                    <a:pt x="354616" y="76486"/>
                    <a:pt x="354616" y="77724"/>
                  </a:cubicBezTo>
                  <a:lnTo>
                    <a:pt x="354616" y="77724"/>
                  </a:lnTo>
                  <a:close/>
                  <a:moveTo>
                    <a:pt x="194120" y="62103"/>
                  </a:moveTo>
                  <a:lnTo>
                    <a:pt x="194120" y="48292"/>
                  </a:lnTo>
                  <a:cubicBezTo>
                    <a:pt x="194120" y="47054"/>
                    <a:pt x="195072" y="46101"/>
                    <a:pt x="196310" y="46101"/>
                  </a:cubicBezTo>
                  <a:lnTo>
                    <a:pt x="203930" y="46101"/>
                  </a:lnTo>
                  <a:lnTo>
                    <a:pt x="203930" y="51435"/>
                  </a:lnTo>
                  <a:cubicBezTo>
                    <a:pt x="203930" y="54483"/>
                    <a:pt x="206407" y="57055"/>
                    <a:pt x="209550" y="57055"/>
                  </a:cubicBezTo>
                  <a:cubicBezTo>
                    <a:pt x="212693" y="57055"/>
                    <a:pt x="215170" y="54578"/>
                    <a:pt x="215170" y="51435"/>
                  </a:cubicBezTo>
                  <a:lnTo>
                    <a:pt x="215170" y="46101"/>
                  </a:lnTo>
                  <a:lnTo>
                    <a:pt x="231648" y="46101"/>
                  </a:lnTo>
                  <a:lnTo>
                    <a:pt x="231648" y="51435"/>
                  </a:lnTo>
                  <a:cubicBezTo>
                    <a:pt x="231648" y="54483"/>
                    <a:pt x="234124" y="57055"/>
                    <a:pt x="237268" y="57055"/>
                  </a:cubicBezTo>
                  <a:cubicBezTo>
                    <a:pt x="240411" y="57055"/>
                    <a:pt x="242888" y="54578"/>
                    <a:pt x="242888" y="51435"/>
                  </a:cubicBezTo>
                  <a:lnTo>
                    <a:pt x="242888" y="46101"/>
                  </a:lnTo>
                  <a:lnTo>
                    <a:pt x="259366" y="46101"/>
                  </a:lnTo>
                  <a:lnTo>
                    <a:pt x="259366" y="51435"/>
                  </a:lnTo>
                  <a:cubicBezTo>
                    <a:pt x="259366" y="54483"/>
                    <a:pt x="261842" y="57055"/>
                    <a:pt x="264986" y="57055"/>
                  </a:cubicBezTo>
                  <a:cubicBezTo>
                    <a:pt x="268129" y="57055"/>
                    <a:pt x="270605" y="54578"/>
                    <a:pt x="270605" y="51435"/>
                  </a:cubicBezTo>
                  <a:lnTo>
                    <a:pt x="270605" y="46101"/>
                  </a:lnTo>
                  <a:lnTo>
                    <a:pt x="287084" y="46101"/>
                  </a:lnTo>
                  <a:lnTo>
                    <a:pt x="287084" y="51435"/>
                  </a:lnTo>
                  <a:cubicBezTo>
                    <a:pt x="287084" y="54483"/>
                    <a:pt x="289560" y="57055"/>
                    <a:pt x="292703" y="57055"/>
                  </a:cubicBezTo>
                  <a:cubicBezTo>
                    <a:pt x="295846" y="57055"/>
                    <a:pt x="298323" y="54578"/>
                    <a:pt x="298323" y="51435"/>
                  </a:cubicBezTo>
                  <a:lnTo>
                    <a:pt x="298323" y="46101"/>
                  </a:lnTo>
                  <a:lnTo>
                    <a:pt x="314801" y="46101"/>
                  </a:lnTo>
                  <a:lnTo>
                    <a:pt x="314801" y="51435"/>
                  </a:lnTo>
                  <a:cubicBezTo>
                    <a:pt x="314801" y="54483"/>
                    <a:pt x="317278" y="57055"/>
                    <a:pt x="320421" y="57055"/>
                  </a:cubicBezTo>
                  <a:cubicBezTo>
                    <a:pt x="323564" y="57055"/>
                    <a:pt x="326041" y="54578"/>
                    <a:pt x="326041" y="51435"/>
                  </a:cubicBezTo>
                  <a:lnTo>
                    <a:pt x="326041" y="46101"/>
                  </a:lnTo>
                  <a:lnTo>
                    <a:pt x="333661" y="46101"/>
                  </a:lnTo>
                  <a:cubicBezTo>
                    <a:pt x="334899" y="46101"/>
                    <a:pt x="335852" y="47054"/>
                    <a:pt x="335852" y="48292"/>
                  </a:cubicBezTo>
                  <a:lnTo>
                    <a:pt x="335852" y="62103"/>
                  </a:lnTo>
                  <a:cubicBezTo>
                    <a:pt x="335852" y="63341"/>
                    <a:pt x="334899" y="64294"/>
                    <a:pt x="333661" y="64294"/>
                  </a:cubicBezTo>
                  <a:cubicBezTo>
                    <a:pt x="333661" y="64294"/>
                    <a:pt x="333661" y="64294"/>
                    <a:pt x="333661" y="64294"/>
                  </a:cubicBezTo>
                  <a:lnTo>
                    <a:pt x="196787" y="64294"/>
                  </a:lnTo>
                  <a:cubicBezTo>
                    <a:pt x="195548" y="64294"/>
                    <a:pt x="194596" y="63341"/>
                    <a:pt x="194596" y="62103"/>
                  </a:cubicBezTo>
                  <a:lnTo>
                    <a:pt x="194596" y="62103"/>
                  </a:lnTo>
                  <a:close/>
                  <a:moveTo>
                    <a:pt x="195167" y="107061"/>
                  </a:moveTo>
                  <a:cubicBezTo>
                    <a:pt x="195167" y="105823"/>
                    <a:pt x="196120" y="104870"/>
                    <a:pt x="197358" y="104870"/>
                  </a:cubicBezTo>
                  <a:lnTo>
                    <a:pt x="204978" y="104870"/>
                  </a:lnTo>
                  <a:lnTo>
                    <a:pt x="204978" y="110204"/>
                  </a:lnTo>
                  <a:cubicBezTo>
                    <a:pt x="204978" y="113252"/>
                    <a:pt x="207454" y="115824"/>
                    <a:pt x="210598" y="115824"/>
                  </a:cubicBezTo>
                  <a:cubicBezTo>
                    <a:pt x="213741" y="115824"/>
                    <a:pt x="216218" y="113348"/>
                    <a:pt x="216218" y="110204"/>
                  </a:cubicBezTo>
                  <a:lnTo>
                    <a:pt x="216218" y="104870"/>
                  </a:lnTo>
                  <a:lnTo>
                    <a:pt x="232696" y="104870"/>
                  </a:lnTo>
                  <a:lnTo>
                    <a:pt x="232696" y="110204"/>
                  </a:lnTo>
                  <a:cubicBezTo>
                    <a:pt x="232696" y="113252"/>
                    <a:pt x="235172" y="115824"/>
                    <a:pt x="238315" y="115824"/>
                  </a:cubicBezTo>
                  <a:cubicBezTo>
                    <a:pt x="241459" y="115824"/>
                    <a:pt x="243935" y="113348"/>
                    <a:pt x="243935" y="110204"/>
                  </a:cubicBezTo>
                  <a:lnTo>
                    <a:pt x="243935" y="104870"/>
                  </a:lnTo>
                  <a:lnTo>
                    <a:pt x="260413" y="104870"/>
                  </a:lnTo>
                  <a:lnTo>
                    <a:pt x="260413" y="110204"/>
                  </a:lnTo>
                  <a:cubicBezTo>
                    <a:pt x="260413" y="113252"/>
                    <a:pt x="262890" y="115824"/>
                    <a:pt x="266033" y="115824"/>
                  </a:cubicBezTo>
                  <a:cubicBezTo>
                    <a:pt x="269177" y="115824"/>
                    <a:pt x="271653" y="113348"/>
                    <a:pt x="271653" y="110204"/>
                  </a:cubicBezTo>
                  <a:lnTo>
                    <a:pt x="271653" y="104870"/>
                  </a:lnTo>
                  <a:lnTo>
                    <a:pt x="288131" y="104870"/>
                  </a:lnTo>
                  <a:lnTo>
                    <a:pt x="288131" y="110204"/>
                  </a:lnTo>
                  <a:cubicBezTo>
                    <a:pt x="288131" y="113252"/>
                    <a:pt x="290608" y="115824"/>
                    <a:pt x="293751" y="115824"/>
                  </a:cubicBezTo>
                  <a:cubicBezTo>
                    <a:pt x="296894" y="115824"/>
                    <a:pt x="299371" y="113348"/>
                    <a:pt x="299371" y="110204"/>
                  </a:cubicBezTo>
                  <a:lnTo>
                    <a:pt x="299371" y="104870"/>
                  </a:lnTo>
                  <a:lnTo>
                    <a:pt x="315849" y="104870"/>
                  </a:lnTo>
                  <a:lnTo>
                    <a:pt x="315849" y="110204"/>
                  </a:lnTo>
                  <a:cubicBezTo>
                    <a:pt x="315849" y="113252"/>
                    <a:pt x="318326" y="115824"/>
                    <a:pt x="321469" y="115824"/>
                  </a:cubicBezTo>
                  <a:cubicBezTo>
                    <a:pt x="324612" y="115824"/>
                    <a:pt x="327088" y="113348"/>
                    <a:pt x="327088" y="110204"/>
                  </a:cubicBezTo>
                  <a:lnTo>
                    <a:pt x="327088" y="104870"/>
                  </a:lnTo>
                  <a:lnTo>
                    <a:pt x="334709" y="104870"/>
                  </a:lnTo>
                  <a:cubicBezTo>
                    <a:pt x="335947" y="104870"/>
                    <a:pt x="336899" y="105823"/>
                    <a:pt x="336899" y="107061"/>
                  </a:cubicBezTo>
                  <a:lnTo>
                    <a:pt x="336899" y="120872"/>
                  </a:lnTo>
                  <a:cubicBezTo>
                    <a:pt x="336899" y="122111"/>
                    <a:pt x="335947" y="123063"/>
                    <a:pt x="334709" y="123063"/>
                  </a:cubicBezTo>
                  <a:cubicBezTo>
                    <a:pt x="334709" y="123063"/>
                    <a:pt x="334709" y="123063"/>
                    <a:pt x="334709" y="123063"/>
                  </a:cubicBezTo>
                  <a:lnTo>
                    <a:pt x="197834" y="123063"/>
                  </a:lnTo>
                  <a:cubicBezTo>
                    <a:pt x="196596" y="123063"/>
                    <a:pt x="195644" y="122111"/>
                    <a:pt x="195644" y="120872"/>
                  </a:cubicBezTo>
                  <a:lnTo>
                    <a:pt x="195644" y="107061"/>
                  </a:lnTo>
                  <a:close/>
                  <a:moveTo>
                    <a:pt x="215932" y="165735"/>
                  </a:moveTo>
                  <a:cubicBezTo>
                    <a:pt x="215932" y="164497"/>
                    <a:pt x="216884" y="163544"/>
                    <a:pt x="218122" y="163544"/>
                  </a:cubicBezTo>
                  <a:lnTo>
                    <a:pt x="225743" y="163544"/>
                  </a:lnTo>
                  <a:lnTo>
                    <a:pt x="225743" y="168878"/>
                  </a:lnTo>
                  <a:cubicBezTo>
                    <a:pt x="225743" y="171926"/>
                    <a:pt x="228219" y="174498"/>
                    <a:pt x="231362" y="174498"/>
                  </a:cubicBezTo>
                  <a:cubicBezTo>
                    <a:pt x="234505" y="174498"/>
                    <a:pt x="236982" y="172022"/>
                    <a:pt x="236982" y="168878"/>
                  </a:cubicBezTo>
                  <a:lnTo>
                    <a:pt x="236982" y="163544"/>
                  </a:lnTo>
                  <a:lnTo>
                    <a:pt x="253460" y="163544"/>
                  </a:lnTo>
                  <a:lnTo>
                    <a:pt x="253460" y="168878"/>
                  </a:lnTo>
                  <a:cubicBezTo>
                    <a:pt x="253460" y="171926"/>
                    <a:pt x="255937" y="174498"/>
                    <a:pt x="259080" y="174498"/>
                  </a:cubicBezTo>
                  <a:cubicBezTo>
                    <a:pt x="262223" y="174498"/>
                    <a:pt x="264700" y="172022"/>
                    <a:pt x="264700" y="168878"/>
                  </a:cubicBezTo>
                  <a:lnTo>
                    <a:pt x="264700" y="163544"/>
                  </a:lnTo>
                  <a:lnTo>
                    <a:pt x="281178" y="163544"/>
                  </a:lnTo>
                  <a:lnTo>
                    <a:pt x="281178" y="168878"/>
                  </a:lnTo>
                  <a:cubicBezTo>
                    <a:pt x="281178" y="171926"/>
                    <a:pt x="283655" y="174498"/>
                    <a:pt x="286798" y="174498"/>
                  </a:cubicBezTo>
                  <a:cubicBezTo>
                    <a:pt x="289941" y="174498"/>
                    <a:pt x="292418" y="172022"/>
                    <a:pt x="292418" y="168878"/>
                  </a:cubicBezTo>
                  <a:lnTo>
                    <a:pt x="292418" y="163544"/>
                  </a:lnTo>
                  <a:lnTo>
                    <a:pt x="308896" y="163544"/>
                  </a:lnTo>
                  <a:lnTo>
                    <a:pt x="308896" y="168878"/>
                  </a:lnTo>
                  <a:cubicBezTo>
                    <a:pt x="308896" y="171926"/>
                    <a:pt x="311372" y="174498"/>
                    <a:pt x="314515" y="174498"/>
                  </a:cubicBezTo>
                  <a:cubicBezTo>
                    <a:pt x="317659" y="174498"/>
                    <a:pt x="320135" y="172022"/>
                    <a:pt x="320135" y="168878"/>
                  </a:cubicBezTo>
                  <a:lnTo>
                    <a:pt x="320135" y="163544"/>
                  </a:lnTo>
                  <a:lnTo>
                    <a:pt x="336613" y="163544"/>
                  </a:lnTo>
                  <a:lnTo>
                    <a:pt x="336613" y="168878"/>
                  </a:lnTo>
                  <a:cubicBezTo>
                    <a:pt x="336613" y="171926"/>
                    <a:pt x="339090" y="174498"/>
                    <a:pt x="342233" y="174498"/>
                  </a:cubicBezTo>
                  <a:cubicBezTo>
                    <a:pt x="345377" y="174498"/>
                    <a:pt x="347853" y="172022"/>
                    <a:pt x="347853" y="168878"/>
                  </a:cubicBezTo>
                  <a:lnTo>
                    <a:pt x="347853" y="163544"/>
                  </a:lnTo>
                  <a:lnTo>
                    <a:pt x="355473" y="163544"/>
                  </a:lnTo>
                  <a:cubicBezTo>
                    <a:pt x="356711" y="163544"/>
                    <a:pt x="357664" y="164497"/>
                    <a:pt x="357664" y="165735"/>
                  </a:cubicBezTo>
                  <a:lnTo>
                    <a:pt x="357664" y="179546"/>
                  </a:lnTo>
                  <a:cubicBezTo>
                    <a:pt x="357664" y="180785"/>
                    <a:pt x="356711" y="181737"/>
                    <a:pt x="355473" y="181737"/>
                  </a:cubicBezTo>
                  <a:lnTo>
                    <a:pt x="231362" y="181737"/>
                  </a:lnTo>
                  <a:cubicBezTo>
                    <a:pt x="226600" y="179832"/>
                    <a:pt x="221552" y="178403"/>
                    <a:pt x="216408" y="177451"/>
                  </a:cubicBezTo>
                  <a:lnTo>
                    <a:pt x="216408" y="165735"/>
                  </a:lnTo>
                  <a:close/>
                  <a:moveTo>
                    <a:pt x="171926" y="211169"/>
                  </a:moveTo>
                  <a:lnTo>
                    <a:pt x="35052" y="211169"/>
                  </a:lnTo>
                  <a:cubicBezTo>
                    <a:pt x="33814" y="211169"/>
                    <a:pt x="32861" y="210217"/>
                    <a:pt x="32861" y="208979"/>
                  </a:cubicBezTo>
                  <a:lnTo>
                    <a:pt x="32861" y="195167"/>
                  </a:lnTo>
                  <a:cubicBezTo>
                    <a:pt x="32861" y="193929"/>
                    <a:pt x="33814" y="192977"/>
                    <a:pt x="35052" y="192977"/>
                  </a:cubicBezTo>
                  <a:lnTo>
                    <a:pt x="42672" y="192977"/>
                  </a:lnTo>
                  <a:lnTo>
                    <a:pt x="42672" y="198311"/>
                  </a:lnTo>
                  <a:cubicBezTo>
                    <a:pt x="42672" y="201359"/>
                    <a:pt x="45148" y="203930"/>
                    <a:pt x="48292" y="203930"/>
                  </a:cubicBezTo>
                  <a:cubicBezTo>
                    <a:pt x="51435" y="203930"/>
                    <a:pt x="53912" y="201454"/>
                    <a:pt x="53912" y="198311"/>
                  </a:cubicBezTo>
                  <a:lnTo>
                    <a:pt x="53912" y="192977"/>
                  </a:lnTo>
                  <a:lnTo>
                    <a:pt x="70390" y="192977"/>
                  </a:lnTo>
                  <a:lnTo>
                    <a:pt x="70390" y="198311"/>
                  </a:lnTo>
                  <a:cubicBezTo>
                    <a:pt x="70390" y="201359"/>
                    <a:pt x="72866" y="203930"/>
                    <a:pt x="76010" y="203930"/>
                  </a:cubicBezTo>
                  <a:cubicBezTo>
                    <a:pt x="79153" y="203930"/>
                    <a:pt x="81629" y="201454"/>
                    <a:pt x="81629" y="198311"/>
                  </a:cubicBezTo>
                  <a:lnTo>
                    <a:pt x="81629" y="192977"/>
                  </a:lnTo>
                  <a:lnTo>
                    <a:pt x="98107" y="192977"/>
                  </a:lnTo>
                  <a:lnTo>
                    <a:pt x="98107" y="198311"/>
                  </a:lnTo>
                  <a:cubicBezTo>
                    <a:pt x="98107" y="201359"/>
                    <a:pt x="100584" y="203930"/>
                    <a:pt x="103727" y="203930"/>
                  </a:cubicBezTo>
                  <a:cubicBezTo>
                    <a:pt x="106871" y="203930"/>
                    <a:pt x="109347" y="201454"/>
                    <a:pt x="109347" y="198311"/>
                  </a:cubicBezTo>
                  <a:lnTo>
                    <a:pt x="109347" y="192977"/>
                  </a:lnTo>
                  <a:lnTo>
                    <a:pt x="125825" y="192977"/>
                  </a:lnTo>
                  <a:lnTo>
                    <a:pt x="125825" y="198311"/>
                  </a:lnTo>
                  <a:cubicBezTo>
                    <a:pt x="125825" y="201359"/>
                    <a:pt x="128302" y="203930"/>
                    <a:pt x="131445" y="203930"/>
                  </a:cubicBezTo>
                  <a:cubicBezTo>
                    <a:pt x="134588" y="203930"/>
                    <a:pt x="137065" y="201454"/>
                    <a:pt x="137065" y="198311"/>
                  </a:cubicBezTo>
                  <a:lnTo>
                    <a:pt x="137065" y="192977"/>
                  </a:lnTo>
                  <a:lnTo>
                    <a:pt x="153543" y="192977"/>
                  </a:lnTo>
                  <a:lnTo>
                    <a:pt x="153543" y="198311"/>
                  </a:lnTo>
                  <a:cubicBezTo>
                    <a:pt x="153543" y="201359"/>
                    <a:pt x="156020" y="203930"/>
                    <a:pt x="159163" y="203930"/>
                  </a:cubicBezTo>
                  <a:cubicBezTo>
                    <a:pt x="162306" y="203930"/>
                    <a:pt x="164782" y="201454"/>
                    <a:pt x="164782" y="198311"/>
                  </a:cubicBezTo>
                  <a:lnTo>
                    <a:pt x="164782" y="192977"/>
                  </a:lnTo>
                  <a:lnTo>
                    <a:pt x="172403" y="192977"/>
                  </a:lnTo>
                  <a:cubicBezTo>
                    <a:pt x="173641" y="192977"/>
                    <a:pt x="174593" y="193929"/>
                    <a:pt x="174593" y="195167"/>
                  </a:cubicBezTo>
                  <a:lnTo>
                    <a:pt x="174593" y="208979"/>
                  </a:lnTo>
                  <a:cubicBezTo>
                    <a:pt x="174593" y="210217"/>
                    <a:pt x="173641" y="211169"/>
                    <a:pt x="172403" y="211169"/>
                  </a:cubicBezTo>
                  <a:lnTo>
                    <a:pt x="172403" y="211169"/>
                  </a:lnTo>
                  <a:close/>
                  <a:moveTo>
                    <a:pt x="20288" y="81725"/>
                  </a:moveTo>
                  <a:cubicBezTo>
                    <a:pt x="20288" y="42767"/>
                    <a:pt x="52006" y="11049"/>
                    <a:pt x="90964" y="11049"/>
                  </a:cubicBezTo>
                  <a:cubicBezTo>
                    <a:pt x="129921" y="11049"/>
                    <a:pt x="161639" y="42767"/>
                    <a:pt x="161639" y="81725"/>
                  </a:cubicBezTo>
                  <a:cubicBezTo>
                    <a:pt x="161639" y="120682"/>
                    <a:pt x="129921" y="152400"/>
                    <a:pt x="90964" y="152400"/>
                  </a:cubicBezTo>
                  <a:cubicBezTo>
                    <a:pt x="52006" y="152400"/>
                    <a:pt x="20288" y="120682"/>
                    <a:pt x="20288" y="81725"/>
                  </a:cubicBezTo>
                  <a:lnTo>
                    <a:pt x="20288" y="81725"/>
                  </a:lnTo>
                  <a:close/>
                  <a:moveTo>
                    <a:pt x="32766" y="165735"/>
                  </a:moveTo>
                  <a:cubicBezTo>
                    <a:pt x="32766" y="164497"/>
                    <a:pt x="33719" y="163544"/>
                    <a:pt x="34957" y="163544"/>
                  </a:cubicBezTo>
                  <a:lnTo>
                    <a:pt x="42577" y="163544"/>
                  </a:lnTo>
                  <a:lnTo>
                    <a:pt x="42577" y="168878"/>
                  </a:lnTo>
                  <a:cubicBezTo>
                    <a:pt x="42577" y="171926"/>
                    <a:pt x="45053" y="174498"/>
                    <a:pt x="48196" y="174498"/>
                  </a:cubicBezTo>
                  <a:cubicBezTo>
                    <a:pt x="51340" y="174498"/>
                    <a:pt x="53816" y="172022"/>
                    <a:pt x="53816" y="168878"/>
                  </a:cubicBezTo>
                  <a:lnTo>
                    <a:pt x="53816" y="163544"/>
                  </a:lnTo>
                  <a:lnTo>
                    <a:pt x="70295" y="163544"/>
                  </a:lnTo>
                  <a:lnTo>
                    <a:pt x="70295" y="168878"/>
                  </a:lnTo>
                  <a:cubicBezTo>
                    <a:pt x="70295" y="171926"/>
                    <a:pt x="72771" y="174498"/>
                    <a:pt x="75914" y="174498"/>
                  </a:cubicBezTo>
                  <a:cubicBezTo>
                    <a:pt x="79057" y="174498"/>
                    <a:pt x="81534" y="172022"/>
                    <a:pt x="81534" y="168878"/>
                  </a:cubicBezTo>
                  <a:lnTo>
                    <a:pt x="81534" y="163544"/>
                  </a:lnTo>
                  <a:lnTo>
                    <a:pt x="98012" y="163544"/>
                  </a:lnTo>
                  <a:lnTo>
                    <a:pt x="98012" y="168878"/>
                  </a:lnTo>
                  <a:cubicBezTo>
                    <a:pt x="98012" y="171926"/>
                    <a:pt x="100489" y="174498"/>
                    <a:pt x="103632" y="174498"/>
                  </a:cubicBezTo>
                  <a:cubicBezTo>
                    <a:pt x="106775" y="174498"/>
                    <a:pt x="109252" y="172022"/>
                    <a:pt x="109252" y="168878"/>
                  </a:cubicBezTo>
                  <a:lnTo>
                    <a:pt x="109252" y="163544"/>
                  </a:lnTo>
                  <a:lnTo>
                    <a:pt x="125730" y="163544"/>
                  </a:lnTo>
                  <a:lnTo>
                    <a:pt x="125730" y="168878"/>
                  </a:lnTo>
                  <a:cubicBezTo>
                    <a:pt x="125730" y="171926"/>
                    <a:pt x="128206" y="174498"/>
                    <a:pt x="131350" y="174498"/>
                  </a:cubicBezTo>
                  <a:cubicBezTo>
                    <a:pt x="134493" y="174498"/>
                    <a:pt x="136970" y="172022"/>
                    <a:pt x="136970" y="168878"/>
                  </a:cubicBezTo>
                  <a:lnTo>
                    <a:pt x="136970" y="163544"/>
                  </a:lnTo>
                  <a:lnTo>
                    <a:pt x="153448" y="163544"/>
                  </a:lnTo>
                  <a:lnTo>
                    <a:pt x="153448" y="168878"/>
                  </a:lnTo>
                  <a:cubicBezTo>
                    <a:pt x="153448" y="171926"/>
                    <a:pt x="155924" y="174498"/>
                    <a:pt x="159068" y="174498"/>
                  </a:cubicBezTo>
                  <a:cubicBezTo>
                    <a:pt x="162211" y="174498"/>
                    <a:pt x="164687" y="172022"/>
                    <a:pt x="164687" y="168878"/>
                  </a:cubicBezTo>
                  <a:lnTo>
                    <a:pt x="164687" y="163544"/>
                  </a:lnTo>
                  <a:lnTo>
                    <a:pt x="172307" y="163544"/>
                  </a:lnTo>
                  <a:cubicBezTo>
                    <a:pt x="173546" y="163544"/>
                    <a:pt x="174498" y="164497"/>
                    <a:pt x="174498" y="165735"/>
                  </a:cubicBezTo>
                  <a:lnTo>
                    <a:pt x="174498" y="179546"/>
                  </a:lnTo>
                  <a:cubicBezTo>
                    <a:pt x="174498" y="180785"/>
                    <a:pt x="173546" y="181737"/>
                    <a:pt x="172307" y="181737"/>
                  </a:cubicBezTo>
                  <a:cubicBezTo>
                    <a:pt x="172307" y="181737"/>
                    <a:pt x="172307" y="181737"/>
                    <a:pt x="172307" y="181737"/>
                  </a:cubicBezTo>
                  <a:lnTo>
                    <a:pt x="35528" y="181737"/>
                  </a:lnTo>
                  <a:cubicBezTo>
                    <a:pt x="35528" y="181737"/>
                    <a:pt x="35528" y="181737"/>
                    <a:pt x="35528" y="181737"/>
                  </a:cubicBezTo>
                  <a:cubicBezTo>
                    <a:pt x="34290" y="181737"/>
                    <a:pt x="33338" y="180785"/>
                    <a:pt x="33338" y="179546"/>
                  </a:cubicBezTo>
                  <a:lnTo>
                    <a:pt x="33338" y="165735"/>
                  </a:lnTo>
                  <a:close/>
                  <a:moveTo>
                    <a:pt x="21336" y="224504"/>
                  </a:moveTo>
                  <a:cubicBezTo>
                    <a:pt x="21336" y="223266"/>
                    <a:pt x="22288" y="222314"/>
                    <a:pt x="23527" y="222314"/>
                  </a:cubicBezTo>
                  <a:lnTo>
                    <a:pt x="31147" y="222314"/>
                  </a:lnTo>
                  <a:lnTo>
                    <a:pt x="31147" y="227648"/>
                  </a:lnTo>
                  <a:cubicBezTo>
                    <a:pt x="31147" y="230696"/>
                    <a:pt x="33623" y="233267"/>
                    <a:pt x="36767" y="233267"/>
                  </a:cubicBezTo>
                  <a:cubicBezTo>
                    <a:pt x="39910" y="233267"/>
                    <a:pt x="42386" y="230791"/>
                    <a:pt x="42386" y="227648"/>
                  </a:cubicBezTo>
                  <a:lnTo>
                    <a:pt x="42386" y="222314"/>
                  </a:lnTo>
                  <a:lnTo>
                    <a:pt x="58864" y="222314"/>
                  </a:lnTo>
                  <a:lnTo>
                    <a:pt x="58864" y="227648"/>
                  </a:lnTo>
                  <a:cubicBezTo>
                    <a:pt x="58864" y="230696"/>
                    <a:pt x="61341" y="233267"/>
                    <a:pt x="64484" y="233267"/>
                  </a:cubicBezTo>
                  <a:cubicBezTo>
                    <a:pt x="67628" y="233267"/>
                    <a:pt x="70104" y="230791"/>
                    <a:pt x="70104" y="227648"/>
                  </a:cubicBezTo>
                  <a:lnTo>
                    <a:pt x="70104" y="222314"/>
                  </a:lnTo>
                  <a:lnTo>
                    <a:pt x="86582" y="222314"/>
                  </a:lnTo>
                  <a:lnTo>
                    <a:pt x="86582" y="227648"/>
                  </a:lnTo>
                  <a:cubicBezTo>
                    <a:pt x="86582" y="230696"/>
                    <a:pt x="89059" y="233267"/>
                    <a:pt x="92202" y="233267"/>
                  </a:cubicBezTo>
                  <a:cubicBezTo>
                    <a:pt x="95345" y="233267"/>
                    <a:pt x="97822" y="230791"/>
                    <a:pt x="97822" y="227648"/>
                  </a:cubicBezTo>
                  <a:lnTo>
                    <a:pt x="97822" y="222314"/>
                  </a:lnTo>
                  <a:lnTo>
                    <a:pt x="114300" y="222314"/>
                  </a:lnTo>
                  <a:lnTo>
                    <a:pt x="114300" y="227648"/>
                  </a:lnTo>
                  <a:cubicBezTo>
                    <a:pt x="114300" y="230696"/>
                    <a:pt x="116777" y="233267"/>
                    <a:pt x="119920" y="233267"/>
                  </a:cubicBezTo>
                  <a:cubicBezTo>
                    <a:pt x="123063" y="233267"/>
                    <a:pt x="125539" y="230791"/>
                    <a:pt x="125539" y="227648"/>
                  </a:cubicBezTo>
                  <a:lnTo>
                    <a:pt x="125539" y="222314"/>
                  </a:lnTo>
                  <a:lnTo>
                    <a:pt x="142018" y="222314"/>
                  </a:lnTo>
                  <a:lnTo>
                    <a:pt x="142018" y="227648"/>
                  </a:lnTo>
                  <a:cubicBezTo>
                    <a:pt x="142018" y="230696"/>
                    <a:pt x="144494" y="233267"/>
                    <a:pt x="147638" y="233267"/>
                  </a:cubicBezTo>
                  <a:cubicBezTo>
                    <a:pt x="150781" y="233267"/>
                    <a:pt x="153257" y="230791"/>
                    <a:pt x="153257" y="227648"/>
                  </a:cubicBezTo>
                  <a:lnTo>
                    <a:pt x="153257" y="222314"/>
                  </a:lnTo>
                  <a:lnTo>
                    <a:pt x="160877" y="222314"/>
                  </a:lnTo>
                  <a:cubicBezTo>
                    <a:pt x="162115" y="222314"/>
                    <a:pt x="163068" y="223266"/>
                    <a:pt x="163068" y="224504"/>
                  </a:cubicBezTo>
                  <a:lnTo>
                    <a:pt x="163068" y="238316"/>
                  </a:lnTo>
                  <a:cubicBezTo>
                    <a:pt x="163068" y="239554"/>
                    <a:pt x="162115" y="240506"/>
                    <a:pt x="160877" y="240506"/>
                  </a:cubicBezTo>
                  <a:lnTo>
                    <a:pt x="24003" y="240506"/>
                  </a:lnTo>
                  <a:cubicBezTo>
                    <a:pt x="24003" y="240506"/>
                    <a:pt x="24003" y="240506"/>
                    <a:pt x="24003" y="240506"/>
                  </a:cubicBezTo>
                  <a:cubicBezTo>
                    <a:pt x="22765" y="240506"/>
                    <a:pt x="21812" y="239554"/>
                    <a:pt x="21812" y="238316"/>
                  </a:cubicBezTo>
                  <a:lnTo>
                    <a:pt x="21812" y="224504"/>
                  </a:lnTo>
                  <a:close/>
                  <a:moveTo>
                    <a:pt x="162687" y="296990"/>
                  </a:moveTo>
                  <a:cubicBezTo>
                    <a:pt x="162687" y="298228"/>
                    <a:pt x="161735" y="299180"/>
                    <a:pt x="160496" y="299180"/>
                  </a:cubicBezTo>
                  <a:lnTo>
                    <a:pt x="23622" y="299180"/>
                  </a:lnTo>
                  <a:cubicBezTo>
                    <a:pt x="22384" y="299180"/>
                    <a:pt x="21431" y="298228"/>
                    <a:pt x="21431" y="296990"/>
                  </a:cubicBezTo>
                  <a:lnTo>
                    <a:pt x="21431" y="283178"/>
                  </a:lnTo>
                  <a:cubicBezTo>
                    <a:pt x="21431" y="281940"/>
                    <a:pt x="22384" y="280988"/>
                    <a:pt x="23622" y="280988"/>
                  </a:cubicBezTo>
                  <a:lnTo>
                    <a:pt x="31242" y="280988"/>
                  </a:lnTo>
                  <a:lnTo>
                    <a:pt x="31242" y="286322"/>
                  </a:lnTo>
                  <a:cubicBezTo>
                    <a:pt x="31242" y="289370"/>
                    <a:pt x="33719" y="291941"/>
                    <a:pt x="36862" y="291941"/>
                  </a:cubicBezTo>
                  <a:cubicBezTo>
                    <a:pt x="40005" y="291941"/>
                    <a:pt x="42481" y="289465"/>
                    <a:pt x="42481" y="286322"/>
                  </a:cubicBezTo>
                  <a:lnTo>
                    <a:pt x="42481" y="280988"/>
                  </a:lnTo>
                  <a:lnTo>
                    <a:pt x="58960" y="280988"/>
                  </a:lnTo>
                  <a:lnTo>
                    <a:pt x="58960" y="286322"/>
                  </a:lnTo>
                  <a:cubicBezTo>
                    <a:pt x="58960" y="289370"/>
                    <a:pt x="61436" y="291941"/>
                    <a:pt x="64579" y="291941"/>
                  </a:cubicBezTo>
                  <a:cubicBezTo>
                    <a:pt x="67723" y="291941"/>
                    <a:pt x="70199" y="289465"/>
                    <a:pt x="70199" y="286322"/>
                  </a:cubicBezTo>
                  <a:lnTo>
                    <a:pt x="70199" y="280988"/>
                  </a:lnTo>
                  <a:lnTo>
                    <a:pt x="86678" y="280988"/>
                  </a:lnTo>
                  <a:lnTo>
                    <a:pt x="86678" y="286322"/>
                  </a:lnTo>
                  <a:cubicBezTo>
                    <a:pt x="86678" y="289370"/>
                    <a:pt x="89154" y="291941"/>
                    <a:pt x="92297" y="291941"/>
                  </a:cubicBezTo>
                  <a:cubicBezTo>
                    <a:pt x="95440" y="291941"/>
                    <a:pt x="97917" y="289465"/>
                    <a:pt x="97917" y="286322"/>
                  </a:cubicBezTo>
                  <a:lnTo>
                    <a:pt x="97917" y="280988"/>
                  </a:lnTo>
                  <a:lnTo>
                    <a:pt x="114395" y="280988"/>
                  </a:lnTo>
                  <a:lnTo>
                    <a:pt x="114395" y="286322"/>
                  </a:lnTo>
                  <a:cubicBezTo>
                    <a:pt x="114395" y="289370"/>
                    <a:pt x="116872" y="291941"/>
                    <a:pt x="120015" y="291941"/>
                  </a:cubicBezTo>
                  <a:cubicBezTo>
                    <a:pt x="123158" y="291941"/>
                    <a:pt x="125635" y="289465"/>
                    <a:pt x="125635" y="286322"/>
                  </a:cubicBezTo>
                  <a:lnTo>
                    <a:pt x="125635" y="280988"/>
                  </a:lnTo>
                  <a:lnTo>
                    <a:pt x="142113" y="280988"/>
                  </a:lnTo>
                  <a:lnTo>
                    <a:pt x="142113" y="286322"/>
                  </a:lnTo>
                  <a:cubicBezTo>
                    <a:pt x="142113" y="289370"/>
                    <a:pt x="144589" y="291941"/>
                    <a:pt x="147733" y="291941"/>
                  </a:cubicBezTo>
                  <a:cubicBezTo>
                    <a:pt x="150876" y="291941"/>
                    <a:pt x="153353" y="289465"/>
                    <a:pt x="153353" y="286322"/>
                  </a:cubicBezTo>
                  <a:lnTo>
                    <a:pt x="153353" y="280988"/>
                  </a:lnTo>
                  <a:lnTo>
                    <a:pt x="160972" y="280988"/>
                  </a:lnTo>
                  <a:cubicBezTo>
                    <a:pt x="162211" y="280988"/>
                    <a:pt x="163163" y="281940"/>
                    <a:pt x="163163" y="283178"/>
                  </a:cubicBezTo>
                  <a:lnTo>
                    <a:pt x="163163" y="296990"/>
                  </a:lnTo>
                  <a:close/>
                  <a:moveTo>
                    <a:pt x="26384" y="262604"/>
                  </a:moveTo>
                  <a:cubicBezTo>
                    <a:pt x="29432" y="262604"/>
                    <a:pt x="32004" y="260128"/>
                    <a:pt x="32004" y="256985"/>
                  </a:cubicBezTo>
                  <a:lnTo>
                    <a:pt x="32004" y="251650"/>
                  </a:lnTo>
                  <a:lnTo>
                    <a:pt x="48482" y="251650"/>
                  </a:lnTo>
                  <a:lnTo>
                    <a:pt x="48482" y="256985"/>
                  </a:lnTo>
                  <a:cubicBezTo>
                    <a:pt x="48482" y="260033"/>
                    <a:pt x="50959" y="262604"/>
                    <a:pt x="54102" y="262604"/>
                  </a:cubicBezTo>
                  <a:cubicBezTo>
                    <a:pt x="57245" y="262604"/>
                    <a:pt x="59722" y="260128"/>
                    <a:pt x="59722" y="256985"/>
                  </a:cubicBezTo>
                  <a:lnTo>
                    <a:pt x="59722" y="251650"/>
                  </a:lnTo>
                  <a:lnTo>
                    <a:pt x="76200" y="251650"/>
                  </a:lnTo>
                  <a:lnTo>
                    <a:pt x="76200" y="256985"/>
                  </a:lnTo>
                  <a:cubicBezTo>
                    <a:pt x="76200" y="260033"/>
                    <a:pt x="78677" y="262604"/>
                    <a:pt x="81820" y="262604"/>
                  </a:cubicBezTo>
                  <a:cubicBezTo>
                    <a:pt x="84963" y="262604"/>
                    <a:pt x="87439" y="260128"/>
                    <a:pt x="87439" y="256985"/>
                  </a:cubicBezTo>
                  <a:lnTo>
                    <a:pt x="87439" y="251650"/>
                  </a:lnTo>
                  <a:lnTo>
                    <a:pt x="103918" y="251650"/>
                  </a:lnTo>
                  <a:lnTo>
                    <a:pt x="103918" y="256985"/>
                  </a:lnTo>
                  <a:cubicBezTo>
                    <a:pt x="103918" y="260033"/>
                    <a:pt x="106394" y="262604"/>
                    <a:pt x="109538" y="262604"/>
                  </a:cubicBezTo>
                  <a:cubicBezTo>
                    <a:pt x="112681" y="262604"/>
                    <a:pt x="115157" y="260128"/>
                    <a:pt x="115157" y="256985"/>
                  </a:cubicBezTo>
                  <a:lnTo>
                    <a:pt x="115157" y="251650"/>
                  </a:lnTo>
                  <a:lnTo>
                    <a:pt x="131636" y="251650"/>
                  </a:lnTo>
                  <a:lnTo>
                    <a:pt x="131636" y="256985"/>
                  </a:lnTo>
                  <a:cubicBezTo>
                    <a:pt x="131636" y="260033"/>
                    <a:pt x="134112" y="262604"/>
                    <a:pt x="137255" y="262604"/>
                  </a:cubicBezTo>
                  <a:cubicBezTo>
                    <a:pt x="140398" y="262604"/>
                    <a:pt x="142875" y="260128"/>
                    <a:pt x="142875" y="256985"/>
                  </a:cubicBezTo>
                  <a:lnTo>
                    <a:pt x="142875" y="251650"/>
                  </a:lnTo>
                  <a:lnTo>
                    <a:pt x="150495" y="251650"/>
                  </a:lnTo>
                  <a:cubicBezTo>
                    <a:pt x="151733" y="251650"/>
                    <a:pt x="152686" y="252603"/>
                    <a:pt x="152686" y="253841"/>
                  </a:cubicBezTo>
                  <a:lnTo>
                    <a:pt x="152686" y="267653"/>
                  </a:lnTo>
                  <a:cubicBezTo>
                    <a:pt x="152686" y="268891"/>
                    <a:pt x="151733" y="269843"/>
                    <a:pt x="150495" y="269843"/>
                  </a:cubicBezTo>
                  <a:cubicBezTo>
                    <a:pt x="150495" y="269843"/>
                    <a:pt x="150495" y="269843"/>
                    <a:pt x="150495" y="269843"/>
                  </a:cubicBezTo>
                  <a:lnTo>
                    <a:pt x="13621" y="269843"/>
                  </a:lnTo>
                  <a:cubicBezTo>
                    <a:pt x="12382" y="269843"/>
                    <a:pt x="11430" y="268891"/>
                    <a:pt x="11430" y="267653"/>
                  </a:cubicBezTo>
                  <a:lnTo>
                    <a:pt x="11430" y="253841"/>
                  </a:lnTo>
                  <a:cubicBezTo>
                    <a:pt x="11430" y="252603"/>
                    <a:pt x="12382" y="251650"/>
                    <a:pt x="13621" y="251650"/>
                  </a:cubicBezTo>
                  <a:lnTo>
                    <a:pt x="21241" y="251650"/>
                  </a:lnTo>
                  <a:lnTo>
                    <a:pt x="21241" y="256985"/>
                  </a:lnTo>
                  <a:cubicBezTo>
                    <a:pt x="21241" y="260033"/>
                    <a:pt x="23717" y="262604"/>
                    <a:pt x="26861" y="262604"/>
                  </a:cubicBezTo>
                  <a:lnTo>
                    <a:pt x="26861" y="262604"/>
                  </a:lnTo>
                  <a:close/>
                  <a:moveTo>
                    <a:pt x="162687" y="326327"/>
                  </a:moveTo>
                  <a:cubicBezTo>
                    <a:pt x="162687" y="327565"/>
                    <a:pt x="161735" y="328517"/>
                    <a:pt x="160496" y="328517"/>
                  </a:cubicBezTo>
                  <a:lnTo>
                    <a:pt x="23622" y="328517"/>
                  </a:lnTo>
                  <a:cubicBezTo>
                    <a:pt x="22384" y="328517"/>
                    <a:pt x="21431" y="327565"/>
                    <a:pt x="21431" y="326327"/>
                  </a:cubicBezTo>
                  <a:lnTo>
                    <a:pt x="21431" y="312515"/>
                  </a:lnTo>
                  <a:cubicBezTo>
                    <a:pt x="21431" y="311277"/>
                    <a:pt x="22384" y="310325"/>
                    <a:pt x="23622" y="310325"/>
                  </a:cubicBezTo>
                  <a:lnTo>
                    <a:pt x="31242" y="310325"/>
                  </a:lnTo>
                  <a:lnTo>
                    <a:pt x="31242" y="315659"/>
                  </a:lnTo>
                  <a:cubicBezTo>
                    <a:pt x="31242" y="318707"/>
                    <a:pt x="33719" y="321278"/>
                    <a:pt x="36862" y="321278"/>
                  </a:cubicBezTo>
                  <a:cubicBezTo>
                    <a:pt x="40005" y="321278"/>
                    <a:pt x="42481" y="318802"/>
                    <a:pt x="42481" y="315659"/>
                  </a:cubicBezTo>
                  <a:lnTo>
                    <a:pt x="42481" y="310325"/>
                  </a:lnTo>
                  <a:lnTo>
                    <a:pt x="58960" y="310325"/>
                  </a:lnTo>
                  <a:lnTo>
                    <a:pt x="58960" y="315659"/>
                  </a:lnTo>
                  <a:cubicBezTo>
                    <a:pt x="58960" y="318707"/>
                    <a:pt x="61436" y="321278"/>
                    <a:pt x="64579" y="321278"/>
                  </a:cubicBezTo>
                  <a:cubicBezTo>
                    <a:pt x="67723" y="321278"/>
                    <a:pt x="70199" y="318802"/>
                    <a:pt x="70199" y="315659"/>
                  </a:cubicBezTo>
                  <a:lnTo>
                    <a:pt x="70199" y="310325"/>
                  </a:lnTo>
                  <a:lnTo>
                    <a:pt x="86678" y="310325"/>
                  </a:lnTo>
                  <a:lnTo>
                    <a:pt x="86678" y="315659"/>
                  </a:lnTo>
                  <a:cubicBezTo>
                    <a:pt x="86678" y="318707"/>
                    <a:pt x="89154" y="321278"/>
                    <a:pt x="92297" y="321278"/>
                  </a:cubicBezTo>
                  <a:cubicBezTo>
                    <a:pt x="95440" y="321278"/>
                    <a:pt x="97917" y="318802"/>
                    <a:pt x="97917" y="315659"/>
                  </a:cubicBezTo>
                  <a:lnTo>
                    <a:pt x="97917" y="310325"/>
                  </a:lnTo>
                  <a:lnTo>
                    <a:pt x="114395" y="310325"/>
                  </a:lnTo>
                  <a:lnTo>
                    <a:pt x="114395" y="315659"/>
                  </a:lnTo>
                  <a:cubicBezTo>
                    <a:pt x="114395" y="318707"/>
                    <a:pt x="116872" y="321278"/>
                    <a:pt x="120015" y="321278"/>
                  </a:cubicBezTo>
                  <a:cubicBezTo>
                    <a:pt x="123158" y="321278"/>
                    <a:pt x="125635" y="318802"/>
                    <a:pt x="125635" y="315659"/>
                  </a:cubicBezTo>
                  <a:lnTo>
                    <a:pt x="125635" y="310325"/>
                  </a:lnTo>
                  <a:lnTo>
                    <a:pt x="142113" y="310325"/>
                  </a:lnTo>
                  <a:lnTo>
                    <a:pt x="142113" y="315659"/>
                  </a:lnTo>
                  <a:cubicBezTo>
                    <a:pt x="142113" y="318707"/>
                    <a:pt x="144589" y="321278"/>
                    <a:pt x="147733" y="321278"/>
                  </a:cubicBezTo>
                  <a:cubicBezTo>
                    <a:pt x="150876" y="321278"/>
                    <a:pt x="153353" y="318802"/>
                    <a:pt x="153353" y="315659"/>
                  </a:cubicBezTo>
                  <a:lnTo>
                    <a:pt x="153353" y="310325"/>
                  </a:lnTo>
                  <a:lnTo>
                    <a:pt x="160972" y="310325"/>
                  </a:lnTo>
                  <a:cubicBezTo>
                    <a:pt x="162211" y="310325"/>
                    <a:pt x="163163" y="311277"/>
                    <a:pt x="163163" y="312515"/>
                  </a:cubicBezTo>
                  <a:lnTo>
                    <a:pt x="163163" y="326327"/>
                  </a:lnTo>
                  <a:close/>
                  <a:moveTo>
                    <a:pt x="200978" y="328517"/>
                  </a:moveTo>
                  <a:cubicBezTo>
                    <a:pt x="191548" y="328517"/>
                    <a:pt x="182404" y="326708"/>
                    <a:pt x="173831" y="323088"/>
                  </a:cubicBezTo>
                  <a:lnTo>
                    <a:pt x="173831" y="312515"/>
                  </a:lnTo>
                  <a:cubicBezTo>
                    <a:pt x="173831" y="311658"/>
                    <a:pt x="173831" y="310706"/>
                    <a:pt x="173546" y="309944"/>
                  </a:cubicBezTo>
                  <a:cubicBezTo>
                    <a:pt x="181928" y="314420"/>
                    <a:pt x="191262" y="316706"/>
                    <a:pt x="200978" y="316706"/>
                  </a:cubicBezTo>
                  <a:cubicBezTo>
                    <a:pt x="228314" y="316706"/>
                    <a:pt x="251841" y="298133"/>
                    <a:pt x="258223" y="271558"/>
                  </a:cubicBezTo>
                  <a:cubicBezTo>
                    <a:pt x="258985" y="268605"/>
                    <a:pt x="257080" y="265557"/>
                    <a:pt x="254127" y="264795"/>
                  </a:cubicBezTo>
                  <a:cubicBezTo>
                    <a:pt x="251174" y="264033"/>
                    <a:pt x="248126" y="265938"/>
                    <a:pt x="247364" y="268891"/>
                  </a:cubicBezTo>
                  <a:cubicBezTo>
                    <a:pt x="242221" y="290417"/>
                    <a:pt x="223171" y="305467"/>
                    <a:pt x="200978" y="305467"/>
                  </a:cubicBezTo>
                  <a:cubicBezTo>
                    <a:pt x="191167" y="305467"/>
                    <a:pt x="181832" y="302514"/>
                    <a:pt x="173831" y="296990"/>
                  </a:cubicBezTo>
                  <a:cubicBezTo>
                    <a:pt x="173831" y="296990"/>
                    <a:pt x="173831" y="296990"/>
                    <a:pt x="173831" y="296990"/>
                  </a:cubicBezTo>
                  <a:lnTo>
                    <a:pt x="173831" y="283178"/>
                  </a:lnTo>
                  <a:cubicBezTo>
                    <a:pt x="173831" y="276701"/>
                    <a:pt x="169259" y="271367"/>
                    <a:pt x="163259" y="270129"/>
                  </a:cubicBezTo>
                  <a:cubicBezTo>
                    <a:pt x="163449" y="269367"/>
                    <a:pt x="163544" y="268510"/>
                    <a:pt x="163544" y="267653"/>
                  </a:cubicBezTo>
                  <a:lnTo>
                    <a:pt x="163544" y="253841"/>
                  </a:lnTo>
                  <a:cubicBezTo>
                    <a:pt x="163544" y="252984"/>
                    <a:pt x="163544" y="252127"/>
                    <a:pt x="163259" y="251365"/>
                  </a:cubicBezTo>
                  <a:cubicBezTo>
                    <a:pt x="169354" y="250127"/>
                    <a:pt x="173831" y="244697"/>
                    <a:pt x="173831" y="238316"/>
                  </a:cubicBezTo>
                  <a:lnTo>
                    <a:pt x="173831" y="224504"/>
                  </a:lnTo>
                  <a:cubicBezTo>
                    <a:pt x="173831" y="223742"/>
                    <a:pt x="173831" y="222980"/>
                    <a:pt x="173641" y="222218"/>
                  </a:cubicBezTo>
                  <a:cubicBezTo>
                    <a:pt x="178784" y="221552"/>
                    <a:pt x="182975" y="218027"/>
                    <a:pt x="184595" y="213265"/>
                  </a:cubicBezTo>
                  <a:cubicBezTo>
                    <a:pt x="189833" y="211360"/>
                    <a:pt x="195358" y="210312"/>
                    <a:pt x="201073" y="210312"/>
                  </a:cubicBezTo>
                  <a:cubicBezTo>
                    <a:pt x="223171" y="210312"/>
                    <a:pt x="242316" y="225362"/>
                    <a:pt x="247460" y="246888"/>
                  </a:cubicBezTo>
                  <a:cubicBezTo>
                    <a:pt x="248031" y="249460"/>
                    <a:pt x="250317" y="251174"/>
                    <a:pt x="252889" y="251174"/>
                  </a:cubicBezTo>
                  <a:cubicBezTo>
                    <a:pt x="253365" y="251174"/>
                    <a:pt x="253746" y="251174"/>
                    <a:pt x="254222" y="250984"/>
                  </a:cubicBezTo>
                  <a:cubicBezTo>
                    <a:pt x="257175" y="250222"/>
                    <a:pt x="259080" y="247269"/>
                    <a:pt x="258318" y="244221"/>
                  </a:cubicBezTo>
                  <a:cubicBezTo>
                    <a:pt x="251936" y="217646"/>
                    <a:pt x="228410" y="199073"/>
                    <a:pt x="201073" y="199073"/>
                  </a:cubicBezTo>
                  <a:cubicBezTo>
                    <a:pt x="195739" y="199073"/>
                    <a:pt x="190405" y="199835"/>
                    <a:pt x="185356" y="201263"/>
                  </a:cubicBezTo>
                  <a:lnTo>
                    <a:pt x="185356" y="195167"/>
                  </a:lnTo>
                  <a:cubicBezTo>
                    <a:pt x="185356" y="193072"/>
                    <a:pt x="184880" y="191167"/>
                    <a:pt x="184023" y="189357"/>
                  </a:cubicBezTo>
                  <a:cubicBezTo>
                    <a:pt x="189547" y="188024"/>
                    <a:pt x="195263" y="187262"/>
                    <a:pt x="201073" y="187262"/>
                  </a:cubicBezTo>
                  <a:cubicBezTo>
                    <a:pt x="240030" y="187262"/>
                    <a:pt x="271748" y="218980"/>
                    <a:pt x="271748" y="257937"/>
                  </a:cubicBezTo>
                  <a:cubicBezTo>
                    <a:pt x="271748" y="296894"/>
                    <a:pt x="240030" y="328613"/>
                    <a:pt x="201073" y="328613"/>
                  </a:cubicBezTo>
                  <a:lnTo>
                    <a:pt x="201073" y="328613"/>
                  </a:lnTo>
                  <a:close/>
                  <a:moveTo>
                    <a:pt x="287560" y="233172"/>
                  </a:moveTo>
                  <a:cubicBezTo>
                    <a:pt x="290608" y="233172"/>
                    <a:pt x="293180" y="230696"/>
                    <a:pt x="293180" y="227552"/>
                  </a:cubicBezTo>
                  <a:lnTo>
                    <a:pt x="293180" y="222218"/>
                  </a:lnTo>
                  <a:lnTo>
                    <a:pt x="309658" y="222218"/>
                  </a:lnTo>
                  <a:lnTo>
                    <a:pt x="309658" y="227552"/>
                  </a:lnTo>
                  <a:cubicBezTo>
                    <a:pt x="309658" y="230600"/>
                    <a:pt x="312134" y="233172"/>
                    <a:pt x="315278" y="233172"/>
                  </a:cubicBezTo>
                  <a:cubicBezTo>
                    <a:pt x="318421" y="233172"/>
                    <a:pt x="320897" y="230696"/>
                    <a:pt x="320897" y="227552"/>
                  </a:cubicBezTo>
                  <a:lnTo>
                    <a:pt x="320897" y="222218"/>
                  </a:lnTo>
                  <a:lnTo>
                    <a:pt x="337376" y="222218"/>
                  </a:lnTo>
                  <a:lnTo>
                    <a:pt x="337376" y="227552"/>
                  </a:lnTo>
                  <a:cubicBezTo>
                    <a:pt x="337376" y="230600"/>
                    <a:pt x="339852" y="233172"/>
                    <a:pt x="342995" y="233172"/>
                  </a:cubicBezTo>
                  <a:cubicBezTo>
                    <a:pt x="346138" y="233172"/>
                    <a:pt x="348615" y="230696"/>
                    <a:pt x="348615" y="227552"/>
                  </a:cubicBezTo>
                  <a:lnTo>
                    <a:pt x="348615" y="222218"/>
                  </a:lnTo>
                  <a:lnTo>
                    <a:pt x="356235" y="222218"/>
                  </a:lnTo>
                  <a:cubicBezTo>
                    <a:pt x="357473" y="222218"/>
                    <a:pt x="358426" y="223171"/>
                    <a:pt x="358426" y="224409"/>
                  </a:cubicBezTo>
                  <a:lnTo>
                    <a:pt x="358426" y="238220"/>
                  </a:lnTo>
                  <a:cubicBezTo>
                    <a:pt x="358426" y="239459"/>
                    <a:pt x="357473" y="240411"/>
                    <a:pt x="356235" y="240411"/>
                  </a:cubicBezTo>
                  <a:lnTo>
                    <a:pt x="281083" y="240411"/>
                  </a:lnTo>
                  <a:cubicBezTo>
                    <a:pt x="279654" y="234029"/>
                    <a:pt x="277559" y="227933"/>
                    <a:pt x="274796" y="222218"/>
                  </a:cubicBezTo>
                  <a:lnTo>
                    <a:pt x="282226" y="222218"/>
                  </a:lnTo>
                  <a:lnTo>
                    <a:pt x="282226" y="227552"/>
                  </a:lnTo>
                  <a:cubicBezTo>
                    <a:pt x="282226" y="230600"/>
                    <a:pt x="284702" y="233172"/>
                    <a:pt x="287846" y="233172"/>
                  </a:cubicBezTo>
                  <a:lnTo>
                    <a:pt x="287846" y="233172"/>
                  </a:lnTo>
                  <a:close/>
                  <a:moveTo>
                    <a:pt x="358235" y="296990"/>
                  </a:moveTo>
                  <a:cubicBezTo>
                    <a:pt x="358235" y="298228"/>
                    <a:pt x="357283" y="299180"/>
                    <a:pt x="356045" y="299180"/>
                  </a:cubicBezTo>
                  <a:cubicBezTo>
                    <a:pt x="356045" y="299180"/>
                    <a:pt x="356045" y="299180"/>
                    <a:pt x="356045" y="299180"/>
                  </a:cubicBezTo>
                  <a:lnTo>
                    <a:pt x="271653" y="299180"/>
                  </a:lnTo>
                  <a:cubicBezTo>
                    <a:pt x="274987" y="293465"/>
                    <a:pt x="277654" y="287369"/>
                    <a:pt x="279559" y="280988"/>
                  </a:cubicBezTo>
                  <a:lnTo>
                    <a:pt x="282130" y="280988"/>
                  </a:lnTo>
                  <a:lnTo>
                    <a:pt x="282130" y="286322"/>
                  </a:lnTo>
                  <a:cubicBezTo>
                    <a:pt x="282130" y="289370"/>
                    <a:pt x="284607" y="291941"/>
                    <a:pt x="287750" y="291941"/>
                  </a:cubicBezTo>
                  <a:cubicBezTo>
                    <a:pt x="290894" y="291941"/>
                    <a:pt x="293370" y="289465"/>
                    <a:pt x="293370" y="286322"/>
                  </a:cubicBezTo>
                  <a:lnTo>
                    <a:pt x="293370" y="280988"/>
                  </a:lnTo>
                  <a:lnTo>
                    <a:pt x="309848" y="280988"/>
                  </a:lnTo>
                  <a:lnTo>
                    <a:pt x="309848" y="286322"/>
                  </a:lnTo>
                  <a:cubicBezTo>
                    <a:pt x="309848" y="289370"/>
                    <a:pt x="312325" y="291941"/>
                    <a:pt x="315468" y="291941"/>
                  </a:cubicBezTo>
                  <a:cubicBezTo>
                    <a:pt x="318611" y="291941"/>
                    <a:pt x="321088" y="289465"/>
                    <a:pt x="321088" y="286322"/>
                  </a:cubicBezTo>
                  <a:lnTo>
                    <a:pt x="321088" y="280988"/>
                  </a:lnTo>
                  <a:lnTo>
                    <a:pt x="337566" y="280988"/>
                  </a:lnTo>
                  <a:lnTo>
                    <a:pt x="337566" y="286322"/>
                  </a:lnTo>
                  <a:cubicBezTo>
                    <a:pt x="337566" y="289370"/>
                    <a:pt x="340043" y="291941"/>
                    <a:pt x="343186" y="291941"/>
                  </a:cubicBezTo>
                  <a:cubicBezTo>
                    <a:pt x="346329" y="291941"/>
                    <a:pt x="348805" y="289465"/>
                    <a:pt x="348805" y="286322"/>
                  </a:cubicBezTo>
                  <a:lnTo>
                    <a:pt x="348805" y="280988"/>
                  </a:lnTo>
                  <a:lnTo>
                    <a:pt x="356426" y="280988"/>
                  </a:lnTo>
                  <a:cubicBezTo>
                    <a:pt x="357664" y="280988"/>
                    <a:pt x="358616" y="281940"/>
                    <a:pt x="358616" y="283178"/>
                  </a:cubicBezTo>
                  <a:lnTo>
                    <a:pt x="358616" y="296990"/>
                  </a:lnTo>
                  <a:lnTo>
                    <a:pt x="358616" y="296990"/>
                  </a:lnTo>
                  <a:close/>
                  <a:moveTo>
                    <a:pt x="347853" y="267653"/>
                  </a:moveTo>
                  <a:cubicBezTo>
                    <a:pt x="347853" y="268891"/>
                    <a:pt x="346901" y="269843"/>
                    <a:pt x="345662" y="269843"/>
                  </a:cubicBezTo>
                  <a:cubicBezTo>
                    <a:pt x="345662" y="269843"/>
                    <a:pt x="345662" y="269843"/>
                    <a:pt x="345662" y="269843"/>
                  </a:cubicBezTo>
                  <a:lnTo>
                    <a:pt x="282035" y="269843"/>
                  </a:lnTo>
                  <a:cubicBezTo>
                    <a:pt x="282607" y="265938"/>
                    <a:pt x="282893" y="261938"/>
                    <a:pt x="282893" y="257937"/>
                  </a:cubicBezTo>
                  <a:cubicBezTo>
                    <a:pt x="282893" y="257651"/>
                    <a:pt x="282893" y="257461"/>
                    <a:pt x="282893" y="257175"/>
                  </a:cubicBezTo>
                  <a:cubicBezTo>
                    <a:pt x="282893" y="257175"/>
                    <a:pt x="282893" y="257080"/>
                    <a:pt x="282893" y="256985"/>
                  </a:cubicBezTo>
                  <a:lnTo>
                    <a:pt x="282893" y="251650"/>
                  </a:lnTo>
                  <a:lnTo>
                    <a:pt x="299371" y="251650"/>
                  </a:lnTo>
                  <a:lnTo>
                    <a:pt x="299371" y="256985"/>
                  </a:lnTo>
                  <a:cubicBezTo>
                    <a:pt x="299371" y="260033"/>
                    <a:pt x="301847" y="262604"/>
                    <a:pt x="304990" y="262604"/>
                  </a:cubicBezTo>
                  <a:cubicBezTo>
                    <a:pt x="308134" y="262604"/>
                    <a:pt x="310610" y="260128"/>
                    <a:pt x="310610" y="256985"/>
                  </a:cubicBezTo>
                  <a:lnTo>
                    <a:pt x="310610" y="251650"/>
                  </a:lnTo>
                  <a:lnTo>
                    <a:pt x="327088" y="251650"/>
                  </a:lnTo>
                  <a:lnTo>
                    <a:pt x="327088" y="256985"/>
                  </a:lnTo>
                  <a:cubicBezTo>
                    <a:pt x="327088" y="260033"/>
                    <a:pt x="329565" y="262604"/>
                    <a:pt x="332708" y="262604"/>
                  </a:cubicBezTo>
                  <a:cubicBezTo>
                    <a:pt x="335852" y="262604"/>
                    <a:pt x="338328" y="260128"/>
                    <a:pt x="338328" y="256985"/>
                  </a:cubicBezTo>
                  <a:lnTo>
                    <a:pt x="338328" y="251650"/>
                  </a:lnTo>
                  <a:lnTo>
                    <a:pt x="345948" y="251650"/>
                  </a:lnTo>
                  <a:cubicBezTo>
                    <a:pt x="347186" y="251650"/>
                    <a:pt x="348139" y="252603"/>
                    <a:pt x="348139" y="253841"/>
                  </a:cubicBezTo>
                  <a:lnTo>
                    <a:pt x="348139" y="267653"/>
                  </a:lnTo>
                  <a:close/>
                  <a:moveTo>
                    <a:pt x="369665" y="208883"/>
                  </a:moveTo>
                  <a:cubicBezTo>
                    <a:pt x="369665" y="210122"/>
                    <a:pt x="368713" y="211074"/>
                    <a:pt x="367474" y="211074"/>
                  </a:cubicBezTo>
                  <a:lnTo>
                    <a:pt x="268034" y="211074"/>
                  </a:lnTo>
                  <a:cubicBezTo>
                    <a:pt x="263176" y="204121"/>
                    <a:pt x="257270" y="198025"/>
                    <a:pt x="250603" y="192881"/>
                  </a:cubicBezTo>
                  <a:lnTo>
                    <a:pt x="265747" y="192881"/>
                  </a:lnTo>
                  <a:lnTo>
                    <a:pt x="265747" y="198215"/>
                  </a:lnTo>
                  <a:cubicBezTo>
                    <a:pt x="265747" y="201263"/>
                    <a:pt x="268224" y="203835"/>
                    <a:pt x="271367" y="203835"/>
                  </a:cubicBezTo>
                  <a:cubicBezTo>
                    <a:pt x="274511" y="203835"/>
                    <a:pt x="276987" y="201359"/>
                    <a:pt x="276987" y="198215"/>
                  </a:cubicBezTo>
                  <a:lnTo>
                    <a:pt x="276987" y="192881"/>
                  </a:lnTo>
                  <a:lnTo>
                    <a:pt x="293465" y="192881"/>
                  </a:lnTo>
                  <a:lnTo>
                    <a:pt x="293465" y="198215"/>
                  </a:lnTo>
                  <a:cubicBezTo>
                    <a:pt x="293465" y="201263"/>
                    <a:pt x="295942" y="203835"/>
                    <a:pt x="299085" y="203835"/>
                  </a:cubicBezTo>
                  <a:cubicBezTo>
                    <a:pt x="302228" y="203835"/>
                    <a:pt x="304705" y="201359"/>
                    <a:pt x="304705" y="198215"/>
                  </a:cubicBezTo>
                  <a:lnTo>
                    <a:pt x="304705" y="192881"/>
                  </a:lnTo>
                  <a:lnTo>
                    <a:pt x="321183" y="192881"/>
                  </a:lnTo>
                  <a:lnTo>
                    <a:pt x="321183" y="198215"/>
                  </a:lnTo>
                  <a:cubicBezTo>
                    <a:pt x="321183" y="201263"/>
                    <a:pt x="323660" y="203835"/>
                    <a:pt x="326803" y="203835"/>
                  </a:cubicBezTo>
                  <a:cubicBezTo>
                    <a:pt x="329946" y="203835"/>
                    <a:pt x="332422" y="201359"/>
                    <a:pt x="332422" y="198215"/>
                  </a:cubicBezTo>
                  <a:lnTo>
                    <a:pt x="332422" y="192881"/>
                  </a:lnTo>
                  <a:lnTo>
                    <a:pt x="348901" y="192881"/>
                  </a:lnTo>
                  <a:lnTo>
                    <a:pt x="348901" y="198215"/>
                  </a:lnTo>
                  <a:cubicBezTo>
                    <a:pt x="348901" y="201263"/>
                    <a:pt x="351377" y="203835"/>
                    <a:pt x="354521" y="203835"/>
                  </a:cubicBezTo>
                  <a:cubicBezTo>
                    <a:pt x="357664" y="203835"/>
                    <a:pt x="360140" y="201359"/>
                    <a:pt x="360140" y="198215"/>
                  </a:cubicBezTo>
                  <a:lnTo>
                    <a:pt x="360140" y="192881"/>
                  </a:lnTo>
                  <a:lnTo>
                    <a:pt x="367760" y="192881"/>
                  </a:lnTo>
                  <a:cubicBezTo>
                    <a:pt x="368998" y="192881"/>
                    <a:pt x="369951" y="193834"/>
                    <a:pt x="369951" y="195072"/>
                  </a:cubicBezTo>
                  <a:lnTo>
                    <a:pt x="369951" y="2088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27"/>
            <p:cNvSpPr/>
            <p:nvPr/>
          </p:nvSpPr>
          <p:spPr>
            <a:xfrm>
              <a:off x="6472046" y="2880836"/>
              <a:ext cx="40766" cy="72390"/>
            </a:xfrm>
            <a:custGeom>
              <a:rect b="b" l="l" r="r" t="t"/>
              <a:pathLst>
                <a:path extrusionOk="0" h="72390" w="40766">
                  <a:moveTo>
                    <a:pt x="23908" y="31052"/>
                  </a:moveTo>
                  <a:lnTo>
                    <a:pt x="17050" y="31052"/>
                  </a:lnTo>
                  <a:cubicBezTo>
                    <a:pt x="13811" y="31052"/>
                    <a:pt x="11239" y="28480"/>
                    <a:pt x="11239" y="25241"/>
                  </a:cubicBezTo>
                  <a:cubicBezTo>
                    <a:pt x="11239" y="22003"/>
                    <a:pt x="13811" y="19431"/>
                    <a:pt x="17050" y="19431"/>
                  </a:cubicBezTo>
                  <a:lnTo>
                    <a:pt x="23908" y="19431"/>
                  </a:lnTo>
                  <a:cubicBezTo>
                    <a:pt x="25813" y="19431"/>
                    <a:pt x="27622" y="20383"/>
                    <a:pt x="28670" y="22003"/>
                  </a:cubicBezTo>
                  <a:cubicBezTo>
                    <a:pt x="30385" y="24575"/>
                    <a:pt x="33909" y="25241"/>
                    <a:pt x="36385" y="23527"/>
                  </a:cubicBezTo>
                  <a:cubicBezTo>
                    <a:pt x="38957" y="21812"/>
                    <a:pt x="39624" y="18288"/>
                    <a:pt x="37909" y="15812"/>
                  </a:cubicBezTo>
                  <a:cubicBezTo>
                    <a:pt x="35147" y="11716"/>
                    <a:pt x="30766" y="9049"/>
                    <a:pt x="26003" y="8477"/>
                  </a:cubicBezTo>
                  <a:lnTo>
                    <a:pt x="26003" y="5620"/>
                  </a:lnTo>
                  <a:cubicBezTo>
                    <a:pt x="26003" y="2572"/>
                    <a:pt x="23527" y="0"/>
                    <a:pt x="20383" y="0"/>
                  </a:cubicBezTo>
                  <a:cubicBezTo>
                    <a:pt x="17240" y="0"/>
                    <a:pt x="14764" y="2477"/>
                    <a:pt x="14764" y="5620"/>
                  </a:cubicBezTo>
                  <a:lnTo>
                    <a:pt x="14764" y="8477"/>
                  </a:lnTo>
                  <a:cubicBezTo>
                    <a:pt x="6382" y="9525"/>
                    <a:pt x="0" y="16669"/>
                    <a:pt x="0" y="25241"/>
                  </a:cubicBezTo>
                  <a:cubicBezTo>
                    <a:pt x="0" y="34576"/>
                    <a:pt x="7620" y="42196"/>
                    <a:pt x="16954" y="42196"/>
                  </a:cubicBezTo>
                  <a:lnTo>
                    <a:pt x="23813" y="42196"/>
                  </a:lnTo>
                  <a:cubicBezTo>
                    <a:pt x="27051" y="42196"/>
                    <a:pt x="29623" y="44768"/>
                    <a:pt x="29623" y="48006"/>
                  </a:cubicBezTo>
                  <a:cubicBezTo>
                    <a:pt x="29623" y="51245"/>
                    <a:pt x="27051" y="53816"/>
                    <a:pt x="23813" y="53816"/>
                  </a:cubicBezTo>
                  <a:lnTo>
                    <a:pt x="16954" y="53816"/>
                  </a:lnTo>
                  <a:cubicBezTo>
                    <a:pt x="14668" y="53816"/>
                    <a:pt x="12573" y="52388"/>
                    <a:pt x="11621" y="50292"/>
                  </a:cubicBezTo>
                  <a:cubicBezTo>
                    <a:pt x="10382" y="47435"/>
                    <a:pt x="7144" y="46101"/>
                    <a:pt x="4286" y="47339"/>
                  </a:cubicBezTo>
                  <a:cubicBezTo>
                    <a:pt x="1429" y="48578"/>
                    <a:pt x="95" y="51816"/>
                    <a:pt x="1333" y="54674"/>
                  </a:cubicBezTo>
                  <a:cubicBezTo>
                    <a:pt x="3715" y="60293"/>
                    <a:pt x="8858" y="64103"/>
                    <a:pt x="14764" y="64865"/>
                  </a:cubicBezTo>
                  <a:lnTo>
                    <a:pt x="14764" y="66770"/>
                  </a:lnTo>
                  <a:cubicBezTo>
                    <a:pt x="14764" y="69818"/>
                    <a:pt x="17240" y="72390"/>
                    <a:pt x="20383" y="72390"/>
                  </a:cubicBezTo>
                  <a:cubicBezTo>
                    <a:pt x="23527" y="72390"/>
                    <a:pt x="26003" y="69914"/>
                    <a:pt x="26003" y="66770"/>
                  </a:cubicBezTo>
                  <a:lnTo>
                    <a:pt x="26003" y="64865"/>
                  </a:lnTo>
                  <a:cubicBezTo>
                    <a:pt x="34385" y="63818"/>
                    <a:pt x="40767" y="56674"/>
                    <a:pt x="40767" y="48101"/>
                  </a:cubicBezTo>
                  <a:cubicBezTo>
                    <a:pt x="40767" y="38767"/>
                    <a:pt x="33147" y="31147"/>
                    <a:pt x="23813" y="31147"/>
                  </a:cubicBezTo>
                  <a:lnTo>
                    <a:pt x="23813" y="311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27"/>
            <p:cNvSpPr/>
            <p:nvPr/>
          </p:nvSpPr>
          <p:spPr>
            <a:xfrm>
              <a:off x="6362032" y="2704623"/>
              <a:ext cx="40862" cy="72485"/>
            </a:xfrm>
            <a:custGeom>
              <a:rect b="b" l="l" r="r" t="t"/>
              <a:pathLst>
                <a:path extrusionOk="0" h="72485" w="40862">
                  <a:moveTo>
                    <a:pt x="20479" y="72390"/>
                  </a:moveTo>
                  <a:cubicBezTo>
                    <a:pt x="23527" y="72390"/>
                    <a:pt x="26099" y="69914"/>
                    <a:pt x="26099" y="66770"/>
                  </a:cubicBezTo>
                  <a:lnTo>
                    <a:pt x="26099" y="64865"/>
                  </a:lnTo>
                  <a:cubicBezTo>
                    <a:pt x="34480" y="63818"/>
                    <a:pt x="40862" y="56674"/>
                    <a:pt x="40862" y="48006"/>
                  </a:cubicBezTo>
                  <a:cubicBezTo>
                    <a:pt x="40862" y="38672"/>
                    <a:pt x="33242" y="31052"/>
                    <a:pt x="23908" y="31052"/>
                  </a:cubicBezTo>
                  <a:lnTo>
                    <a:pt x="17050" y="31052"/>
                  </a:lnTo>
                  <a:cubicBezTo>
                    <a:pt x="13907" y="31052"/>
                    <a:pt x="11239" y="28480"/>
                    <a:pt x="11239" y="25241"/>
                  </a:cubicBezTo>
                  <a:cubicBezTo>
                    <a:pt x="11239" y="22003"/>
                    <a:pt x="13811" y="19431"/>
                    <a:pt x="17050" y="19431"/>
                  </a:cubicBezTo>
                  <a:lnTo>
                    <a:pt x="23908" y="19431"/>
                  </a:lnTo>
                  <a:cubicBezTo>
                    <a:pt x="25813" y="19431"/>
                    <a:pt x="27622" y="20383"/>
                    <a:pt x="28670" y="22003"/>
                  </a:cubicBezTo>
                  <a:cubicBezTo>
                    <a:pt x="30385" y="24575"/>
                    <a:pt x="33909" y="25241"/>
                    <a:pt x="36386" y="23527"/>
                  </a:cubicBezTo>
                  <a:cubicBezTo>
                    <a:pt x="38957" y="21812"/>
                    <a:pt x="39624" y="18288"/>
                    <a:pt x="37910" y="15812"/>
                  </a:cubicBezTo>
                  <a:cubicBezTo>
                    <a:pt x="35147" y="11716"/>
                    <a:pt x="30766" y="9049"/>
                    <a:pt x="26003" y="8477"/>
                  </a:cubicBezTo>
                  <a:lnTo>
                    <a:pt x="26003" y="5620"/>
                  </a:lnTo>
                  <a:cubicBezTo>
                    <a:pt x="26003" y="2572"/>
                    <a:pt x="23527" y="0"/>
                    <a:pt x="20384" y="0"/>
                  </a:cubicBezTo>
                  <a:cubicBezTo>
                    <a:pt x="17240" y="0"/>
                    <a:pt x="14764" y="2477"/>
                    <a:pt x="14764" y="5620"/>
                  </a:cubicBezTo>
                  <a:lnTo>
                    <a:pt x="14764" y="8477"/>
                  </a:lnTo>
                  <a:cubicBezTo>
                    <a:pt x="6382" y="9525"/>
                    <a:pt x="0" y="16669"/>
                    <a:pt x="0" y="25337"/>
                  </a:cubicBezTo>
                  <a:cubicBezTo>
                    <a:pt x="0" y="34671"/>
                    <a:pt x="7620" y="42291"/>
                    <a:pt x="16954" y="42291"/>
                  </a:cubicBezTo>
                  <a:lnTo>
                    <a:pt x="23813" y="42291"/>
                  </a:lnTo>
                  <a:cubicBezTo>
                    <a:pt x="27051" y="42291"/>
                    <a:pt x="29623" y="44863"/>
                    <a:pt x="29623" y="48101"/>
                  </a:cubicBezTo>
                  <a:cubicBezTo>
                    <a:pt x="29623" y="51340"/>
                    <a:pt x="27051" y="53912"/>
                    <a:pt x="23813" y="53912"/>
                  </a:cubicBezTo>
                  <a:lnTo>
                    <a:pt x="16954" y="53912"/>
                  </a:lnTo>
                  <a:cubicBezTo>
                    <a:pt x="14669" y="53912"/>
                    <a:pt x="12478" y="52483"/>
                    <a:pt x="11621" y="50387"/>
                  </a:cubicBezTo>
                  <a:cubicBezTo>
                    <a:pt x="10382" y="47530"/>
                    <a:pt x="7144" y="46196"/>
                    <a:pt x="4286" y="47435"/>
                  </a:cubicBezTo>
                  <a:cubicBezTo>
                    <a:pt x="1429" y="48673"/>
                    <a:pt x="95" y="51911"/>
                    <a:pt x="1334" y="54769"/>
                  </a:cubicBezTo>
                  <a:cubicBezTo>
                    <a:pt x="3715" y="60389"/>
                    <a:pt x="8858" y="64199"/>
                    <a:pt x="14764" y="64960"/>
                  </a:cubicBezTo>
                  <a:lnTo>
                    <a:pt x="14764" y="66866"/>
                  </a:lnTo>
                  <a:cubicBezTo>
                    <a:pt x="14764" y="69914"/>
                    <a:pt x="17240" y="72485"/>
                    <a:pt x="20384" y="72485"/>
                  </a:cubicBezTo>
                  <a:lnTo>
                    <a:pt x="20384" y="724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27"/>
            <p:cNvSpPr/>
            <p:nvPr/>
          </p:nvSpPr>
          <p:spPr>
            <a:xfrm>
              <a:off x="6323837" y="2682049"/>
              <a:ext cx="117728" cy="117729"/>
            </a:xfrm>
            <a:custGeom>
              <a:rect b="b" l="l" r="r" t="t"/>
              <a:pathLst>
                <a:path extrusionOk="0" h="117729" w="117728">
                  <a:moveTo>
                    <a:pt x="117538" y="58769"/>
                  </a:moveTo>
                  <a:cubicBezTo>
                    <a:pt x="117538" y="48387"/>
                    <a:pt x="114776" y="38195"/>
                    <a:pt x="109538" y="29242"/>
                  </a:cubicBezTo>
                  <a:cubicBezTo>
                    <a:pt x="108013" y="26575"/>
                    <a:pt x="104584" y="25717"/>
                    <a:pt x="101917" y="27242"/>
                  </a:cubicBezTo>
                  <a:cubicBezTo>
                    <a:pt x="99250" y="28765"/>
                    <a:pt x="98393" y="32194"/>
                    <a:pt x="99917" y="34861"/>
                  </a:cubicBezTo>
                  <a:cubicBezTo>
                    <a:pt x="104108" y="42100"/>
                    <a:pt x="106394" y="50387"/>
                    <a:pt x="106394" y="58769"/>
                  </a:cubicBezTo>
                  <a:cubicBezTo>
                    <a:pt x="106394" y="85058"/>
                    <a:pt x="85058" y="106394"/>
                    <a:pt x="58769" y="106394"/>
                  </a:cubicBezTo>
                  <a:cubicBezTo>
                    <a:pt x="32480" y="106394"/>
                    <a:pt x="11144" y="85058"/>
                    <a:pt x="11144" y="58769"/>
                  </a:cubicBezTo>
                  <a:cubicBezTo>
                    <a:pt x="11144" y="32480"/>
                    <a:pt x="32480" y="11144"/>
                    <a:pt x="58769" y="11144"/>
                  </a:cubicBezTo>
                  <a:cubicBezTo>
                    <a:pt x="68008" y="11144"/>
                    <a:pt x="76962" y="13811"/>
                    <a:pt x="84677" y="18764"/>
                  </a:cubicBezTo>
                  <a:cubicBezTo>
                    <a:pt x="87249" y="20479"/>
                    <a:pt x="90678" y="19717"/>
                    <a:pt x="92392" y="17145"/>
                  </a:cubicBezTo>
                  <a:cubicBezTo>
                    <a:pt x="94107" y="14573"/>
                    <a:pt x="93345" y="11144"/>
                    <a:pt x="90773" y="9430"/>
                  </a:cubicBezTo>
                  <a:cubicBezTo>
                    <a:pt x="81248" y="3238"/>
                    <a:pt x="70199" y="0"/>
                    <a:pt x="58864" y="0"/>
                  </a:cubicBezTo>
                  <a:cubicBezTo>
                    <a:pt x="26384" y="0"/>
                    <a:pt x="0" y="26384"/>
                    <a:pt x="0" y="58865"/>
                  </a:cubicBezTo>
                  <a:cubicBezTo>
                    <a:pt x="0" y="91345"/>
                    <a:pt x="26384" y="117729"/>
                    <a:pt x="58864" y="117729"/>
                  </a:cubicBezTo>
                  <a:cubicBezTo>
                    <a:pt x="91345" y="117729"/>
                    <a:pt x="117729" y="91345"/>
                    <a:pt x="117729" y="58865"/>
                  </a:cubicBezTo>
                  <a:lnTo>
                    <a:pt x="117729" y="588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0" name="Google Shape;1160;p27"/>
          <p:cNvGrpSpPr/>
          <p:nvPr/>
        </p:nvGrpSpPr>
        <p:grpSpPr>
          <a:xfrm>
            <a:off x="3927111" y="1971205"/>
            <a:ext cx="419292" cy="426217"/>
            <a:chOff x="5517165" y="2638329"/>
            <a:chExt cx="374903" cy="381095"/>
          </a:xfrm>
        </p:grpSpPr>
        <p:sp>
          <p:nvSpPr>
            <p:cNvPr id="1161" name="Google Shape;1161;p27"/>
            <p:cNvSpPr/>
            <p:nvPr/>
          </p:nvSpPr>
          <p:spPr>
            <a:xfrm>
              <a:off x="5517355" y="2638329"/>
              <a:ext cx="92964" cy="182975"/>
            </a:xfrm>
            <a:custGeom>
              <a:rect b="b" l="l" r="r" t="t"/>
              <a:pathLst>
                <a:path extrusionOk="0" h="182975" w="92964">
                  <a:moveTo>
                    <a:pt x="5524" y="182975"/>
                  </a:moveTo>
                  <a:cubicBezTo>
                    <a:pt x="8572" y="182975"/>
                    <a:pt x="11144" y="180499"/>
                    <a:pt x="11144" y="177355"/>
                  </a:cubicBezTo>
                  <a:lnTo>
                    <a:pt x="11144" y="13430"/>
                  </a:lnTo>
                  <a:cubicBezTo>
                    <a:pt x="11144" y="12192"/>
                    <a:pt x="12097" y="11239"/>
                    <a:pt x="13335" y="11239"/>
                  </a:cubicBezTo>
                  <a:lnTo>
                    <a:pt x="87344" y="11239"/>
                  </a:lnTo>
                  <a:cubicBezTo>
                    <a:pt x="90392" y="11239"/>
                    <a:pt x="92964" y="8763"/>
                    <a:pt x="92964" y="5620"/>
                  </a:cubicBezTo>
                  <a:cubicBezTo>
                    <a:pt x="92964" y="2476"/>
                    <a:pt x="90488" y="0"/>
                    <a:pt x="87344" y="0"/>
                  </a:cubicBezTo>
                  <a:lnTo>
                    <a:pt x="13335" y="0"/>
                  </a:lnTo>
                  <a:cubicBezTo>
                    <a:pt x="6001" y="0"/>
                    <a:pt x="0" y="6001"/>
                    <a:pt x="0" y="13335"/>
                  </a:cubicBezTo>
                  <a:lnTo>
                    <a:pt x="0" y="177260"/>
                  </a:lnTo>
                  <a:cubicBezTo>
                    <a:pt x="0" y="180308"/>
                    <a:pt x="2477" y="182880"/>
                    <a:pt x="5620" y="182880"/>
                  </a:cubicBezTo>
                  <a:lnTo>
                    <a:pt x="5620" y="18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27"/>
            <p:cNvSpPr/>
            <p:nvPr/>
          </p:nvSpPr>
          <p:spPr>
            <a:xfrm>
              <a:off x="5542573" y="2668404"/>
              <a:ext cx="28813" cy="20026"/>
            </a:xfrm>
            <a:custGeom>
              <a:rect b="b" l="l" r="r" t="t"/>
              <a:pathLst>
                <a:path extrusionOk="0" h="20026" w="28813">
                  <a:moveTo>
                    <a:pt x="14407" y="20026"/>
                  </a:moveTo>
                  <a:cubicBezTo>
                    <a:pt x="15835" y="20026"/>
                    <a:pt x="17264" y="19455"/>
                    <a:pt x="18312" y="18407"/>
                  </a:cubicBezTo>
                  <a:lnTo>
                    <a:pt x="27170" y="9549"/>
                  </a:lnTo>
                  <a:cubicBezTo>
                    <a:pt x="29361" y="7358"/>
                    <a:pt x="29361" y="3834"/>
                    <a:pt x="27170" y="1643"/>
                  </a:cubicBezTo>
                  <a:cubicBezTo>
                    <a:pt x="24979" y="-548"/>
                    <a:pt x="21455" y="-548"/>
                    <a:pt x="19264" y="1643"/>
                  </a:cubicBezTo>
                  <a:lnTo>
                    <a:pt x="14407" y="6501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501" y="18407"/>
                  </a:lnTo>
                  <a:cubicBezTo>
                    <a:pt x="11549" y="19455"/>
                    <a:pt x="12978" y="20026"/>
                    <a:pt x="14407" y="20026"/>
                  </a:cubicBezTo>
                  <a:lnTo>
                    <a:pt x="14407" y="20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27"/>
            <p:cNvSpPr/>
            <p:nvPr/>
          </p:nvSpPr>
          <p:spPr>
            <a:xfrm>
              <a:off x="5582697" y="2721959"/>
              <a:ext cx="38290" cy="66865"/>
            </a:xfrm>
            <a:custGeom>
              <a:rect b="b" l="l" r="r" t="t"/>
              <a:pathLst>
                <a:path extrusionOk="0" h="66865" w="38290">
                  <a:moveTo>
                    <a:pt x="22289" y="28289"/>
                  </a:moveTo>
                  <a:lnTo>
                    <a:pt x="16002" y="28289"/>
                  </a:lnTo>
                  <a:cubicBezTo>
                    <a:pt x="13335" y="28289"/>
                    <a:pt x="11240" y="26099"/>
                    <a:pt x="11240" y="23527"/>
                  </a:cubicBezTo>
                  <a:cubicBezTo>
                    <a:pt x="11240" y="20955"/>
                    <a:pt x="13430" y="18764"/>
                    <a:pt x="16002" y="18764"/>
                  </a:cubicBezTo>
                  <a:lnTo>
                    <a:pt x="22289" y="18764"/>
                  </a:lnTo>
                  <a:cubicBezTo>
                    <a:pt x="23908" y="18764"/>
                    <a:pt x="25337" y="19526"/>
                    <a:pt x="26289" y="20860"/>
                  </a:cubicBezTo>
                  <a:cubicBezTo>
                    <a:pt x="28004" y="23432"/>
                    <a:pt x="31528" y="24098"/>
                    <a:pt x="34004" y="22384"/>
                  </a:cubicBezTo>
                  <a:cubicBezTo>
                    <a:pt x="36576" y="20669"/>
                    <a:pt x="37243" y="17145"/>
                    <a:pt x="35528" y="14669"/>
                  </a:cubicBezTo>
                  <a:cubicBezTo>
                    <a:pt x="33052" y="10954"/>
                    <a:pt x="29147" y="8477"/>
                    <a:pt x="24765" y="7810"/>
                  </a:cubicBezTo>
                  <a:lnTo>
                    <a:pt x="24765" y="5620"/>
                  </a:lnTo>
                  <a:cubicBezTo>
                    <a:pt x="24765" y="2572"/>
                    <a:pt x="22289" y="0"/>
                    <a:pt x="19145" y="0"/>
                  </a:cubicBezTo>
                  <a:cubicBezTo>
                    <a:pt x="16002" y="0"/>
                    <a:pt x="13526" y="2477"/>
                    <a:pt x="13526" y="5620"/>
                  </a:cubicBezTo>
                  <a:lnTo>
                    <a:pt x="13526" y="7810"/>
                  </a:lnTo>
                  <a:cubicBezTo>
                    <a:pt x="5906" y="8954"/>
                    <a:pt x="0" y="15621"/>
                    <a:pt x="0" y="23527"/>
                  </a:cubicBezTo>
                  <a:cubicBezTo>
                    <a:pt x="0" y="32290"/>
                    <a:pt x="7144" y="39434"/>
                    <a:pt x="15907" y="39434"/>
                  </a:cubicBezTo>
                  <a:lnTo>
                    <a:pt x="22193" y="39434"/>
                  </a:lnTo>
                  <a:cubicBezTo>
                    <a:pt x="24860" y="39434"/>
                    <a:pt x="26956" y="41624"/>
                    <a:pt x="26956" y="44196"/>
                  </a:cubicBezTo>
                  <a:cubicBezTo>
                    <a:pt x="26956" y="46768"/>
                    <a:pt x="24765" y="48959"/>
                    <a:pt x="22193" y="48959"/>
                  </a:cubicBezTo>
                  <a:lnTo>
                    <a:pt x="15907" y="48959"/>
                  </a:lnTo>
                  <a:cubicBezTo>
                    <a:pt x="14002" y="48959"/>
                    <a:pt x="12287" y="47816"/>
                    <a:pt x="11525" y="46006"/>
                  </a:cubicBezTo>
                  <a:cubicBezTo>
                    <a:pt x="10287" y="43148"/>
                    <a:pt x="7049" y="41815"/>
                    <a:pt x="4191" y="43053"/>
                  </a:cubicBezTo>
                  <a:cubicBezTo>
                    <a:pt x="1334" y="44291"/>
                    <a:pt x="0" y="47530"/>
                    <a:pt x="1238" y="50387"/>
                  </a:cubicBezTo>
                  <a:cubicBezTo>
                    <a:pt x="3429" y="55531"/>
                    <a:pt x="8096" y="59055"/>
                    <a:pt x="13526" y="59912"/>
                  </a:cubicBezTo>
                  <a:lnTo>
                    <a:pt x="13526" y="61246"/>
                  </a:lnTo>
                  <a:cubicBezTo>
                    <a:pt x="13526" y="64294"/>
                    <a:pt x="16002" y="66866"/>
                    <a:pt x="19145" y="66866"/>
                  </a:cubicBezTo>
                  <a:cubicBezTo>
                    <a:pt x="22289" y="66866"/>
                    <a:pt x="24765" y="64389"/>
                    <a:pt x="24765" y="61246"/>
                  </a:cubicBezTo>
                  <a:lnTo>
                    <a:pt x="24765" y="59912"/>
                  </a:lnTo>
                  <a:cubicBezTo>
                    <a:pt x="32385" y="58769"/>
                    <a:pt x="38291" y="52102"/>
                    <a:pt x="38291" y="44196"/>
                  </a:cubicBezTo>
                  <a:cubicBezTo>
                    <a:pt x="38291" y="35433"/>
                    <a:pt x="31147" y="28289"/>
                    <a:pt x="22384" y="28289"/>
                  </a:cubicBezTo>
                  <a:lnTo>
                    <a:pt x="22384" y="282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27"/>
            <p:cNvSpPr/>
            <p:nvPr/>
          </p:nvSpPr>
          <p:spPr>
            <a:xfrm>
              <a:off x="5547835" y="2701289"/>
              <a:ext cx="108203" cy="108204"/>
            </a:xfrm>
            <a:custGeom>
              <a:rect b="b" l="l" r="r" t="t"/>
              <a:pathLst>
                <a:path extrusionOk="0" h="108204" w="108203">
                  <a:moveTo>
                    <a:pt x="54102" y="0"/>
                  </a:moveTo>
                  <a:cubicBezTo>
                    <a:pt x="24289" y="0"/>
                    <a:pt x="0" y="24289"/>
                    <a:pt x="0" y="54102"/>
                  </a:cubicBezTo>
                  <a:cubicBezTo>
                    <a:pt x="0" y="83915"/>
                    <a:pt x="24289" y="108204"/>
                    <a:pt x="54102" y="108204"/>
                  </a:cubicBezTo>
                  <a:cubicBezTo>
                    <a:pt x="83915" y="108204"/>
                    <a:pt x="108204" y="83915"/>
                    <a:pt x="108204" y="54102"/>
                  </a:cubicBezTo>
                  <a:cubicBezTo>
                    <a:pt x="108204" y="24289"/>
                    <a:pt x="83915" y="0"/>
                    <a:pt x="54102" y="0"/>
                  </a:cubicBezTo>
                  <a:lnTo>
                    <a:pt x="54102" y="0"/>
                  </a:lnTo>
                  <a:close/>
                  <a:moveTo>
                    <a:pt x="54102" y="97060"/>
                  </a:moveTo>
                  <a:cubicBezTo>
                    <a:pt x="30385" y="97060"/>
                    <a:pt x="11144" y="77819"/>
                    <a:pt x="11144" y="54102"/>
                  </a:cubicBezTo>
                  <a:cubicBezTo>
                    <a:pt x="11144" y="30385"/>
                    <a:pt x="30385" y="11144"/>
                    <a:pt x="54102" y="11144"/>
                  </a:cubicBezTo>
                  <a:cubicBezTo>
                    <a:pt x="77819" y="11144"/>
                    <a:pt x="97060" y="30385"/>
                    <a:pt x="97060" y="54102"/>
                  </a:cubicBezTo>
                  <a:cubicBezTo>
                    <a:pt x="97060" y="77819"/>
                    <a:pt x="77819" y="97060"/>
                    <a:pt x="54102" y="97060"/>
                  </a:cubicBezTo>
                  <a:lnTo>
                    <a:pt x="54102" y="970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27"/>
            <p:cNvSpPr/>
            <p:nvPr/>
          </p:nvSpPr>
          <p:spPr>
            <a:xfrm>
              <a:off x="5668803" y="2749867"/>
              <a:ext cx="19716" cy="11144"/>
            </a:xfrm>
            <a:custGeom>
              <a:rect b="b" l="l" r="r" t="t"/>
              <a:pathLst>
                <a:path extrusionOk="0" h="11144" w="19716">
                  <a:moveTo>
                    <a:pt x="5620" y="0"/>
                  </a:moveTo>
                  <a:cubicBezTo>
                    <a:pt x="2572" y="0"/>
                    <a:pt x="0" y="2477"/>
                    <a:pt x="0" y="5525"/>
                  </a:cubicBezTo>
                  <a:cubicBezTo>
                    <a:pt x="0" y="8573"/>
                    <a:pt x="2477" y="11144"/>
                    <a:pt x="5525" y="11144"/>
                  </a:cubicBezTo>
                  <a:lnTo>
                    <a:pt x="14097" y="11144"/>
                  </a:lnTo>
                  <a:cubicBezTo>
                    <a:pt x="14097" y="11144"/>
                    <a:pt x="14097" y="11144"/>
                    <a:pt x="14097" y="11144"/>
                  </a:cubicBezTo>
                  <a:cubicBezTo>
                    <a:pt x="17145" y="11144"/>
                    <a:pt x="19621" y="8668"/>
                    <a:pt x="19717" y="5620"/>
                  </a:cubicBezTo>
                  <a:cubicBezTo>
                    <a:pt x="19717" y="2572"/>
                    <a:pt x="17240" y="0"/>
                    <a:pt x="14192" y="0"/>
                  </a:cubicBezTo>
                  <a:lnTo>
                    <a:pt x="5620" y="0"/>
                  </a:lnTo>
                  <a:cubicBezTo>
                    <a:pt x="5620" y="0"/>
                    <a:pt x="5620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27"/>
            <p:cNvSpPr/>
            <p:nvPr/>
          </p:nvSpPr>
          <p:spPr>
            <a:xfrm>
              <a:off x="5665221" y="2723997"/>
              <a:ext cx="18592" cy="15582"/>
            </a:xfrm>
            <a:custGeom>
              <a:rect b="b" l="l" r="r" t="t"/>
              <a:pathLst>
                <a:path extrusionOk="0" h="15582" w="18592">
                  <a:moveTo>
                    <a:pt x="10154" y="819"/>
                  </a:moveTo>
                  <a:lnTo>
                    <a:pt x="2724" y="5296"/>
                  </a:lnTo>
                  <a:cubicBezTo>
                    <a:pt x="57" y="6915"/>
                    <a:pt x="-800" y="10344"/>
                    <a:pt x="819" y="12916"/>
                  </a:cubicBezTo>
                  <a:cubicBezTo>
                    <a:pt x="1867" y="14630"/>
                    <a:pt x="3677" y="15583"/>
                    <a:pt x="5581" y="15583"/>
                  </a:cubicBezTo>
                  <a:cubicBezTo>
                    <a:pt x="6534" y="15583"/>
                    <a:pt x="7582" y="15297"/>
                    <a:pt x="8439" y="14821"/>
                  </a:cubicBezTo>
                  <a:lnTo>
                    <a:pt x="15869" y="10344"/>
                  </a:lnTo>
                  <a:cubicBezTo>
                    <a:pt x="18536" y="8725"/>
                    <a:pt x="19393" y="5296"/>
                    <a:pt x="17774" y="2724"/>
                  </a:cubicBezTo>
                  <a:cubicBezTo>
                    <a:pt x="16154" y="57"/>
                    <a:pt x="12725" y="-800"/>
                    <a:pt x="10154" y="819"/>
                  </a:cubicBezTo>
                  <a:lnTo>
                    <a:pt x="10154" y="8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27"/>
            <p:cNvSpPr/>
            <p:nvPr/>
          </p:nvSpPr>
          <p:spPr>
            <a:xfrm>
              <a:off x="5664936" y="2771241"/>
              <a:ext cx="18592" cy="15582"/>
            </a:xfrm>
            <a:custGeom>
              <a:rect b="b" l="l" r="r" t="t"/>
              <a:pathLst>
                <a:path extrusionOk="0" h="15582" w="18592">
                  <a:moveTo>
                    <a:pt x="2819" y="10249"/>
                  </a:moveTo>
                  <a:lnTo>
                    <a:pt x="10154" y="14726"/>
                  </a:lnTo>
                  <a:cubicBezTo>
                    <a:pt x="11106" y="15297"/>
                    <a:pt x="12059" y="15583"/>
                    <a:pt x="13011" y="15583"/>
                  </a:cubicBezTo>
                  <a:cubicBezTo>
                    <a:pt x="14916" y="15583"/>
                    <a:pt x="16726" y="14630"/>
                    <a:pt x="17773" y="12916"/>
                  </a:cubicBezTo>
                  <a:cubicBezTo>
                    <a:pt x="19393" y="10249"/>
                    <a:pt x="18536" y="6820"/>
                    <a:pt x="15869" y="5296"/>
                  </a:cubicBezTo>
                  <a:lnTo>
                    <a:pt x="8439" y="819"/>
                  </a:lnTo>
                  <a:cubicBezTo>
                    <a:pt x="5772" y="-800"/>
                    <a:pt x="2343" y="57"/>
                    <a:pt x="819" y="2724"/>
                  </a:cubicBezTo>
                  <a:cubicBezTo>
                    <a:pt x="-800" y="5391"/>
                    <a:pt x="57" y="8820"/>
                    <a:pt x="2724" y="10344"/>
                  </a:cubicBezTo>
                  <a:lnTo>
                    <a:pt x="2724" y="103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27"/>
            <p:cNvSpPr/>
            <p:nvPr/>
          </p:nvSpPr>
          <p:spPr>
            <a:xfrm>
              <a:off x="5547740" y="2837211"/>
              <a:ext cx="67627" cy="11239"/>
            </a:xfrm>
            <a:custGeom>
              <a:rect b="b" l="l" r="r" t="t"/>
              <a:pathLst>
                <a:path extrusionOk="0" h="11239" w="67627">
                  <a:moveTo>
                    <a:pt x="62008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62008" y="11240"/>
                  </a:lnTo>
                  <a:cubicBezTo>
                    <a:pt x="65056" y="11240"/>
                    <a:pt x="67628" y="8763"/>
                    <a:pt x="67628" y="5620"/>
                  </a:cubicBezTo>
                  <a:cubicBezTo>
                    <a:pt x="67628" y="2476"/>
                    <a:pt x="65151" y="0"/>
                    <a:pt x="62008" y="0"/>
                  </a:cubicBezTo>
                  <a:lnTo>
                    <a:pt x="620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27"/>
            <p:cNvSpPr/>
            <p:nvPr/>
          </p:nvSpPr>
          <p:spPr>
            <a:xfrm>
              <a:off x="5635179" y="2860166"/>
              <a:ext cx="23241" cy="11239"/>
            </a:xfrm>
            <a:custGeom>
              <a:rect b="b" l="l" r="r" t="t"/>
              <a:pathLst>
                <a:path extrusionOk="0" h="11239" w="23241">
                  <a:moveTo>
                    <a:pt x="17621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7621" y="11240"/>
                  </a:lnTo>
                  <a:cubicBezTo>
                    <a:pt x="20669" y="11240"/>
                    <a:pt x="23241" y="8763"/>
                    <a:pt x="23241" y="5620"/>
                  </a:cubicBezTo>
                  <a:cubicBezTo>
                    <a:pt x="23241" y="2477"/>
                    <a:pt x="20764" y="0"/>
                    <a:pt x="17621" y="0"/>
                  </a:cubicBezTo>
                  <a:lnTo>
                    <a:pt x="176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27"/>
            <p:cNvSpPr/>
            <p:nvPr/>
          </p:nvSpPr>
          <p:spPr>
            <a:xfrm>
              <a:off x="5547740" y="2860166"/>
              <a:ext cx="49434" cy="11239"/>
            </a:xfrm>
            <a:custGeom>
              <a:rect b="b" l="l" r="r" t="t"/>
              <a:pathLst>
                <a:path extrusionOk="0" h="11239" w="49434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43815" y="11240"/>
                  </a:lnTo>
                  <a:cubicBezTo>
                    <a:pt x="46863" y="11240"/>
                    <a:pt x="49435" y="8763"/>
                    <a:pt x="49435" y="5620"/>
                  </a:cubicBezTo>
                  <a:cubicBezTo>
                    <a:pt x="49435" y="2477"/>
                    <a:pt x="46958" y="0"/>
                    <a:pt x="43815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27"/>
            <p:cNvSpPr/>
            <p:nvPr/>
          </p:nvSpPr>
          <p:spPr>
            <a:xfrm>
              <a:off x="5605652" y="2860071"/>
              <a:ext cx="22288" cy="11239"/>
            </a:xfrm>
            <a:custGeom>
              <a:rect b="b" l="l" r="r" t="t"/>
              <a:pathLst>
                <a:path extrusionOk="0" h="11239" w="22288">
                  <a:moveTo>
                    <a:pt x="0" y="5620"/>
                  </a:moveTo>
                  <a:cubicBezTo>
                    <a:pt x="0" y="8668"/>
                    <a:pt x="2477" y="11240"/>
                    <a:pt x="5620" y="11240"/>
                  </a:cubicBezTo>
                  <a:lnTo>
                    <a:pt x="16669" y="11240"/>
                  </a:lnTo>
                  <a:cubicBezTo>
                    <a:pt x="19717" y="11240"/>
                    <a:pt x="22288" y="8763"/>
                    <a:pt x="22288" y="5620"/>
                  </a:cubicBezTo>
                  <a:cubicBezTo>
                    <a:pt x="22288" y="2477"/>
                    <a:pt x="19812" y="0"/>
                    <a:pt x="16669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27"/>
            <p:cNvSpPr/>
            <p:nvPr/>
          </p:nvSpPr>
          <p:spPr>
            <a:xfrm>
              <a:off x="5547740" y="2882931"/>
              <a:ext cx="110680" cy="11239"/>
            </a:xfrm>
            <a:custGeom>
              <a:rect b="b" l="l" r="r" t="t"/>
              <a:pathLst>
                <a:path extrusionOk="0" h="11239" w="110680">
                  <a:moveTo>
                    <a:pt x="5620" y="11240"/>
                  </a:moveTo>
                  <a:lnTo>
                    <a:pt x="105061" y="11240"/>
                  </a:lnTo>
                  <a:cubicBezTo>
                    <a:pt x="108109" y="11240"/>
                    <a:pt x="110680" y="8763"/>
                    <a:pt x="110680" y="5620"/>
                  </a:cubicBezTo>
                  <a:cubicBezTo>
                    <a:pt x="110680" y="2477"/>
                    <a:pt x="108204" y="0"/>
                    <a:pt x="105061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27"/>
            <p:cNvSpPr/>
            <p:nvPr/>
          </p:nvSpPr>
          <p:spPr>
            <a:xfrm>
              <a:off x="5517165" y="2638520"/>
              <a:ext cx="374903" cy="380904"/>
            </a:xfrm>
            <a:custGeom>
              <a:rect b="b" l="l" r="r" t="t"/>
              <a:pathLst>
                <a:path extrusionOk="0" h="380904" w="374903">
                  <a:moveTo>
                    <a:pt x="357759" y="166497"/>
                  </a:moveTo>
                  <a:lnTo>
                    <a:pt x="220980" y="166497"/>
                  </a:lnTo>
                  <a:lnTo>
                    <a:pt x="220980" y="64294"/>
                  </a:lnTo>
                  <a:cubicBezTo>
                    <a:pt x="220980" y="62770"/>
                    <a:pt x="220408" y="61436"/>
                    <a:pt x="219361" y="60389"/>
                  </a:cubicBezTo>
                  <a:lnTo>
                    <a:pt x="160591" y="1619"/>
                  </a:lnTo>
                  <a:cubicBezTo>
                    <a:pt x="159544" y="572"/>
                    <a:pt x="158115" y="0"/>
                    <a:pt x="156686" y="0"/>
                  </a:cubicBezTo>
                  <a:lnTo>
                    <a:pt x="112395" y="0"/>
                  </a:lnTo>
                  <a:cubicBezTo>
                    <a:pt x="109347" y="0"/>
                    <a:pt x="106775" y="2477"/>
                    <a:pt x="106775" y="5620"/>
                  </a:cubicBezTo>
                  <a:cubicBezTo>
                    <a:pt x="106775" y="8763"/>
                    <a:pt x="109252" y="11240"/>
                    <a:pt x="112395" y="11240"/>
                  </a:cubicBezTo>
                  <a:lnTo>
                    <a:pt x="151066" y="11240"/>
                  </a:lnTo>
                  <a:lnTo>
                    <a:pt x="151066" y="56674"/>
                  </a:lnTo>
                  <a:cubicBezTo>
                    <a:pt x="151066" y="64008"/>
                    <a:pt x="157067" y="70009"/>
                    <a:pt x="164401" y="70009"/>
                  </a:cubicBezTo>
                  <a:lnTo>
                    <a:pt x="209836" y="70009"/>
                  </a:lnTo>
                  <a:lnTo>
                    <a:pt x="209836" y="166592"/>
                  </a:lnTo>
                  <a:lnTo>
                    <a:pt x="168307" y="166592"/>
                  </a:lnTo>
                  <a:cubicBezTo>
                    <a:pt x="158782" y="166592"/>
                    <a:pt x="151066" y="174308"/>
                    <a:pt x="151066" y="183833"/>
                  </a:cubicBezTo>
                  <a:lnTo>
                    <a:pt x="151066" y="235553"/>
                  </a:lnTo>
                  <a:cubicBezTo>
                    <a:pt x="151066" y="238601"/>
                    <a:pt x="153543" y="241173"/>
                    <a:pt x="156686" y="241173"/>
                  </a:cubicBezTo>
                  <a:cubicBezTo>
                    <a:pt x="159829" y="241173"/>
                    <a:pt x="162306" y="238697"/>
                    <a:pt x="162306" y="235553"/>
                  </a:cubicBezTo>
                  <a:lnTo>
                    <a:pt x="162306" y="214313"/>
                  </a:lnTo>
                  <a:lnTo>
                    <a:pt x="363950" y="214313"/>
                  </a:lnTo>
                  <a:lnTo>
                    <a:pt x="363950" y="363760"/>
                  </a:lnTo>
                  <a:cubicBezTo>
                    <a:pt x="363950" y="367094"/>
                    <a:pt x="361188" y="369856"/>
                    <a:pt x="357854" y="369856"/>
                  </a:cubicBezTo>
                  <a:lnTo>
                    <a:pt x="168307" y="369856"/>
                  </a:lnTo>
                  <a:cubicBezTo>
                    <a:pt x="164973" y="369856"/>
                    <a:pt x="162211" y="367094"/>
                    <a:pt x="162211" y="363760"/>
                  </a:cubicBezTo>
                  <a:lnTo>
                    <a:pt x="162211" y="260318"/>
                  </a:lnTo>
                  <a:cubicBezTo>
                    <a:pt x="162211" y="257270"/>
                    <a:pt x="159734" y="254699"/>
                    <a:pt x="156591" y="254699"/>
                  </a:cubicBezTo>
                  <a:cubicBezTo>
                    <a:pt x="153448" y="254699"/>
                    <a:pt x="150971" y="257175"/>
                    <a:pt x="150971" y="260318"/>
                  </a:cubicBezTo>
                  <a:lnTo>
                    <a:pt x="150971" y="292989"/>
                  </a:lnTo>
                  <a:lnTo>
                    <a:pt x="13430" y="292989"/>
                  </a:lnTo>
                  <a:cubicBezTo>
                    <a:pt x="12192" y="292989"/>
                    <a:pt x="11239" y="292037"/>
                    <a:pt x="11239" y="290798"/>
                  </a:cubicBezTo>
                  <a:lnTo>
                    <a:pt x="11239" y="202025"/>
                  </a:lnTo>
                  <a:cubicBezTo>
                    <a:pt x="11239" y="198977"/>
                    <a:pt x="8763" y="196405"/>
                    <a:pt x="5620" y="196405"/>
                  </a:cubicBezTo>
                  <a:cubicBezTo>
                    <a:pt x="2476" y="196405"/>
                    <a:pt x="0" y="198882"/>
                    <a:pt x="0" y="202025"/>
                  </a:cubicBezTo>
                  <a:lnTo>
                    <a:pt x="0" y="290798"/>
                  </a:lnTo>
                  <a:cubicBezTo>
                    <a:pt x="0" y="298133"/>
                    <a:pt x="6001" y="304133"/>
                    <a:pt x="13335" y="304133"/>
                  </a:cubicBezTo>
                  <a:lnTo>
                    <a:pt x="150876" y="304133"/>
                  </a:lnTo>
                  <a:lnTo>
                    <a:pt x="150876" y="363665"/>
                  </a:lnTo>
                  <a:cubicBezTo>
                    <a:pt x="150876" y="373190"/>
                    <a:pt x="158591" y="380905"/>
                    <a:pt x="168116" y="380905"/>
                  </a:cubicBezTo>
                  <a:lnTo>
                    <a:pt x="357664" y="380905"/>
                  </a:lnTo>
                  <a:cubicBezTo>
                    <a:pt x="367189" y="380905"/>
                    <a:pt x="374904" y="373190"/>
                    <a:pt x="374904" y="363665"/>
                  </a:cubicBezTo>
                  <a:lnTo>
                    <a:pt x="374904" y="183642"/>
                  </a:lnTo>
                  <a:cubicBezTo>
                    <a:pt x="374904" y="174117"/>
                    <a:pt x="367189" y="166402"/>
                    <a:pt x="357664" y="166402"/>
                  </a:cubicBezTo>
                  <a:lnTo>
                    <a:pt x="357664" y="166402"/>
                  </a:lnTo>
                  <a:close/>
                  <a:moveTo>
                    <a:pt x="162211" y="56483"/>
                  </a:moveTo>
                  <a:lnTo>
                    <a:pt x="162211" y="18955"/>
                  </a:lnTo>
                  <a:lnTo>
                    <a:pt x="201930" y="58674"/>
                  </a:lnTo>
                  <a:lnTo>
                    <a:pt x="164401" y="58674"/>
                  </a:lnTo>
                  <a:cubicBezTo>
                    <a:pt x="163163" y="58674"/>
                    <a:pt x="162211" y="57722"/>
                    <a:pt x="162211" y="56483"/>
                  </a:cubicBezTo>
                  <a:lnTo>
                    <a:pt x="162211" y="56483"/>
                  </a:lnTo>
                  <a:close/>
                  <a:moveTo>
                    <a:pt x="162211" y="203073"/>
                  </a:moveTo>
                  <a:lnTo>
                    <a:pt x="162211" y="183737"/>
                  </a:lnTo>
                  <a:cubicBezTo>
                    <a:pt x="162211" y="180403"/>
                    <a:pt x="164973" y="177641"/>
                    <a:pt x="168307" y="177641"/>
                  </a:cubicBezTo>
                  <a:lnTo>
                    <a:pt x="357854" y="177641"/>
                  </a:lnTo>
                  <a:cubicBezTo>
                    <a:pt x="361188" y="177641"/>
                    <a:pt x="363950" y="180403"/>
                    <a:pt x="363950" y="183737"/>
                  </a:cubicBezTo>
                  <a:lnTo>
                    <a:pt x="363950" y="203073"/>
                  </a:lnTo>
                  <a:lnTo>
                    <a:pt x="162306" y="20307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27"/>
            <p:cNvSpPr/>
            <p:nvPr/>
          </p:nvSpPr>
          <p:spPr>
            <a:xfrm>
              <a:off x="5691663" y="2877883"/>
              <a:ext cx="176974" cy="106489"/>
            </a:xfrm>
            <a:custGeom>
              <a:rect b="b" l="l" r="r" t="t"/>
              <a:pathLst>
                <a:path extrusionOk="0" h="106489" w="176974">
                  <a:moveTo>
                    <a:pt x="176975" y="5620"/>
                  </a:moveTo>
                  <a:cubicBezTo>
                    <a:pt x="176975" y="2572"/>
                    <a:pt x="174498" y="0"/>
                    <a:pt x="171355" y="0"/>
                  </a:cubicBezTo>
                  <a:lnTo>
                    <a:pt x="105061" y="0"/>
                  </a:lnTo>
                  <a:cubicBezTo>
                    <a:pt x="102013" y="0"/>
                    <a:pt x="99441" y="2477"/>
                    <a:pt x="99441" y="5620"/>
                  </a:cubicBezTo>
                  <a:lnTo>
                    <a:pt x="99441" y="23813"/>
                  </a:lnTo>
                  <a:lnTo>
                    <a:pt x="5620" y="23813"/>
                  </a:lnTo>
                  <a:cubicBezTo>
                    <a:pt x="2572" y="23813"/>
                    <a:pt x="0" y="26289"/>
                    <a:pt x="0" y="29432"/>
                  </a:cubicBezTo>
                  <a:lnTo>
                    <a:pt x="0" y="100870"/>
                  </a:lnTo>
                  <a:cubicBezTo>
                    <a:pt x="0" y="103918"/>
                    <a:pt x="2477" y="106490"/>
                    <a:pt x="5620" y="106490"/>
                  </a:cubicBezTo>
                  <a:lnTo>
                    <a:pt x="105061" y="106490"/>
                  </a:lnTo>
                  <a:cubicBezTo>
                    <a:pt x="108109" y="106490"/>
                    <a:pt x="110681" y="104013"/>
                    <a:pt x="110681" y="100870"/>
                  </a:cubicBezTo>
                  <a:lnTo>
                    <a:pt x="110681" y="82677"/>
                  </a:lnTo>
                  <a:lnTo>
                    <a:pt x="171355" y="82677"/>
                  </a:lnTo>
                  <a:cubicBezTo>
                    <a:pt x="174403" y="82677"/>
                    <a:pt x="176975" y="80200"/>
                    <a:pt x="176975" y="77057"/>
                  </a:cubicBezTo>
                  <a:lnTo>
                    <a:pt x="176975" y="5620"/>
                  </a:lnTo>
                  <a:close/>
                  <a:moveTo>
                    <a:pt x="11240" y="58865"/>
                  </a:moveTo>
                  <a:lnTo>
                    <a:pt x="33242" y="58865"/>
                  </a:lnTo>
                  <a:lnTo>
                    <a:pt x="33242" y="71533"/>
                  </a:lnTo>
                  <a:lnTo>
                    <a:pt x="11240" y="71533"/>
                  </a:lnTo>
                  <a:lnTo>
                    <a:pt x="11240" y="58865"/>
                  </a:lnTo>
                  <a:close/>
                  <a:moveTo>
                    <a:pt x="99536" y="47720"/>
                  </a:moveTo>
                  <a:lnTo>
                    <a:pt x="77534" y="47720"/>
                  </a:lnTo>
                  <a:lnTo>
                    <a:pt x="77534" y="35052"/>
                  </a:lnTo>
                  <a:lnTo>
                    <a:pt x="99536" y="35052"/>
                  </a:lnTo>
                  <a:lnTo>
                    <a:pt x="99536" y="47720"/>
                  </a:lnTo>
                  <a:close/>
                  <a:moveTo>
                    <a:pt x="66389" y="47720"/>
                  </a:moveTo>
                  <a:lnTo>
                    <a:pt x="44387" y="47720"/>
                  </a:lnTo>
                  <a:lnTo>
                    <a:pt x="44387" y="35052"/>
                  </a:lnTo>
                  <a:lnTo>
                    <a:pt x="66389" y="35052"/>
                  </a:lnTo>
                  <a:lnTo>
                    <a:pt x="66389" y="47720"/>
                  </a:lnTo>
                  <a:close/>
                  <a:moveTo>
                    <a:pt x="44387" y="58865"/>
                  </a:moveTo>
                  <a:lnTo>
                    <a:pt x="66389" y="58865"/>
                  </a:lnTo>
                  <a:lnTo>
                    <a:pt x="66389" y="71533"/>
                  </a:lnTo>
                  <a:lnTo>
                    <a:pt x="44387" y="71533"/>
                  </a:lnTo>
                  <a:lnTo>
                    <a:pt x="44387" y="58865"/>
                  </a:lnTo>
                  <a:close/>
                  <a:moveTo>
                    <a:pt x="77534" y="58865"/>
                  </a:moveTo>
                  <a:lnTo>
                    <a:pt x="99536" y="58865"/>
                  </a:lnTo>
                  <a:lnTo>
                    <a:pt x="99536" y="71533"/>
                  </a:lnTo>
                  <a:lnTo>
                    <a:pt x="77534" y="71533"/>
                  </a:lnTo>
                  <a:lnTo>
                    <a:pt x="77534" y="58865"/>
                  </a:lnTo>
                  <a:close/>
                  <a:moveTo>
                    <a:pt x="110681" y="35052"/>
                  </a:moveTo>
                  <a:lnTo>
                    <a:pt x="132683" y="35052"/>
                  </a:lnTo>
                  <a:lnTo>
                    <a:pt x="132683" y="47720"/>
                  </a:lnTo>
                  <a:lnTo>
                    <a:pt x="110681" y="47720"/>
                  </a:lnTo>
                  <a:lnTo>
                    <a:pt x="110681" y="35052"/>
                  </a:lnTo>
                  <a:close/>
                  <a:moveTo>
                    <a:pt x="143828" y="35052"/>
                  </a:moveTo>
                  <a:lnTo>
                    <a:pt x="165830" y="35052"/>
                  </a:lnTo>
                  <a:lnTo>
                    <a:pt x="165830" y="47720"/>
                  </a:lnTo>
                  <a:lnTo>
                    <a:pt x="143828" y="47720"/>
                  </a:lnTo>
                  <a:lnTo>
                    <a:pt x="143828" y="35052"/>
                  </a:lnTo>
                  <a:close/>
                  <a:moveTo>
                    <a:pt x="165830" y="23908"/>
                  </a:moveTo>
                  <a:lnTo>
                    <a:pt x="143828" y="23908"/>
                  </a:lnTo>
                  <a:lnTo>
                    <a:pt x="143828" y="11240"/>
                  </a:lnTo>
                  <a:lnTo>
                    <a:pt x="165830" y="11240"/>
                  </a:lnTo>
                  <a:lnTo>
                    <a:pt x="165830" y="23908"/>
                  </a:lnTo>
                  <a:close/>
                  <a:moveTo>
                    <a:pt x="132683" y="11240"/>
                  </a:moveTo>
                  <a:lnTo>
                    <a:pt x="132683" y="23908"/>
                  </a:lnTo>
                  <a:lnTo>
                    <a:pt x="110681" y="23908"/>
                  </a:lnTo>
                  <a:lnTo>
                    <a:pt x="110681" y="11240"/>
                  </a:lnTo>
                  <a:lnTo>
                    <a:pt x="132683" y="11240"/>
                  </a:lnTo>
                  <a:close/>
                  <a:moveTo>
                    <a:pt x="33242" y="35052"/>
                  </a:moveTo>
                  <a:lnTo>
                    <a:pt x="33242" y="47720"/>
                  </a:lnTo>
                  <a:lnTo>
                    <a:pt x="11240" y="47720"/>
                  </a:lnTo>
                  <a:lnTo>
                    <a:pt x="11240" y="35052"/>
                  </a:lnTo>
                  <a:lnTo>
                    <a:pt x="33242" y="35052"/>
                  </a:lnTo>
                  <a:close/>
                  <a:moveTo>
                    <a:pt x="11240" y="82677"/>
                  </a:moveTo>
                  <a:lnTo>
                    <a:pt x="33242" y="82677"/>
                  </a:lnTo>
                  <a:lnTo>
                    <a:pt x="33242" y="95345"/>
                  </a:lnTo>
                  <a:lnTo>
                    <a:pt x="11240" y="95345"/>
                  </a:lnTo>
                  <a:lnTo>
                    <a:pt x="11240" y="82677"/>
                  </a:lnTo>
                  <a:close/>
                  <a:moveTo>
                    <a:pt x="44387" y="82677"/>
                  </a:moveTo>
                  <a:lnTo>
                    <a:pt x="66389" y="82677"/>
                  </a:lnTo>
                  <a:lnTo>
                    <a:pt x="66389" y="95345"/>
                  </a:lnTo>
                  <a:lnTo>
                    <a:pt x="44387" y="95345"/>
                  </a:lnTo>
                  <a:lnTo>
                    <a:pt x="44387" y="82677"/>
                  </a:lnTo>
                  <a:close/>
                  <a:moveTo>
                    <a:pt x="99536" y="95345"/>
                  </a:moveTo>
                  <a:lnTo>
                    <a:pt x="77534" y="95345"/>
                  </a:lnTo>
                  <a:lnTo>
                    <a:pt x="77534" y="82677"/>
                  </a:lnTo>
                  <a:lnTo>
                    <a:pt x="99536" y="82677"/>
                  </a:lnTo>
                  <a:lnTo>
                    <a:pt x="99536" y="95345"/>
                  </a:lnTo>
                  <a:close/>
                  <a:moveTo>
                    <a:pt x="110681" y="58865"/>
                  </a:moveTo>
                  <a:lnTo>
                    <a:pt x="132683" y="58865"/>
                  </a:lnTo>
                  <a:lnTo>
                    <a:pt x="132683" y="71533"/>
                  </a:lnTo>
                  <a:lnTo>
                    <a:pt x="110681" y="71533"/>
                  </a:lnTo>
                  <a:lnTo>
                    <a:pt x="110681" y="58865"/>
                  </a:lnTo>
                  <a:close/>
                  <a:moveTo>
                    <a:pt x="165830" y="71533"/>
                  </a:moveTo>
                  <a:lnTo>
                    <a:pt x="143828" y="71533"/>
                  </a:lnTo>
                  <a:lnTo>
                    <a:pt x="143828" y="58865"/>
                  </a:lnTo>
                  <a:lnTo>
                    <a:pt x="165830" y="58865"/>
                  </a:lnTo>
                  <a:lnTo>
                    <a:pt x="165830" y="71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27"/>
            <p:cNvSpPr/>
            <p:nvPr/>
          </p:nvSpPr>
          <p:spPr>
            <a:xfrm>
              <a:off x="5691091" y="2876740"/>
              <a:ext cx="36861" cy="11239"/>
            </a:xfrm>
            <a:custGeom>
              <a:rect b="b" l="l" r="r" t="t"/>
              <a:pathLst>
                <a:path extrusionOk="0" h="11239" w="36861">
                  <a:moveTo>
                    <a:pt x="31242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31242" y="11240"/>
                  </a:lnTo>
                  <a:cubicBezTo>
                    <a:pt x="34290" y="11240"/>
                    <a:pt x="36862" y="8763"/>
                    <a:pt x="36862" y="5620"/>
                  </a:cubicBezTo>
                  <a:cubicBezTo>
                    <a:pt x="36862" y="2477"/>
                    <a:pt x="34385" y="0"/>
                    <a:pt x="31242" y="0"/>
                  </a:cubicBezTo>
                  <a:lnTo>
                    <a:pt x="312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27"/>
            <p:cNvSpPr/>
            <p:nvPr/>
          </p:nvSpPr>
          <p:spPr>
            <a:xfrm>
              <a:off x="5857398" y="2973133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6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27"/>
            <p:cNvSpPr/>
            <p:nvPr/>
          </p:nvSpPr>
          <p:spPr>
            <a:xfrm>
              <a:off x="5841586" y="2973133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6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cubicBezTo>
                    <a:pt x="2476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8" name="Google Shape;1178;p27"/>
          <p:cNvGrpSpPr/>
          <p:nvPr/>
        </p:nvGrpSpPr>
        <p:grpSpPr>
          <a:xfrm>
            <a:off x="3091083" y="1971205"/>
            <a:ext cx="353778" cy="426109"/>
            <a:chOff x="4769643" y="2638329"/>
            <a:chExt cx="316325" cy="380999"/>
          </a:xfrm>
        </p:grpSpPr>
        <p:sp>
          <p:nvSpPr>
            <p:cNvPr id="1179" name="Google Shape;1179;p27"/>
            <p:cNvSpPr/>
            <p:nvPr/>
          </p:nvSpPr>
          <p:spPr>
            <a:xfrm>
              <a:off x="4769643" y="2638329"/>
              <a:ext cx="316325" cy="380999"/>
            </a:xfrm>
            <a:custGeom>
              <a:rect b="b" l="l" r="r" t="t"/>
              <a:pathLst>
                <a:path extrusionOk="0" h="380999" w="316325">
                  <a:moveTo>
                    <a:pt x="310420" y="2381"/>
                  </a:moveTo>
                  <a:cubicBezTo>
                    <a:pt x="306896" y="-95"/>
                    <a:pt x="302419" y="-572"/>
                    <a:pt x="298323" y="857"/>
                  </a:cubicBezTo>
                  <a:lnTo>
                    <a:pt x="240221" y="22765"/>
                  </a:lnTo>
                  <a:cubicBezTo>
                    <a:pt x="231267" y="9049"/>
                    <a:pt x="215741" y="0"/>
                    <a:pt x="198215" y="0"/>
                  </a:cubicBezTo>
                  <a:cubicBezTo>
                    <a:pt x="170497" y="0"/>
                    <a:pt x="147923" y="22574"/>
                    <a:pt x="147923" y="50292"/>
                  </a:cubicBezTo>
                  <a:cubicBezTo>
                    <a:pt x="147923" y="66961"/>
                    <a:pt x="156115" y="81820"/>
                    <a:pt x="168688" y="90964"/>
                  </a:cubicBezTo>
                  <a:lnTo>
                    <a:pt x="168688" y="169545"/>
                  </a:lnTo>
                  <a:lnTo>
                    <a:pt x="123635" y="169545"/>
                  </a:lnTo>
                  <a:lnTo>
                    <a:pt x="123635" y="135636"/>
                  </a:lnTo>
                  <a:cubicBezTo>
                    <a:pt x="123635" y="129730"/>
                    <a:pt x="119729" y="124777"/>
                    <a:pt x="114395" y="123158"/>
                  </a:cubicBezTo>
                  <a:lnTo>
                    <a:pt x="114395" y="107918"/>
                  </a:lnTo>
                  <a:cubicBezTo>
                    <a:pt x="114395" y="100679"/>
                    <a:pt x="108490" y="94869"/>
                    <a:pt x="101346" y="94869"/>
                  </a:cubicBezTo>
                  <a:lnTo>
                    <a:pt x="91249" y="94869"/>
                  </a:lnTo>
                  <a:lnTo>
                    <a:pt x="91249" y="67532"/>
                  </a:lnTo>
                  <a:cubicBezTo>
                    <a:pt x="91249" y="64484"/>
                    <a:pt x="88773" y="61912"/>
                    <a:pt x="85630" y="61912"/>
                  </a:cubicBezTo>
                  <a:cubicBezTo>
                    <a:pt x="82487" y="61912"/>
                    <a:pt x="80010" y="64389"/>
                    <a:pt x="80010" y="67532"/>
                  </a:cubicBezTo>
                  <a:lnTo>
                    <a:pt x="80010" y="94869"/>
                  </a:lnTo>
                  <a:lnTo>
                    <a:pt x="71247" y="94869"/>
                  </a:lnTo>
                  <a:lnTo>
                    <a:pt x="71247" y="83915"/>
                  </a:lnTo>
                  <a:cubicBezTo>
                    <a:pt x="71247" y="80867"/>
                    <a:pt x="68771" y="78295"/>
                    <a:pt x="65627" y="78295"/>
                  </a:cubicBezTo>
                  <a:cubicBezTo>
                    <a:pt x="62484" y="78295"/>
                    <a:pt x="60008" y="80772"/>
                    <a:pt x="60008" y="83915"/>
                  </a:cubicBezTo>
                  <a:lnTo>
                    <a:pt x="60008" y="94869"/>
                  </a:lnTo>
                  <a:lnTo>
                    <a:pt x="29908" y="94869"/>
                  </a:lnTo>
                  <a:cubicBezTo>
                    <a:pt x="22670" y="94869"/>
                    <a:pt x="16859" y="100774"/>
                    <a:pt x="16859" y="107918"/>
                  </a:cubicBezTo>
                  <a:lnTo>
                    <a:pt x="16859" y="122587"/>
                  </a:lnTo>
                  <a:lnTo>
                    <a:pt x="13049" y="122587"/>
                  </a:lnTo>
                  <a:cubicBezTo>
                    <a:pt x="5810" y="122587"/>
                    <a:pt x="0" y="128492"/>
                    <a:pt x="0" y="135636"/>
                  </a:cubicBezTo>
                  <a:lnTo>
                    <a:pt x="0" y="367951"/>
                  </a:lnTo>
                  <a:cubicBezTo>
                    <a:pt x="0" y="375095"/>
                    <a:pt x="5810" y="381000"/>
                    <a:pt x="13049" y="381000"/>
                  </a:cubicBezTo>
                  <a:lnTo>
                    <a:pt x="303181" y="381000"/>
                  </a:lnTo>
                  <a:cubicBezTo>
                    <a:pt x="310324" y="381000"/>
                    <a:pt x="316230" y="375190"/>
                    <a:pt x="316230" y="367951"/>
                  </a:cubicBezTo>
                  <a:lnTo>
                    <a:pt x="316230" y="282988"/>
                  </a:lnTo>
                  <a:cubicBezTo>
                    <a:pt x="316230" y="279940"/>
                    <a:pt x="313754" y="277368"/>
                    <a:pt x="310610" y="277368"/>
                  </a:cubicBezTo>
                  <a:cubicBezTo>
                    <a:pt x="307467" y="277368"/>
                    <a:pt x="304990" y="279845"/>
                    <a:pt x="304990" y="282988"/>
                  </a:cubicBezTo>
                  <a:lnTo>
                    <a:pt x="304990" y="367951"/>
                  </a:lnTo>
                  <a:cubicBezTo>
                    <a:pt x="304990" y="368999"/>
                    <a:pt x="304133" y="369856"/>
                    <a:pt x="303086" y="369856"/>
                  </a:cubicBezTo>
                  <a:lnTo>
                    <a:pt x="284893" y="369856"/>
                  </a:lnTo>
                  <a:lnTo>
                    <a:pt x="284893" y="299561"/>
                  </a:lnTo>
                  <a:cubicBezTo>
                    <a:pt x="284893" y="294418"/>
                    <a:pt x="280702" y="290227"/>
                    <a:pt x="275558" y="290227"/>
                  </a:cubicBezTo>
                  <a:lnTo>
                    <a:pt x="209264" y="290227"/>
                  </a:lnTo>
                  <a:cubicBezTo>
                    <a:pt x="204121" y="290227"/>
                    <a:pt x="199930" y="294418"/>
                    <a:pt x="199930" y="299561"/>
                  </a:cubicBezTo>
                  <a:lnTo>
                    <a:pt x="199930" y="369856"/>
                  </a:lnTo>
                  <a:lnTo>
                    <a:pt x="181737" y="369856"/>
                  </a:lnTo>
                  <a:cubicBezTo>
                    <a:pt x="180689" y="369856"/>
                    <a:pt x="179927" y="368999"/>
                    <a:pt x="179927" y="367951"/>
                  </a:cubicBezTo>
                  <a:lnTo>
                    <a:pt x="179927" y="97060"/>
                  </a:lnTo>
                  <a:cubicBezTo>
                    <a:pt x="185642" y="99346"/>
                    <a:pt x="191834" y="100584"/>
                    <a:pt x="198311" y="100584"/>
                  </a:cubicBezTo>
                  <a:cubicBezTo>
                    <a:pt x="202121" y="100584"/>
                    <a:pt x="205835" y="100108"/>
                    <a:pt x="209455" y="99346"/>
                  </a:cubicBezTo>
                  <a:lnTo>
                    <a:pt x="209455" y="105632"/>
                  </a:lnTo>
                  <a:cubicBezTo>
                    <a:pt x="209455" y="110776"/>
                    <a:pt x="213646" y="114967"/>
                    <a:pt x="218789" y="114967"/>
                  </a:cubicBezTo>
                  <a:lnTo>
                    <a:pt x="305086" y="114967"/>
                  </a:lnTo>
                  <a:lnTo>
                    <a:pt x="305086" y="126492"/>
                  </a:lnTo>
                  <a:lnTo>
                    <a:pt x="218789" y="126492"/>
                  </a:lnTo>
                  <a:cubicBezTo>
                    <a:pt x="213646" y="126492"/>
                    <a:pt x="209455" y="130683"/>
                    <a:pt x="209455" y="135826"/>
                  </a:cubicBezTo>
                  <a:lnTo>
                    <a:pt x="209455" y="156877"/>
                  </a:lnTo>
                  <a:cubicBezTo>
                    <a:pt x="209455" y="162020"/>
                    <a:pt x="213646" y="166211"/>
                    <a:pt x="218789" y="166211"/>
                  </a:cubicBezTo>
                  <a:lnTo>
                    <a:pt x="305086" y="166211"/>
                  </a:lnTo>
                  <a:lnTo>
                    <a:pt x="305086" y="177737"/>
                  </a:lnTo>
                  <a:lnTo>
                    <a:pt x="266795" y="177737"/>
                  </a:lnTo>
                  <a:cubicBezTo>
                    <a:pt x="263747" y="177737"/>
                    <a:pt x="261176" y="180213"/>
                    <a:pt x="261176" y="183356"/>
                  </a:cubicBezTo>
                  <a:cubicBezTo>
                    <a:pt x="261176" y="186499"/>
                    <a:pt x="263652" y="188976"/>
                    <a:pt x="266795" y="188976"/>
                  </a:cubicBezTo>
                  <a:lnTo>
                    <a:pt x="305086" y="188976"/>
                  </a:lnTo>
                  <a:lnTo>
                    <a:pt x="305086" y="206312"/>
                  </a:lnTo>
                  <a:lnTo>
                    <a:pt x="220599" y="206312"/>
                  </a:lnTo>
                  <a:lnTo>
                    <a:pt x="220599" y="188976"/>
                  </a:lnTo>
                  <a:lnTo>
                    <a:pt x="241935" y="188976"/>
                  </a:lnTo>
                  <a:cubicBezTo>
                    <a:pt x="244983" y="188976"/>
                    <a:pt x="247555" y="186499"/>
                    <a:pt x="247555" y="183356"/>
                  </a:cubicBezTo>
                  <a:cubicBezTo>
                    <a:pt x="247555" y="180213"/>
                    <a:pt x="245078" y="177737"/>
                    <a:pt x="241935" y="177737"/>
                  </a:cubicBezTo>
                  <a:lnTo>
                    <a:pt x="218789" y="177737"/>
                  </a:lnTo>
                  <a:cubicBezTo>
                    <a:pt x="213646" y="177737"/>
                    <a:pt x="209455" y="181927"/>
                    <a:pt x="209455" y="187071"/>
                  </a:cubicBezTo>
                  <a:lnTo>
                    <a:pt x="209455" y="208121"/>
                  </a:lnTo>
                  <a:cubicBezTo>
                    <a:pt x="209455" y="213265"/>
                    <a:pt x="213646" y="217456"/>
                    <a:pt x="218789" y="217456"/>
                  </a:cubicBezTo>
                  <a:lnTo>
                    <a:pt x="305086" y="217456"/>
                  </a:lnTo>
                  <a:lnTo>
                    <a:pt x="305086" y="258318"/>
                  </a:lnTo>
                  <a:cubicBezTo>
                    <a:pt x="305086" y="261366"/>
                    <a:pt x="307562" y="263938"/>
                    <a:pt x="310705" y="263938"/>
                  </a:cubicBezTo>
                  <a:cubicBezTo>
                    <a:pt x="313849" y="263938"/>
                    <a:pt x="316325" y="261461"/>
                    <a:pt x="316325" y="258318"/>
                  </a:cubicBezTo>
                  <a:lnTo>
                    <a:pt x="316325" y="13145"/>
                  </a:lnTo>
                  <a:cubicBezTo>
                    <a:pt x="316325" y="8858"/>
                    <a:pt x="314230" y="4858"/>
                    <a:pt x="310705" y="2381"/>
                  </a:cubicBezTo>
                  <a:lnTo>
                    <a:pt x="310705" y="2381"/>
                  </a:lnTo>
                  <a:close/>
                  <a:moveTo>
                    <a:pt x="123539" y="224218"/>
                  </a:moveTo>
                  <a:lnTo>
                    <a:pt x="168593" y="224218"/>
                  </a:lnTo>
                  <a:lnTo>
                    <a:pt x="168593" y="232696"/>
                  </a:lnTo>
                  <a:lnTo>
                    <a:pt x="123539" y="232696"/>
                  </a:lnTo>
                  <a:lnTo>
                    <a:pt x="123539" y="224218"/>
                  </a:lnTo>
                  <a:close/>
                  <a:moveTo>
                    <a:pt x="168593" y="180785"/>
                  </a:moveTo>
                  <a:lnTo>
                    <a:pt x="168593" y="213074"/>
                  </a:lnTo>
                  <a:lnTo>
                    <a:pt x="123539" y="213074"/>
                  </a:lnTo>
                  <a:lnTo>
                    <a:pt x="123539" y="180785"/>
                  </a:lnTo>
                  <a:lnTo>
                    <a:pt x="168593" y="180785"/>
                  </a:lnTo>
                  <a:close/>
                  <a:moveTo>
                    <a:pt x="11049" y="368046"/>
                  </a:moveTo>
                  <a:lnTo>
                    <a:pt x="11049" y="135731"/>
                  </a:lnTo>
                  <a:cubicBezTo>
                    <a:pt x="11049" y="134683"/>
                    <a:pt x="11906" y="133826"/>
                    <a:pt x="12954" y="133826"/>
                  </a:cubicBezTo>
                  <a:lnTo>
                    <a:pt x="49149" y="133826"/>
                  </a:lnTo>
                  <a:cubicBezTo>
                    <a:pt x="52197" y="133826"/>
                    <a:pt x="54769" y="131350"/>
                    <a:pt x="54769" y="128206"/>
                  </a:cubicBezTo>
                  <a:cubicBezTo>
                    <a:pt x="54769" y="125063"/>
                    <a:pt x="52292" y="122587"/>
                    <a:pt x="49149" y="122587"/>
                  </a:cubicBezTo>
                  <a:lnTo>
                    <a:pt x="27813" y="122587"/>
                  </a:lnTo>
                  <a:lnTo>
                    <a:pt x="27813" y="107918"/>
                  </a:lnTo>
                  <a:cubicBezTo>
                    <a:pt x="27813" y="106870"/>
                    <a:pt x="28670" y="106013"/>
                    <a:pt x="29718" y="106013"/>
                  </a:cubicBezTo>
                  <a:lnTo>
                    <a:pt x="101060" y="106013"/>
                  </a:lnTo>
                  <a:cubicBezTo>
                    <a:pt x="102108" y="106013"/>
                    <a:pt x="102965" y="106870"/>
                    <a:pt x="102965" y="107918"/>
                  </a:cubicBezTo>
                  <a:lnTo>
                    <a:pt x="102965" y="122587"/>
                  </a:lnTo>
                  <a:lnTo>
                    <a:pt x="73819" y="122587"/>
                  </a:lnTo>
                  <a:cubicBezTo>
                    <a:pt x="70771" y="122587"/>
                    <a:pt x="68199" y="125063"/>
                    <a:pt x="68199" y="128206"/>
                  </a:cubicBezTo>
                  <a:cubicBezTo>
                    <a:pt x="68199" y="131350"/>
                    <a:pt x="70675" y="133826"/>
                    <a:pt x="73819" y="133826"/>
                  </a:cubicBezTo>
                  <a:lnTo>
                    <a:pt x="110299" y="133826"/>
                  </a:lnTo>
                  <a:cubicBezTo>
                    <a:pt x="111347" y="133826"/>
                    <a:pt x="112204" y="134683"/>
                    <a:pt x="112204" y="135731"/>
                  </a:cubicBezTo>
                  <a:lnTo>
                    <a:pt x="112204" y="368046"/>
                  </a:lnTo>
                  <a:cubicBezTo>
                    <a:pt x="112204" y="369094"/>
                    <a:pt x="111347" y="369951"/>
                    <a:pt x="110299" y="369951"/>
                  </a:cubicBezTo>
                  <a:lnTo>
                    <a:pt x="12668" y="369951"/>
                  </a:lnTo>
                  <a:cubicBezTo>
                    <a:pt x="11621" y="369951"/>
                    <a:pt x="10763" y="369094"/>
                    <a:pt x="10763" y="368046"/>
                  </a:cubicBezTo>
                  <a:lnTo>
                    <a:pt x="10763" y="368046"/>
                  </a:lnTo>
                  <a:close/>
                  <a:moveTo>
                    <a:pt x="273653" y="369951"/>
                  </a:moveTo>
                  <a:lnTo>
                    <a:pt x="247936" y="369951"/>
                  </a:lnTo>
                  <a:lnTo>
                    <a:pt x="247936" y="301466"/>
                  </a:lnTo>
                  <a:lnTo>
                    <a:pt x="273653" y="301466"/>
                  </a:lnTo>
                  <a:lnTo>
                    <a:pt x="273653" y="369951"/>
                  </a:lnTo>
                  <a:close/>
                  <a:moveTo>
                    <a:pt x="210979" y="301466"/>
                  </a:moveTo>
                  <a:lnTo>
                    <a:pt x="236696" y="301466"/>
                  </a:lnTo>
                  <a:lnTo>
                    <a:pt x="236696" y="369951"/>
                  </a:lnTo>
                  <a:lnTo>
                    <a:pt x="210979" y="369951"/>
                  </a:lnTo>
                  <a:lnTo>
                    <a:pt x="210979" y="301466"/>
                  </a:lnTo>
                  <a:close/>
                  <a:moveTo>
                    <a:pt x="123349" y="369951"/>
                  </a:moveTo>
                  <a:cubicBezTo>
                    <a:pt x="123349" y="369379"/>
                    <a:pt x="123539" y="368713"/>
                    <a:pt x="123539" y="368046"/>
                  </a:cubicBezTo>
                  <a:lnTo>
                    <a:pt x="123539" y="243840"/>
                  </a:lnTo>
                  <a:lnTo>
                    <a:pt x="168593" y="243840"/>
                  </a:lnTo>
                  <a:lnTo>
                    <a:pt x="168593" y="368046"/>
                  </a:lnTo>
                  <a:cubicBezTo>
                    <a:pt x="168593" y="368713"/>
                    <a:pt x="168593" y="369284"/>
                    <a:pt x="168783" y="369951"/>
                  </a:cubicBezTo>
                  <a:lnTo>
                    <a:pt x="123349" y="369951"/>
                  </a:lnTo>
                  <a:close/>
                  <a:moveTo>
                    <a:pt x="302228" y="11430"/>
                  </a:moveTo>
                  <a:cubicBezTo>
                    <a:pt x="303086" y="11144"/>
                    <a:pt x="303657" y="11430"/>
                    <a:pt x="304038" y="11620"/>
                  </a:cubicBezTo>
                  <a:cubicBezTo>
                    <a:pt x="304324" y="11811"/>
                    <a:pt x="304895" y="12287"/>
                    <a:pt x="304895" y="13240"/>
                  </a:cubicBezTo>
                  <a:lnTo>
                    <a:pt x="304895" y="75438"/>
                  </a:lnTo>
                  <a:lnTo>
                    <a:pt x="241745" y="75438"/>
                  </a:lnTo>
                  <a:cubicBezTo>
                    <a:pt x="246031" y="68104"/>
                    <a:pt x="248412" y="59531"/>
                    <a:pt x="248412" y="50387"/>
                  </a:cubicBezTo>
                  <a:cubicBezTo>
                    <a:pt x="248412" y="44196"/>
                    <a:pt x="247269" y="38291"/>
                    <a:pt x="245269" y="32861"/>
                  </a:cubicBezTo>
                  <a:lnTo>
                    <a:pt x="302228" y="11430"/>
                  </a:lnTo>
                  <a:close/>
                  <a:moveTo>
                    <a:pt x="158972" y="50387"/>
                  </a:moveTo>
                  <a:cubicBezTo>
                    <a:pt x="158972" y="28861"/>
                    <a:pt x="176498" y="11239"/>
                    <a:pt x="198120" y="11239"/>
                  </a:cubicBezTo>
                  <a:cubicBezTo>
                    <a:pt x="219742" y="11239"/>
                    <a:pt x="237268" y="28766"/>
                    <a:pt x="237268" y="50387"/>
                  </a:cubicBezTo>
                  <a:cubicBezTo>
                    <a:pt x="237268" y="72009"/>
                    <a:pt x="219742" y="89535"/>
                    <a:pt x="198120" y="89535"/>
                  </a:cubicBezTo>
                  <a:cubicBezTo>
                    <a:pt x="176498" y="89535"/>
                    <a:pt x="158972" y="72009"/>
                    <a:pt x="158972" y="50387"/>
                  </a:cubicBezTo>
                  <a:lnTo>
                    <a:pt x="158972" y="50387"/>
                  </a:lnTo>
                  <a:close/>
                  <a:moveTo>
                    <a:pt x="220409" y="103918"/>
                  </a:moveTo>
                  <a:lnTo>
                    <a:pt x="220409" y="95441"/>
                  </a:lnTo>
                  <a:cubicBezTo>
                    <a:pt x="225076" y="93154"/>
                    <a:pt x="229362" y="90106"/>
                    <a:pt x="232981" y="86582"/>
                  </a:cubicBezTo>
                  <a:lnTo>
                    <a:pt x="304800" y="86582"/>
                  </a:lnTo>
                  <a:lnTo>
                    <a:pt x="304800" y="103918"/>
                  </a:lnTo>
                  <a:lnTo>
                    <a:pt x="220313" y="103918"/>
                  </a:lnTo>
                  <a:close/>
                  <a:moveTo>
                    <a:pt x="220409" y="155162"/>
                  </a:moveTo>
                  <a:lnTo>
                    <a:pt x="220409" y="137827"/>
                  </a:lnTo>
                  <a:lnTo>
                    <a:pt x="304895" y="137827"/>
                  </a:lnTo>
                  <a:lnTo>
                    <a:pt x="304895" y="155162"/>
                  </a:lnTo>
                  <a:lnTo>
                    <a:pt x="220409" y="15516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27"/>
            <p:cNvSpPr/>
            <p:nvPr/>
          </p:nvSpPr>
          <p:spPr>
            <a:xfrm>
              <a:off x="4791836" y="2787967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003" y="0"/>
                  </a:moveTo>
                  <a:lnTo>
                    <a:pt x="9144" y="0"/>
                  </a:lnTo>
                  <a:cubicBezTo>
                    <a:pt x="4096" y="0"/>
                    <a:pt x="0" y="4096"/>
                    <a:pt x="0" y="9144"/>
                  </a:cubicBezTo>
                  <a:lnTo>
                    <a:pt x="0" y="26003"/>
                  </a:lnTo>
                  <a:cubicBezTo>
                    <a:pt x="0" y="31052"/>
                    <a:pt x="4096" y="35147"/>
                    <a:pt x="9144" y="35147"/>
                  </a:cubicBezTo>
                  <a:lnTo>
                    <a:pt x="26003" y="35147"/>
                  </a:lnTo>
                  <a:cubicBezTo>
                    <a:pt x="31051" y="35147"/>
                    <a:pt x="35147" y="31052"/>
                    <a:pt x="35147" y="26003"/>
                  </a:cubicBezTo>
                  <a:lnTo>
                    <a:pt x="35147" y="9144"/>
                  </a:lnTo>
                  <a:cubicBezTo>
                    <a:pt x="35147" y="4096"/>
                    <a:pt x="31051" y="0"/>
                    <a:pt x="26003" y="0"/>
                  </a:cubicBezTo>
                  <a:lnTo>
                    <a:pt x="26003" y="0"/>
                  </a:lnTo>
                  <a:close/>
                  <a:moveTo>
                    <a:pt x="24003" y="24003"/>
                  </a:moveTo>
                  <a:lnTo>
                    <a:pt x="11239" y="24003"/>
                  </a:lnTo>
                  <a:lnTo>
                    <a:pt x="11239" y="11240"/>
                  </a:lnTo>
                  <a:lnTo>
                    <a:pt x="24003" y="11240"/>
                  </a:lnTo>
                  <a:lnTo>
                    <a:pt x="24003" y="2400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27"/>
            <p:cNvSpPr/>
            <p:nvPr/>
          </p:nvSpPr>
          <p:spPr>
            <a:xfrm>
              <a:off x="4835651" y="2787967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003" y="0"/>
                  </a:moveTo>
                  <a:lnTo>
                    <a:pt x="9144" y="0"/>
                  </a:lnTo>
                  <a:cubicBezTo>
                    <a:pt x="4096" y="0"/>
                    <a:pt x="0" y="4096"/>
                    <a:pt x="0" y="9144"/>
                  </a:cubicBezTo>
                  <a:lnTo>
                    <a:pt x="0" y="26003"/>
                  </a:lnTo>
                  <a:cubicBezTo>
                    <a:pt x="0" y="31052"/>
                    <a:pt x="4096" y="35147"/>
                    <a:pt x="9144" y="35147"/>
                  </a:cubicBezTo>
                  <a:lnTo>
                    <a:pt x="26003" y="35147"/>
                  </a:lnTo>
                  <a:cubicBezTo>
                    <a:pt x="31052" y="35147"/>
                    <a:pt x="35147" y="31052"/>
                    <a:pt x="35147" y="26003"/>
                  </a:cubicBezTo>
                  <a:lnTo>
                    <a:pt x="35147" y="9144"/>
                  </a:lnTo>
                  <a:cubicBezTo>
                    <a:pt x="35147" y="4096"/>
                    <a:pt x="31052" y="0"/>
                    <a:pt x="26003" y="0"/>
                  </a:cubicBezTo>
                  <a:lnTo>
                    <a:pt x="26003" y="0"/>
                  </a:lnTo>
                  <a:close/>
                  <a:moveTo>
                    <a:pt x="24003" y="24003"/>
                  </a:moveTo>
                  <a:lnTo>
                    <a:pt x="11240" y="24003"/>
                  </a:lnTo>
                  <a:lnTo>
                    <a:pt x="11240" y="11240"/>
                  </a:lnTo>
                  <a:lnTo>
                    <a:pt x="24003" y="11240"/>
                  </a:lnTo>
                  <a:lnTo>
                    <a:pt x="24003" y="2400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27"/>
            <p:cNvSpPr/>
            <p:nvPr/>
          </p:nvSpPr>
          <p:spPr>
            <a:xfrm>
              <a:off x="4791836" y="2832735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003" y="0"/>
                  </a:moveTo>
                  <a:lnTo>
                    <a:pt x="9144" y="0"/>
                  </a:lnTo>
                  <a:cubicBezTo>
                    <a:pt x="4096" y="0"/>
                    <a:pt x="0" y="4096"/>
                    <a:pt x="0" y="9144"/>
                  </a:cubicBezTo>
                  <a:lnTo>
                    <a:pt x="0" y="26003"/>
                  </a:lnTo>
                  <a:cubicBezTo>
                    <a:pt x="0" y="31052"/>
                    <a:pt x="4096" y="35147"/>
                    <a:pt x="9144" y="35147"/>
                  </a:cubicBezTo>
                  <a:lnTo>
                    <a:pt x="26003" y="35147"/>
                  </a:lnTo>
                  <a:cubicBezTo>
                    <a:pt x="31051" y="35147"/>
                    <a:pt x="35147" y="31052"/>
                    <a:pt x="35147" y="26003"/>
                  </a:cubicBezTo>
                  <a:lnTo>
                    <a:pt x="35147" y="9144"/>
                  </a:lnTo>
                  <a:cubicBezTo>
                    <a:pt x="35147" y="4096"/>
                    <a:pt x="31051" y="0"/>
                    <a:pt x="26003" y="0"/>
                  </a:cubicBezTo>
                  <a:lnTo>
                    <a:pt x="26003" y="0"/>
                  </a:lnTo>
                  <a:close/>
                  <a:moveTo>
                    <a:pt x="24003" y="23908"/>
                  </a:moveTo>
                  <a:lnTo>
                    <a:pt x="11239" y="23908"/>
                  </a:lnTo>
                  <a:lnTo>
                    <a:pt x="11239" y="11144"/>
                  </a:lnTo>
                  <a:lnTo>
                    <a:pt x="24003" y="11144"/>
                  </a:lnTo>
                  <a:lnTo>
                    <a:pt x="24003" y="239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27"/>
            <p:cNvSpPr/>
            <p:nvPr/>
          </p:nvSpPr>
          <p:spPr>
            <a:xfrm>
              <a:off x="4835651" y="2832735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003" y="0"/>
                  </a:moveTo>
                  <a:lnTo>
                    <a:pt x="9144" y="0"/>
                  </a:lnTo>
                  <a:cubicBezTo>
                    <a:pt x="4096" y="0"/>
                    <a:pt x="0" y="4096"/>
                    <a:pt x="0" y="9144"/>
                  </a:cubicBezTo>
                  <a:lnTo>
                    <a:pt x="0" y="26003"/>
                  </a:lnTo>
                  <a:cubicBezTo>
                    <a:pt x="0" y="31052"/>
                    <a:pt x="4096" y="35147"/>
                    <a:pt x="9144" y="35147"/>
                  </a:cubicBezTo>
                  <a:lnTo>
                    <a:pt x="26003" y="35147"/>
                  </a:lnTo>
                  <a:cubicBezTo>
                    <a:pt x="31052" y="35147"/>
                    <a:pt x="35147" y="31052"/>
                    <a:pt x="35147" y="26003"/>
                  </a:cubicBezTo>
                  <a:lnTo>
                    <a:pt x="35147" y="9144"/>
                  </a:lnTo>
                  <a:cubicBezTo>
                    <a:pt x="35147" y="4096"/>
                    <a:pt x="31052" y="0"/>
                    <a:pt x="26003" y="0"/>
                  </a:cubicBezTo>
                  <a:lnTo>
                    <a:pt x="26003" y="0"/>
                  </a:lnTo>
                  <a:close/>
                  <a:moveTo>
                    <a:pt x="24003" y="23908"/>
                  </a:moveTo>
                  <a:lnTo>
                    <a:pt x="11240" y="23908"/>
                  </a:lnTo>
                  <a:lnTo>
                    <a:pt x="11240" y="11144"/>
                  </a:lnTo>
                  <a:lnTo>
                    <a:pt x="24003" y="11144"/>
                  </a:lnTo>
                  <a:lnTo>
                    <a:pt x="24003" y="239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27"/>
            <p:cNvSpPr/>
            <p:nvPr/>
          </p:nvSpPr>
          <p:spPr>
            <a:xfrm>
              <a:off x="4791836" y="2877407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003" y="0"/>
                  </a:moveTo>
                  <a:lnTo>
                    <a:pt x="9144" y="0"/>
                  </a:lnTo>
                  <a:cubicBezTo>
                    <a:pt x="4096" y="0"/>
                    <a:pt x="0" y="4096"/>
                    <a:pt x="0" y="9144"/>
                  </a:cubicBezTo>
                  <a:lnTo>
                    <a:pt x="0" y="26003"/>
                  </a:lnTo>
                  <a:cubicBezTo>
                    <a:pt x="0" y="31052"/>
                    <a:pt x="4096" y="35147"/>
                    <a:pt x="9144" y="35147"/>
                  </a:cubicBezTo>
                  <a:lnTo>
                    <a:pt x="26003" y="35147"/>
                  </a:lnTo>
                  <a:cubicBezTo>
                    <a:pt x="31051" y="35147"/>
                    <a:pt x="35147" y="31052"/>
                    <a:pt x="35147" y="26003"/>
                  </a:cubicBezTo>
                  <a:lnTo>
                    <a:pt x="35147" y="9144"/>
                  </a:lnTo>
                  <a:cubicBezTo>
                    <a:pt x="35147" y="4096"/>
                    <a:pt x="31051" y="0"/>
                    <a:pt x="26003" y="0"/>
                  </a:cubicBezTo>
                  <a:lnTo>
                    <a:pt x="26003" y="0"/>
                  </a:lnTo>
                  <a:close/>
                  <a:moveTo>
                    <a:pt x="24003" y="23908"/>
                  </a:moveTo>
                  <a:lnTo>
                    <a:pt x="11239" y="23908"/>
                  </a:lnTo>
                  <a:lnTo>
                    <a:pt x="11239" y="11144"/>
                  </a:lnTo>
                  <a:lnTo>
                    <a:pt x="24003" y="11144"/>
                  </a:lnTo>
                  <a:lnTo>
                    <a:pt x="24003" y="239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27"/>
            <p:cNvSpPr/>
            <p:nvPr/>
          </p:nvSpPr>
          <p:spPr>
            <a:xfrm>
              <a:off x="4835651" y="2877407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003" y="0"/>
                  </a:moveTo>
                  <a:lnTo>
                    <a:pt x="9144" y="0"/>
                  </a:lnTo>
                  <a:cubicBezTo>
                    <a:pt x="4096" y="0"/>
                    <a:pt x="0" y="4096"/>
                    <a:pt x="0" y="9144"/>
                  </a:cubicBezTo>
                  <a:lnTo>
                    <a:pt x="0" y="26003"/>
                  </a:lnTo>
                  <a:cubicBezTo>
                    <a:pt x="0" y="31052"/>
                    <a:pt x="4096" y="35147"/>
                    <a:pt x="9144" y="35147"/>
                  </a:cubicBezTo>
                  <a:lnTo>
                    <a:pt x="26003" y="35147"/>
                  </a:lnTo>
                  <a:cubicBezTo>
                    <a:pt x="31052" y="35147"/>
                    <a:pt x="35147" y="31052"/>
                    <a:pt x="35147" y="26003"/>
                  </a:cubicBezTo>
                  <a:lnTo>
                    <a:pt x="35147" y="9144"/>
                  </a:lnTo>
                  <a:cubicBezTo>
                    <a:pt x="35147" y="4096"/>
                    <a:pt x="31052" y="0"/>
                    <a:pt x="26003" y="0"/>
                  </a:cubicBezTo>
                  <a:lnTo>
                    <a:pt x="26003" y="0"/>
                  </a:lnTo>
                  <a:close/>
                  <a:moveTo>
                    <a:pt x="24003" y="23908"/>
                  </a:moveTo>
                  <a:lnTo>
                    <a:pt x="11240" y="23908"/>
                  </a:lnTo>
                  <a:lnTo>
                    <a:pt x="11240" y="11144"/>
                  </a:lnTo>
                  <a:lnTo>
                    <a:pt x="24003" y="11144"/>
                  </a:lnTo>
                  <a:lnTo>
                    <a:pt x="24003" y="239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27"/>
            <p:cNvSpPr/>
            <p:nvPr/>
          </p:nvSpPr>
          <p:spPr>
            <a:xfrm>
              <a:off x="4949665" y="2657379"/>
              <a:ext cx="36195" cy="62674"/>
            </a:xfrm>
            <a:custGeom>
              <a:rect b="b" l="l" r="r" t="t"/>
              <a:pathLst>
                <a:path extrusionOk="0" h="62674" w="36195">
                  <a:moveTo>
                    <a:pt x="20955" y="26099"/>
                  </a:moveTo>
                  <a:lnTo>
                    <a:pt x="15145" y="26099"/>
                  </a:lnTo>
                  <a:cubicBezTo>
                    <a:pt x="12954" y="26099"/>
                    <a:pt x="11144" y="24289"/>
                    <a:pt x="11144" y="22098"/>
                  </a:cubicBezTo>
                  <a:cubicBezTo>
                    <a:pt x="11144" y="19907"/>
                    <a:pt x="12954" y="18098"/>
                    <a:pt x="15145" y="18098"/>
                  </a:cubicBezTo>
                  <a:lnTo>
                    <a:pt x="20955" y="18098"/>
                  </a:lnTo>
                  <a:cubicBezTo>
                    <a:pt x="22288" y="18098"/>
                    <a:pt x="23527" y="18764"/>
                    <a:pt x="24289" y="19812"/>
                  </a:cubicBezTo>
                  <a:cubicBezTo>
                    <a:pt x="26003" y="22384"/>
                    <a:pt x="29528" y="23051"/>
                    <a:pt x="32004" y="21336"/>
                  </a:cubicBezTo>
                  <a:cubicBezTo>
                    <a:pt x="34576" y="19622"/>
                    <a:pt x="35243" y="16097"/>
                    <a:pt x="33528" y="13621"/>
                  </a:cubicBezTo>
                  <a:cubicBezTo>
                    <a:pt x="31242" y="10192"/>
                    <a:pt x="27622" y="7906"/>
                    <a:pt x="23717" y="7239"/>
                  </a:cubicBezTo>
                  <a:lnTo>
                    <a:pt x="23717" y="5620"/>
                  </a:lnTo>
                  <a:cubicBezTo>
                    <a:pt x="23717" y="2572"/>
                    <a:pt x="21241" y="0"/>
                    <a:pt x="18097" y="0"/>
                  </a:cubicBezTo>
                  <a:cubicBezTo>
                    <a:pt x="14954" y="0"/>
                    <a:pt x="12478" y="2477"/>
                    <a:pt x="12478" y="5620"/>
                  </a:cubicBezTo>
                  <a:lnTo>
                    <a:pt x="12478" y="7239"/>
                  </a:lnTo>
                  <a:cubicBezTo>
                    <a:pt x="5429" y="8477"/>
                    <a:pt x="0" y="14669"/>
                    <a:pt x="0" y="22098"/>
                  </a:cubicBezTo>
                  <a:cubicBezTo>
                    <a:pt x="0" y="30480"/>
                    <a:pt x="6763" y="37243"/>
                    <a:pt x="15145" y="37243"/>
                  </a:cubicBezTo>
                  <a:lnTo>
                    <a:pt x="20955" y="37243"/>
                  </a:lnTo>
                  <a:cubicBezTo>
                    <a:pt x="23146" y="37243"/>
                    <a:pt x="24955" y="39052"/>
                    <a:pt x="24955" y="41243"/>
                  </a:cubicBezTo>
                  <a:cubicBezTo>
                    <a:pt x="24955" y="43434"/>
                    <a:pt x="23146" y="45244"/>
                    <a:pt x="20955" y="45244"/>
                  </a:cubicBezTo>
                  <a:lnTo>
                    <a:pt x="15145" y="45244"/>
                  </a:lnTo>
                  <a:cubicBezTo>
                    <a:pt x="13526" y="45244"/>
                    <a:pt x="12097" y="44291"/>
                    <a:pt x="11525" y="42863"/>
                  </a:cubicBezTo>
                  <a:cubicBezTo>
                    <a:pt x="10287" y="40005"/>
                    <a:pt x="7049" y="38672"/>
                    <a:pt x="4191" y="39910"/>
                  </a:cubicBezTo>
                  <a:cubicBezTo>
                    <a:pt x="1334" y="41148"/>
                    <a:pt x="0" y="44387"/>
                    <a:pt x="1238" y="47244"/>
                  </a:cubicBezTo>
                  <a:cubicBezTo>
                    <a:pt x="3238" y="52006"/>
                    <a:pt x="7525" y="55340"/>
                    <a:pt x="12478" y="56198"/>
                  </a:cubicBezTo>
                  <a:lnTo>
                    <a:pt x="12478" y="57055"/>
                  </a:lnTo>
                  <a:cubicBezTo>
                    <a:pt x="12478" y="60103"/>
                    <a:pt x="14954" y="62675"/>
                    <a:pt x="18097" y="62675"/>
                  </a:cubicBezTo>
                  <a:cubicBezTo>
                    <a:pt x="21241" y="62675"/>
                    <a:pt x="23717" y="60198"/>
                    <a:pt x="23717" y="57055"/>
                  </a:cubicBezTo>
                  <a:lnTo>
                    <a:pt x="23717" y="56198"/>
                  </a:lnTo>
                  <a:cubicBezTo>
                    <a:pt x="30766" y="54959"/>
                    <a:pt x="36195" y="48768"/>
                    <a:pt x="36195" y="41339"/>
                  </a:cubicBezTo>
                  <a:cubicBezTo>
                    <a:pt x="36195" y="32956"/>
                    <a:pt x="29432" y="26194"/>
                    <a:pt x="21050" y="26194"/>
                  </a:cubicBezTo>
                  <a:lnTo>
                    <a:pt x="21050" y="2619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7" name="Google Shape;1187;p27"/>
          <p:cNvGrpSpPr/>
          <p:nvPr/>
        </p:nvGrpSpPr>
        <p:grpSpPr>
          <a:xfrm>
            <a:off x="2279555" y="1971205"/>
            <a:ext cx="238302" cy="426429"/>
            <a:chOff x="4044028" y="2638329"/>
            <a:chExt cx="213074" cy="381285"/>
          </a:xfrm>
        </p:grpSpPr>
        <p:sp>
          <p:nvSpPr>
            <p:cNvPr id="1188" name="Google Shape;1188;p27"/>
            <p:cNvSpPr/>
            <p:nvPr/>
          </p:nvSpPr>
          <p:spPr>
            <a:xfrm>
              <a:off x="4113656" y="2725483"/>
              <a:ext cx="143160" cy="294131"/>
            </a:xfrm>
            <a:custGeom>
              <a:rect b="b" l="l" r="r" t="t"/>
              <a:pathLst>
                <a:path extrusionOk="0" h="294131" w="143160">
                  <a:moveTo>
                    <a:pt x="137636" y="0"/>
                  </a:moveTo>
                  <a:cubicBezTo>
                    <a:pt x="134588" y="0"/>
                    <a:pt x="132017" y="2477"/>
                    <a:pt x="132017" y="5620"/>
                  </a:cubicBezTo>
                  <a:lnTo>
                    <a:pt x="132017" y="269843"/>
                  </a:lnTo>
                  <a:cubicBezTo>
                    <a:pt x="132017" y="276987"/>
                    <a:pt x="126206" y="282892"/>
                    <a:pt x="118967" y="282892"/>
                  </a:cubicBezTo>
                  <a:lnTo>
                    <a:pt x="5620" y="282892"/>
                  </a:lnTo>
                  <a:cubicBezTo>
                    <a:pt x="2572" y="282892"/>
                    <a:pt x="0" y="285369"/>
                    <a:pt x="0" y="288512"/>
                  </a:cubicBezTo>
                  <a:cubicBezTo>
                    <a:pt x="0" y="291656"/>
                    <a:pt x="2476" y="294132"/>
                    <a:pt x="5620" y="294132"/>
                  </a:cubicBezTo>
                  <a:lnTo>
                    <a:pt x="118967" y="294132"/>
                  </a:lnTo>
                  <a:cubicBezTo>
                    <a:pt x="132302" y="294132"/>
                    <a:pt x="143161" y="283273"/>
                    <a:pt x="143161" y="269939"/>
                  </a:cubicBezTo>
                  <a:lnTo>
                    <a:pt x="143161" y="5715"/>
                  </a:lnTo>
                  <a:cubicBezTo>
                    <a:pt x="143161" y="2667"/>
                    <a:pt x="140684" y="95"/>
                    <a:pt x="137541" y="95"/>
                  </a:cubicBezTo>
                  <a:lnTo>
                    <a:pt x="137541" y="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27"/>
            <p:cNvSpPr/>
            <p:nvPr/>
          </p:nvSpPr>
          <p:spPr>
            <a:xfrm>
              <a:off x="4044028" y="2638329"/>
              <a:ext cx="213074" cy="381095"/>
            </a:xfrm>
            <a:custGeom>
              <a:rect b="b" l="l" r="r" t="t"/>
              <a:pathLst>
                <a:path extrusionOk="0" h="381095" w="213074">
                  <a:moveTo>
                    <a:pt x="188690" y="95"/>
                  </a:moveTo>
                  <a:lnTo>
                    <a:pt x="24193" y="95"/>
                  </a:lnTo>
                  <a:cubicBezTo>
                    <a:pt x="10858" y="95"/>
                    <a:pt x="0" y="10954"/>
                    <a:pt x="0" y="24289"/>
                  </a:cubicBezTo>
                  <a:lnTo>
                    <a:pt x="0" y="356902"/>
                  </a:lnTo>
                  <a:cubicBezTo>
                    <a:pt x="0" y="370237"/>
                    <a:pt x="10858" y="381095"/>
                    <a:pt x="24193" y="381095"/>
                  </a:cubicBezTo>
                  <a:lnTo>
                    <a:pt x="50482" y="381095"/>
                  </a:lnTo>
                  <a:cubicBezTo>
                    <a:pt x="53530" y="381095"/>
                    <a:pt x="56102" y="378619"/>
                    <a:pt x="56102" y="375476"/>
                  </a:cubicBezTo>
                  <a:cubicBezTo>
                    <a:pt x="56102" y="372332"/>
                    <a:pt x="53626" y="369856"/>
                    <a:pt x="50482" y="369856"/>
                  </a:cubicBezTo>
                  <a:lnTo>
                    <a:pt x="24193" y="369856"/>
                  </a:lnTo>
                  <a:cubicBezTo>
                    <a:pt x="17050" y="369856"/>
                    <a:pt x="11144" y="364045"/>
                    <a:pt x="11144" y="356806"/>
                  </a:cubicBezTo>
                  <a:lnTo>
                    <a:pt x="11144" y="24193"/>
                  </a:lnTo>
                  <a:cubicBezTo>
                    <a:pt x="11144" y="17050"/>
                    <a:pt x="16954" y="11144"/>
                    <a:pt x="24193" y="11144"/>
                  </a:cubicBezTo>
                  <a:lnTo>
                    <a:pt x="44482" y="11144"/>
                  </a:lnTo>
                  <a:lnTo>
                    <a:pt x="49054" y="24003"/>
                  </a:lnTo>
                  <a:cubicBezTo>
                    <a:pt x="51911" y="32195"/>
                    <a:pt x="59722" y="37624"/>
                    <a:pt x="68389" y="37624"/>
                  </a:cubicBezTo>
                  <a:lnTo>
                    <a:pt x="144589" y="37624"/>
                  </a:lnTo>
                  <a:cubicBezTo>
                    <a:pt x="153257" y="37624"/>
                    <a:pt x="160972" y="32099"/>
                    <a:pt x="163925" y="24003"/>
                  </a:cubicBezTo>
                  <a:lnTo>
                    <a:pt x="168497" y="11144"/>
                  </a:lnTo>
                  <a:lnTo>
                    <a:pt x="188785" y="11144"/>
                  </a:lnTo>
                  <a:cubicBezTo>
                    <a:pt x="195929" y="11144"/>
                    <a:pt x="201835" y="16954"/>
                    <a:pt x="201835" y="24193"/>
                  </a:cubicBezTo>
                  <a:lnTo>
                    <a:pt x="201835" y="67818"/>
                  </a:lnTo>
                  <a:cubicBezTo>
                    <a:pt x="201835" y="70866"/>
                    <a:pt x="204311" y="73438"/>
                    <a:pt x="207454" y="73438"/>
                  </a:cubicBezTo>
                  <a:cubicBezTo>
                    <a:pt x="210598" y="73438"/>
                    <a:pt x="213074" y="70961"/>
                    <a:pt x="213074" y="67818"/>
                  </a:cubicBezTo>
                  <a:lnTo>
                    <a:pt x="213074" y="24193"/>
                  </a:lnTo>
                  <a:cubicBezTo>
                    <a:pt x="213074" y="10858"/>
                    <a:pt x="202216" y="0"/>
                    <a:pt x="188881" y="0"/>
                  </a:cubicBezTo>
                  <a:lnTo>
                    <a:pt x="188881" y="0"/>
                  </a:lnTo>
                  <a:close/>
                  <a:moveTo>
                    <a:pt x="153257" y="20479"/>
                  </a:moveTo>
                  <a:cubicBezTo>
                    <a:pt x="151924" y="24193"/>
                    <a:pt x="148399" y="26670"/>
                    <a:pt x="144494" y="26670"/>
                  </a:cubicBezTo>
                  <a:lnTo>
                    <a:pt x="68294" y="26670"/>
                  </a:lnTo>
                  <a:cubicBezTo>
                    <a:pt x="64389" y="26670"/>
                    <a:pt x="60865" y="24193"/>
                    <a:pt x="59531" y="20479"/>
                  </a:cubicBezTo>
                  <a:lnTo>
                    <a:pt x="56293" y="11335"/>
                  </a:lnTo>
                  <a:lnTo>
                    <a:pt x="156591" y="11335"/>
                  </a:lnTo>
                  <a:lnTo>
                    <a:pt x="153352" y="20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27"/>
            <p:cNvSpPr/>
            <p:nvPr/>
          </p:nvSpPr>
          <p:spPr>
            <a:xfrm>
              <a:off x="4136492" y="2977014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8502" y="1643"/>
                  </a:move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ubicBezTo>
                    <a:pt x="11168" y="19074"/>
                    <a:pt x="12597" y="19645"/>
                    <a:pt x="14026" y="19645"/>
                  </a:cubicBezTo>
                  <a:cubicBezTo>
                    <a:pt x="15454" y="19645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8502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27"/>
            <p:cNvSpPr/>
            <p:nvPr/>
          </p:nvSpPr>
          <p:spPr>
            <a:xfrm>
              <a:off x="4095178" y="2698066"/>
              <a:ext cx="110489" cy="217440"/>
            </a:xfrm>
            <a:custGeom>
              <a:rect b="b" l="l" r="r" t="t"/>
              <a:pathLst>
                <a:path extrusionOk="0" h="217440" w="110489">
                  <a:moveTo>
                    <a:pt x="5620" y="125048"/>
                  </a:moveTo>
                  <a:cubicBezTo>
                    <a:pt x="2572" y="125048"/>
                    <a:pt x="0" y="127525"/>
                    <a:pt x="0" y="130668"/>
                  </a:cubicBezTo>
                  <a:lnTo>
                    <a:pt x="0" y="206392"/>
                  </a:lnTo>
                  <a:cubicBezTo>
                    <a:pt x="0" y="212488"/>
                    <a:pt x="4953" y="217440"/>
                    <a:pt x="11049" y="217440"/>
                  </a:cubicBezTo>
                  <a:lnTo>
                    <a:pt x="99441" y="217440"/>
                  </a:lnTo>
                  <a:cubicBezTo>
                    <a:pt x="105537" y="217440"/>
                    <a:pt x="110490" y="212488"/>
                    <a:pt x="110490" y="206392"/>
                  </a:cubicBezTo>
                  <a:lnTo>
                    <a:pt x="110490" y="11034"/>
                  </a:lnTo>
                  <a:cubicBezTo>
                    <a:pt x="110490" y="7414"/>
                    <a:pt x="108680" y="3985"/>
                    <a:pt x="105727" y="1985"/>
                  </a:cubicBezTo>
                  <a:cubicBezTo>
                    <a:pt x="102775" y="-110"/>
                    <a:pt x="98965" y="-587"/>
                    <a:pt x="95536" y="747"/>
                  </a:cubicBezTo>
                  <a:lnTo>
                    <a:pt x="7239" y="33989"/>
                  </a:lnTo>
                  <a:cubicBezTo>
                    <a:pt x="2953" y="35608"/>
                    <a:pt x="95" y="39799"/>
                    <a:pt x="95" y="44371"/>
                  </a:cubicBezTo>
                  <a:lnTo>
                    <a:pt x="95" y="105903"/>
                  </a:lnTo>
                  <a:cubicBezTo>
                    <a:pt x="95" y="108951"/>
                    <a:pt x="2572" y="111523"/>
                    <a:pt x="5715" y="111523"/>
                  </a:cubicBezTo>
                  <a:cubicBezTo>
                    <a:pt x="8858" y="111523"/>
                    <a:pt x="11335" y="109046"/>
                    <a:pt x="11335" y="105903"/>
                  </a:cubicBezTo>
                  <a:lnTo>
                    <a:pt x="11335" y="44371"/>
                  </a:lnTo>
                  <a:lnTo>
                    <a:pt x="99441" y="11224"/>
                  </a:lnTo>
                  <a:lnTo>
                    <a:pt x="99441" y="54849"/>
                  </a:lnTo>
                  <a:lnTo>
                    <a:pt x="38100" y="54849"/>
                  </a:lnTo>
                  <a:cubicBezTo>
                    <a:pt x="33528" y="54849"/>
                    <a:pt x="29813" y="58564"/>
                    <a:pt x="29813" y="63136"/>
                  </a:cubicBezTo>
                  <a:lnTo>
                    <a:pt x="29813" y="78471"/>
                  </a:lnTo>
                  <a:cubicBezTo>
                    <a:pt x="29813" y="83043"/>
                    <a:pt x="33528" y="86758"/>
                    <a:pt x="38100" y="86758"/>
                  </a:cubicBezTo>
                  <a:lnTo>
                    <a:pt x="99441" y="86758"/>
                  </a:lnTo>
                  <a:lnTo>
                    <a:pt x="99441" y="95330"/>
                  </a:lnTo>
                  <a:lnTo>
                    <a:pt x="38100" y="95330"/>
                  </a:lnTo>
                  <a:cubicBezTo>
                    <a:pt x="33528" y="95330"/>
                    <a:pt x="29813" y="99045"/>
                    <a:pt x="29813" y="103617"/>
                  </a:cubicBezTo>
                  <a:lnTo>
                    <a:pt x="29813" y="118952"/>
                  </a:lnTo>
                  <a:cubicBezTo>
                    <a:pt x="29813" y="123524"/>
                    <a:pt x="33528" y="127239"/>
                    <a:pt x="38100" y="127239"/>
                  </a:cubicBezTo>
                  <a:lnTo>
                    <a:pt x="99441" y="127239"/>
                  </a:lnTo>
                  <a:lnTo>
                    <a:pt x="99441" y="206201"/>
                  </a:lnTo>
                  <a:lnTo>
                    <a:pt x="87821" y="206201"/>
                  </a:lnTo>
                  <a:lnTo>
                    <a:pt x="87821" y="169244"/>
                  </a:lnTo>
                  <a:cubicBezTo>
                    <a:pt x="87821" y="164672"/>
                    <a:pt x="84106" y="160957"/>
                    <a:pt x="79534" y="160957"/>
                  </a:cubicBezTo>
                  <a:lnTo>
                    <a:pt x="31242" y="160957"/>
                  </a:lnTo>
                  <a:cubicBezTo>
                    <a:pt x="26670" y="160957"/>
                    <a:pt x="22955" y="164672"/>
                    <a:pt x="22955" y="169244"/>
                  </a:cubicBezTo>
                  <a:lnTo>
                    <a:pt x="22955" y="206201"/>
                  </a:lnTo>
                  <a:lnTo>
                    <a:pt x="11335" y="206201"/>
                  </a:lnTo>
                  <a:lnTo>
                    <a:pt x="11335" y="130573"/>
                  </a:lnTo>
                  <a:cubicBezTo>
                    <a:pt x="11335" y="127525"/>
                    <a:pt x="8858" y="124953"/>
                    <a:pt x="5715" y="124953"/>
                  </a:cubicBezTo>
                  <a:lnTo>
                    <a:pt x="5715" y="124953"/>
                  </a:lnTo>
                  <a:close/>
                  <a:moveTo>
                    <a:pt x="40767" y="75518"/>
                  </a:moveTo>
                  <a:lnTo>
                    <a:pt x="40767" y="65898"/>
                  </a:lnTo>
                  <a:lnTo>
                    <a:pt x="99250" y="65898"/>
                  </a:lnTo>
                  <a:lnTo>
                    <a:pt x="99250" y="75518"/>
                  </a:lnTo>
                  <a:lnTo>
                    <a:pt x="40767" y="75518"/>
                  </a:lnTo>
                  <a:close/>
                  <a:moveTo>
                    <a:pt x="40767" y="116094"/>
                  </a:moveTo>
                  <a:lnTo>
                    <a:pt x="40767" y="106474"/>
                  </a:lnTo>
                  <a:lnTo>
                    <a:pt x="99250" y="106474"/>
                  </a:lnTo>
                  <a:lnTo>
                    <a:pt x="99250" y="116094"/>
                  </a:lnTo>
                  <a:lnTo>
                    <a:pt x="40767" y="116094"/>
                  </a:lnTo>
                  <a:close/>
                  <a:moveTo>
                    <a:pt x="76581" y="206201"/>
                  </a:moveTo>
                  <a:lnTo>
                    <a:pt x="60865" y="206201"/>
                  </a:lnTo>
                  <a:lnTo>
                    <a:pt x="60865" y="172102"/>
                  </a:lnTo>
                  <a:lnTo>
                    <a:pt x="76581" y="172102"/>
                  </a:lnTo>
                  <a:lnTo>
                    <a:pt x="76581" y="206201"/>
                  </a:lnTo>
                  <a:close/>
                  <a:moveTo>
                    <a:pt x="34004" y="172102"/>
                  </a:moveTo>
                  <a:lnTo>
                    <a:pt x="49721" y="172102"/>
                  </a:lnTo>
                  <a:lnTo>
                    <a:pt x="49721" y="206201"/>
                  </a:lnTo>
                  <a:lnTo>
                    <a:pt x="34004" y="206201"/>
                  </a:lnTo>
                  <a:lnTo>
                    <a:pt x="34004" y="1721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27"/>
            <p:cNvSpPr/>
            <p:nvPr/>
          </p:nvSpPr>
          <p:spPr>
            <a:xfrm>
              <a:off x="4107274" y="2948558"/>
              <a:ext cx="86201" cy="11239"/>
            </a:xfrm>
            <a:custGeom>
              <a:rect b="b" l="l" r="r" t="t"/>
              <a:pathLst>
                <a:path extrusionOk="0" h="11239" w="86201">
                  <a:moveTo>
                    <a:pt x="86201" y="5620"/>
                  </a:moveTo>
                  <a:cubicBezTo>
                    <a:pt x="86201" y="2572"/>
                    <a:pt x="83725" y="0"/>
                    <a:pt x="80581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80581" y="11240"/>
                  </a:lnTo>
                  <a:cubicBezTo>
                    <a:pt x="83629" y="11240"/>
                    <a:pt x="86201" y="8763"/>
                    <a:pt x="86201" y="5620"/>
                  </a:cubicBezTo>
                  <a:lnTo>
                    <a:pt x="86201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27"/>
            <p:cNvSpPr/>
            <p:nvPr/>
          </p:nvSpPr>
          <p:spPr>
            <a:xfrm>
              <a:off x="4173568" y="2926651"/>
              <a:ext cx="28670" cy="11239"/>
            </a:xfrm>
            <a:custGeom>
              <a:rect b="b" l="l" r="r" t="t"/>
              <a:pathLst>
                <a:path extrusionOk="0" h="11239" w="28670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23050" y="11240"/>
                  </a:lnTo>
                  <a:cubicBezTo>
                    <a:pt x="26099" y="11240"/>
                    <a:pt x="28670" y="8763"/>
                    <a:pt x="28670" y="5620"/>
                  </a:cubicBezTo>
                  <a:cubicBezTo>
                    <a:pt x="28670" y="2476"/>
                    <a:pt x="26194" y="0"/>
                    <a:pt x="2305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27"/>
            <p:cNvSpPr/>
            <p:nvPr/>
          </p:nvSpPr>
          <p:spPr>
            <a:xfrm>
              <a:off x="4098607" y="2926556"/>
              <a:ext cx="32956" cy="11239"/>
            </a:xfrm>
            <a:custGeom>
              <a:rect b="b" l="l" r="r" t="t"/>
              <a:pathLst>
                <a:path extrusionOk="0" h="11239" w="32956">
                  <a:moveTo>
                    <a:pt x="32956" y="5620"/>
                  </a:moveTo>
                  <a:cubicBezTo>
                    <a:pt x="32956" y="2572"/>
                    <a:pt x="30480" y="0"/>
                    <a:pt x="27337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27337" y="11240"/>
                  </a:lnTo>
                  <a:cubicBezTo>
                    <a:pt x="30385" y="11240"/>
                    <a:pt x="32956" y="8763"/>
                    <a:pt x="32956" y="5620"/>
                  </a:cubicBezTo>
                  <a:lnTo>
                    <a:pt x="32956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27"/>
            <p:cNvSpPr/>
            <p:nvPr/>
          </p:nvSpPr>
          <p:spPr>
            <a:xfrm>
              <a:off x="4142136" y="2926651"/>
              <a:ext cx="21812" cy="11239"/>
            </a:xfrm>
            <a:custGeom>
              <a:rect b="b" l="l" r="r" t="t"/>
              <a:pathLst>
                <a:path extrusionOk="0" h="11239" w="21812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6193" y="11240"/>
                  </a:lnTo>
                  <a:cubicBezTo>
                    <a:pt x="19241" y="11240"/>
                    <a:pt x="21812" y="8763"/>
                    <a:pt x="21812" y="5620"/>
                  </a:cubicBezTo>
                  <a:cubicBezTo>
                    <a:pt x="21812" y="2476"/>
                    <a:pt x="19336" y="0"/>
                    <a:pt x="16193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27"/>
            <p:cNvSpPr/>
            <p:nvPr/>
          </p:nvSpPr>
          <p:spPr>
            <a:xfrm>
              <a:off x="4071746" y="2678620"/>
              <a:ext cx="21621" cy="11239"/>
            </a:xfrm>
            <a:custGeom>
              <a:rect b="b" l="l" r="r" t="t"/>
              <a:pathLst>
                <a:path extrusionOk="0" h="11239" w="21621">
                  <a:moveTo>
                    <a:pt x="16002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6002" y="11240"/>
                  </a:lnTo>
                  <a:cubicBezTo>
                    <a:pt x="19050" y="11240"/>
                    <a:pt x="21622" y="8763"/>
                    <a:pt x="21622" y="5620"/>
                  </a:cubicBezTo>
                  <a:cubicBezTo>
                    <a:pt x="21622" y="2477"/>
                    <a:pt x="19145" y="0"/>
                    <a:pt x="16002" y="0"/>
                  </a:cubicBezTo>
                  <a:lnTo>
                    <a:pt x="16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7" name="Google Shape;1197;p27"/>
          <p:cNvGrpSpPr/>
          <p:nvPr/>
        </p:nvGrpSpPr>
        <p:grpSpPr>
          <a:xfrm>
            <a:off x="1316333" y="2006040"/>
            <a:ext cx="426110" cy="356761"/>
            <a:chOff x="3182778" y="2669476"/>
            <a:chExt cx="381000" cy="318992"/>
          </a:xfrm>
        </p:grpSpPr>
        <p:sp>
          <p:nvSpPr>
            <p:cNvPr id="1198" name="Google Shape;1198;p27"/>
            <p:cNvSpPr/>
            <p:nvPr/>
          </p:nvSpPr>
          <p:spPr>
            <a:xfrm>
              <a:off x="3182778" y="2669476"/>
              <a:ext cx="381000" cy="318992"/>
            </a:xfrm>
            <a:custGeom>
              <a:rect b="b" l="l" r="r" t="t"/>
              <a:pathLst>
                <a:path extrusionOk="0" h="318992" w="381000">
                  <a:moveTo>
                    <a:pt x="364236" y="0"/>
                  </a:moveTo>
                  <a:lnTo>
                    <a:pt x="16764" y="0"/>
                  </a:lnTo>
                  <a:cubicBezTo>
                    <a:pt x="7525" y="0"/>
                    <a:pt x="0" y="7525"/>
                    <a:pt x="0" y="16764"/>
                  </a:cubicBezTo>
                  <a:lnTo>
                    <a:pt x="0" y="242316"/>
                  </a:lnTo>
                  <a:cubicBezTo>
                    <a:pt x="0" y="245364"/>
                    <a:pt x="2477" y="247936"/>
                    <a:pt x="5620" y="247936"/>
                  </a:cubicBezTo>
                  <a:cubicBezTo>
                    <a:pt x="8763" y="247936"/>
                    <a:pt x="11240" y="245459"/>
                    <a:pt x="11240" y="242316"/>
                  </a:cubicBezTo>
                  <a:lnTo>
                    <a:pt x="11240" y="63246"/>
                  </a:lnTo>
                  <a:lnTo>
                    <a:pt x="369951" y="63246"/>
                  </a:lnTo>
                  <a:lnTo>
                    <a:pt x="369951" y="302228"/>
                  </a:lnTo>
                  <a:cubicBezTo>
                    <a:pt x="369951" y="305276"/>
                    <a:pt x="367475" y="307848"/>
                    <a:pt x="364331" y="307848"/>
                  </a:cubicBezTo>
                  <a:lnTo>
                    <a:pt x="16859" y="307848"/>
                  </a:lnTo>
                  <a:cubicBezTo>
                    <a:pt x="13811" y="307848"/>
                    <a:pt x="11240" y="305371"/>
                    <a:pt x="11240" y="302228"/>
                  </a:cubicBezTo>
                  <a:lnTo>
                    <a:pt x="11240" y="267176"/>
                  </a:lnTo>
                  <a:cubicBezTo>
                    <a:pt x="11240" y="264128"/>
                    <a:pt x="8763" y="261556"/>
                    <a:pt x="5620" y="261556"/>
                  </a:cubicBezTo>
                  <a:cubicBezTo>
                    <a:pt x="2477" y="261556"/>
                    <a:pt x="0" y="264033"/>
                    <a:pt x="0" y="267176"/>
                  </a:cubicBezTo>
                  <a:lnTo>
                    <a:pt x="0" y="302228"/>
                  </a:lnTo>
                  <a:cubicBezTo>
                    <a:pt x="0" y="311467"/>
                    <a:pt x="7525" y="318992"/>
                    <a:pt x="16764" y="318992"/>
                  </a:cubicBezTo>
                  <a:lnTo>
                    <a:pt x="364236" y="318992"/>
                  </a:lnTo>
                  <a:cubicBezTo>
                    <a:pt x="373475" y="318992"/>
                    <a:pt x="381000" y="311467"/>
                    <a:pt x="381000" y="302228"/>
                  </a:cubicBezTo>
                  <a:lnTo>
                    <a:pt x="381000" y="16859"/>
                  </a:lnTo>
                  <a:cubicBezTo>
                    <a:pt x="381000" y="7620"/>
                    <a:pt x="373475" y="95"/>
                    <a:pt x="364236" y="95"/>
                  </a:cubicBezTo>
                  <a:lnTo>
                    <a:pt x="364236" y="95"/>
                  </a:lnTo>
                  <a:close/>
                  <a:moveTo>
                    <a:pt x="11144" y="52006"/>
                  </a:moveTo>
                  <a:lnTo>
                    <a:pt x="11144" y="16764"/>
                  </a:lnTo>
                  <a:cubicBezTo>
                    <a:pt x="11144" y="13716"/>
                    <a:pt x="13621" y="11144"/>
                    <a:pt x="16764" y="11144"/>
                  </a:cubicBezTo>
                  <a:lnTo>
                    <a:pt x="364236" y="11144"/>
                  </a:lnTo>
                  <a:cubicBezTo>
                    <a:pt x="367284" y="11144"/>
                    <a:pt x="369856" y="13621"/>
                    <a:pt x="369856" y="16764"/>
                  </a:cubicBezTo>
                  <a:lnTo>
                    <a:pt x="369856" y="52006"/>
                  </a:lnTo>
                  <a:lnTo>
                    <a:pt x="11144" y="520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27"/>
            <p:cNvSpPr/>
            <p:nvPr/>
          </p:nvSpPr>
          <p:spPr>
            <a:xfrm>
              <a:off x="3211353" y="2695098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7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27"/>
            <p:cNvSpPr/>
            <p:nvPr/>
          </p:nvSpPr>
          <p:spPr>
            <a:xfrm>
              <a:off x="3231260" y="2695098"/>
              <a:ext cx="11144" cy="11239"/>
            </a:xfrm>
            <a:custGeom>
              <a:rect b="b" l="l" r="r" t="t"/>
              <a:pathLst>
                <a:path extrusionOk="0" h="11239" w="11144">
                  <a:moveTo>
                    <a:pt x="5620" y="0"/>
                  </a:moveTo>
                  <a:lnTo>
                    <a:pt x="5620" y="0"/>
                  </a:lnTo>
                  <a:cubicBezTo>
                    <a:pt x="2572" y="0"/>
                    <a:pt x="95" y="2477"/>
                    <a:pt x="0" y="5525"/>
                  </a:cubicBezTo>
                  <a:lnTo>
                    <a:pt x="0" y="5525"/>
                  </a:lnTo>
                  <a:cubicBezTo>
                    <a:pt x="0" y="8668"/>
                    <a:pt x="2477" y="11240"/>
                    <a:pt x="5525" y="11240"/>
                  </a:cubicBezTo>
                  <a:lnTo>
                    <a:pt x="5525" y="11240"/>
                  </a:lnTo>
                  <a:cubicBezTo>
                    <a:pt x="8573" y="11240"/>
                    <a:pt x="11049" y="8763"/>
                    <a:pt x="11144" y="5715"/>
                  </a:cubicBezTo>
                  <a:lnTo>
                    <a:pt x="11144" y="5715"/>
                  </a:lnTo>
                  <a:cubicBezTo>
                    <a:pt x="11144" y="2572"/>
                    <a:pt x="8668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27"/>
            <p:cNvSpPr/>
            <p:nvPr/>
          </p:nvSpPr>
          <p:spPr>
            <a:xfrm>
              <a:off x="3250977" y="2695098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7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27"/>
            <p:cNvSpPr/>
            <p:nvPr/>
          </p:nvSpPr>
          <p:spPr>
            <a:xfrm>
              <a:off x="3377945" y="2695098"/>
              <a:ext cx="157353" cy="11239"/>
            </a:xfrm>
            <a:custGeom>
              <a:rect b="b" l="l" r="r" t="t"/>
              <a:pathLst>
                <a:path extrusionOk="0" h="11239" w="157353">
                  <a:moveTo>
                    <a:pt x="151733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51733" y="11240"/>
                  </a:lnTo>
                  <a:cubicBezTo>
                    <a:pt x="154781" y="11240"/>
                    <a:pt x="157353" y="8763"/>
                    <a:pt x="157353" y="5620"/>
                  </a:cubicBezTo>
                  <a:cubicBezTo>
                    <a:pt x="157353" y="2477"/>
                    <a:pt x="154877" y="0"/>
                    <a:pt x="151733" y="0"/>
                  </a:cubicBezTo>
                  <a:lnTo>
                    <a:pt x="151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27"/>
            <p:cNvSpPr/>
            <p:nvPr/>
          </p:nvSpPr>
          <p:spPr>
            <a:xfrm>
              <a:off x="3352418" y="2758249"/>
              <a:ext cx="177355" cy="193452"/>
            </a:xfrm>
            <a:custGeom>
              <a:rect b="b" l="l" r="r" t="t"/>
              <a:pathLst>
                <a:path extrusionOk="0" h="193452" w="177355">
                  <a:moveTo>
                    <a:pt x="13049" y="11240"/>
                  </a:moveTo>
                  <a:lnTo>
                    <a:pt x="98298" y="11240"/>
                  </a:lnTo>
                  <a:cubicBezTo>
                    <a:pt x="101346" y="11240"/>
                    <a:pt x="103918" y="8763"/>
                    <a:pt x="103918" y="5620"/>
                  </a:cubicBezTo>
                  <a:cubicBezTo>
                    <a:pt x="103918" y="2476"/>
                    <a:pt x="101441" y="0"/>
                    <a:pt x="98298" y="0"/>
                  </a:cubicBezTo>
                  <a:lnTo>
                    <a:pt x="13049" y="0"/>
                  </a:lnTo>
                  <a:cubicBezTo>
                    <a:pt x="5906" y="0"/>
                    <a:pt x="0" y="5810"/>
                    <a:pt x="0" y="13049"/>
                  </a:cubicBezTo>
                  <a:lnTo>
                    <a:pt x="0" y="180403"/>
                  </a:lnTo>
                  <a:cubicBezTo>
                    <a:pt x="0" y="187547"/>
                    <a:pt x="5810" y="193453"/>
                    <a:pt x="13049" y="193453"/>
                  </a:cubicBezTo>
                  <a:lnTo>
                    <a:pt x="164306" y="193453"/>
                  </a:lnTo>
                  <a:cubicBezTo>
                    <a:pt x="171450" y="193453"/>
                    <a:pt x="177356" y="187642"/>
                    <a:pt x="177356" y="180403"/>
                  </a:cubicBezTo>
                  <a:lnTo>
                    <a:pt x="177356" y="13049"/>
                  </a:lnTo>
                  <a:cubicBezTo>
                    <a:pt x="177356" y="5905"/>
                    <a:pt x="171545" y="0"/>
                    <a:pt x="164306" y="0"/>
                  </a:cubicBezTo>
                  <a:lnTo>
                    <a:pt x="123063" y="0"/>
                  </a:lnTo>
                  <a:cubicBezTo>
                    <a:pt x="120015" y="0"/>
                    <a:pt x="117443" y="2476"/>
                    <a:pt x="117443" y="5620"/>
                  </a:cubicBezTo>
                  <a:cubicBezTo>
                    <a:pt x="117443" y="8763"/>
                    <a:pt x="119920" y="11240"/>
                    <a:pt x="123063" y="11240"/>
                  </a:cubicBezTo>
                  <a:lnTo>
                    <a:pt x="164306" y="11240"/>
                  </a:lnTo>
                  <a:cubicBezTo>
                    <a:pt x="165354" y="11240"/>
                    <a:pt x="166211" y="12097"/>
                    <a:pt x="166211" y="13144"/>
                  </a:cubicBezTo>
                  <a:lnTo>
                    <a:pt x="166211" y="37909"/>
                  </a:lnTo>
                  <a:lnTo>
                    <a:pt x="155067" y="37909"/>
                  </a:lnTo>
                  <a:lnTo>
                    <a:pt x="155067" y="28099"/>
                  </a:lnTo>
                  <a:cubicBezTo>
                    <a:pt x="155067" y="25051"/>
                    <a:pt x="152591" y="22479"/>
                    <a:pt x="149447" y="22479"/>
                  </a:cubicBezTo>
                  <a:lnTo>
                    <a:pt x="28004" y="22479"/>
                  </a:lnTo>
                  <a:cubicBezTo>
                    <a:pt x="24956" y="22479"/>
                    <a:pt x="22384" y="24955"/>
                    <a:pt x="22384" y="28099"/>
                  </a:cubicBezTo>
                  <a:lnTo>
                    <a:pt x="22384" y="165640"/>
                  </a:lnTo>
                  <a:cubicBezTo>
                    <a:pt x="22384" y="168688"/>
                    <a:pt x="24860" y="171259"/>
                    <a:pt x="28004" y="171259"/>
                  </a:cubicBezTo>
                  <a:lnTo>
                    <a:pt x="149447" y="171259"/>
                  </a:lnTo>
                  <a:cubicBezTo>
                    <a:pt x="152495" y="171259"/>
                    <a:pt x="155067" y="168783"/>
                    <a:pt x="155067" y="165640"/>
                  </a:cubicBezTo>
                  <a:lnTo>
                    <a:pt x="155067" y="155829"/>
                  </a:lnTo>
                  <a:lnTo>
                    <a:pt x="166211" y="155829"/>
                  </a:lnTo>
                  <a:lnTo>
                    <a:pt x="166211" y="180594"/>
                  </a:lnTo>
                  <a:cubicBezTo>
                    <a:pt x="166211" y="181642"/>
                    <a:pt x="165354" y="182499"/>
                    <a:pt x="164306" y="182499"/>
                  </a:cubicBezTo>
                  <a:lnTo>
                    <a:pt x="13049" y="182499"/>
                  </a:lnTo>
                  <a:cubicBezTo>
                    <a:pt x="12002" y="182499"/>
                    <a:pt x="11144" y="181642"/>
                    <a:pt x="11144" y="180594"/>
                  </a:cubicBezTo>
                  <a:lnTo>
                    <a:pt x="11144" y="13240"/>
                  </a:lnTo>
                  <a:cubicBezTo>
                    <a:pt x="11144" y="12192"/>
                    <a:pt x="12002" y="11335"/>
                    <a:pt x="13049" y="11335"/>
                  </a:cubicBezTo>
                  <a:lnTo>
                    <a:pt x="13049" y="11335"/>
                  </a:lnTo>
                  <a:close/>
                  <a:moveTo>
                    <a:pt x="166116" y="114586"/>
                  </a:moveTo>
                  <a:lnTo>
                    <a:pt x="154972" y="114586"/>
                  </a:lnTo>
                  <a:lnTo>
                    <a:pt x="154972" y="78867"/>
                  </a:lnTo>
                  <a:lnTo>
                    <a:pt x="166116" y="78867"/>
                  </a:lnTo>
                  <a:lnTo>
                    <a:pt x="166116" y="114586"/>
                  </a:lnTo>
                  <a:close/>
                  <a:moveTo>
                    <a:pt x="147828" y="144590"/>
                  </a:moveTo>
                  <a:lnTo>
                    <a:pt x="147828" y="125825"/>
                  </a:lnTo>
                  <a:lnTo>
                    <a:pt x="166116" y="125825"/>
                  </a:lnTo>
                  <a:lnTo>
                    <a:pt x="166116" y="144590"/>
                  </a:lnTo>
                  <a:lnTo>
                    <a:pt x="147828" y="144590"/>
                  </a:lnTo>
                  <a:close/>
                  <a:moveTo>
                    <a:pt x="166116" y="67723"/>
                  </a:moveTo>
                  <a:lnTo>
                    <a:pt x="147828" y="67723"/>
                  </a:lnTo>
                  <a:lnTo>
                    <a:pt x="147828" y="48958"/>
                  </a:lnTo>
                  <a:lnTo>
                    <a:pt x="166116" y="48958"/>
                  </a:lnTo>
                  <a:lnTo>
                    <a:pt x="166116" y="67723"/>
                  </a:lnTo>
                  <a:close/>
                  <a:moveTo>
                    <a:pt x="33528" y="159925"/>
                  </a:moveTo>
                  <a:lnTo>
                    <a:pt x="33528" y="33528"/>
                  </a:lnTo>
                  <a:lnTo>
                    <a:pt x="143827" y="33528"/>
                  </a:lnTo>
                  <a:lnTo>
                    <a:pt x="143827" y="38005"/>
                  </a:lnTo>
                  <a:cubicBezTo>
                    <a:pt x="139732" y="38957"/>
                    <a:pt x="136684" y="42672"/>
                    <a:pt x="136684" y="47053"/>
                  </a:cubicBezTo>
                  <a:lnTo>
                    <a:pt x="136684" y="69532"/>
                  </a:lnTo>
                  <a:cubicBezTo>
                    <a:pt x="136684" y="73914"/>
                    <a:pt x="139732" y="77629"/>
                    <a:pt x="143827" y="78581"/>
                  </a:cubicBezTo>
                  <a:lnTo>
                    <a:pt x="143827" y="114871"/>
                  </a:lnTo>
                  <a:cubicBezTo>
                    <a:pt x="139732" y="115824"/>
                    <a:pt x="136684" y="119539"/>
                    <a:pt x="136684" y="123920"/>
                  </a:cubicBezTo>
                  <a:lnTo>
                    <a:pt x="136684" y="146399"/>
                  </a:lnTo>
                  <a:cubicBezTo>
                    <a:pt x="136684" y="150781"/>
                    <a:pt x="139732" y="154496"/>
                    <a:pt x="143827" y="155448"/>
                  </a:cubicBezTo>
                  <a:lnTo>
                    <a:pt x="143827" y="159925"/>
                  </a:lnTo>
                  <a:lnTo>
                    <a:pt x="33528" y="1599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27"/>
            <p:cNvSpPr/>
            <p:nvPr/>
          </p:nvSpPr>
          <p:spPr>
            <a:xfrm>
              <a:off x="3395376" y="2831210"/>
              <a:ext cx="47434" cy="47434"/>
            </a:xfrm>
            <a:custGeom>
              <a:rect b="b" l="l" r="r" t="t"/>
              <a:pathLst>
                <a:path extrusionOk="0" h="47434" w="47434">
                  <a:moveTo>
                    <a:pt x="23717" y="0"/>
                  </a:moveTo>
                  <a:cubicBezTo>
                    <a:pt x="10668" y="0"/>
                    <a:pt x="0" y="10668"/>
                    <a:pt x="0" y="23717"/>
                  </a:cubicBezTo>
                  <a:cubicBezTo>
                    <a:pt x="0" y="36767"/>
                    <a:pt x="10668" y="47435"/>
                    <a:pt x="23717" y="47435"/>
                  </a:cubicBezTo>
                  <a:cubicBezTo>
                    <a:pt x="36767" y="47435"/>
                    <a:pt x="47434" y="36767"/>
                    <a:pt x="47434" y="23717"/>
                  </a:cubicBezTo>
                  <a:cubicBezTo>
                    <a:pt x="47434" y="10668"/>
                    <a:pt x="36767" y="0"/>
                    <a:pt x="23717" y="0"/>
                  </a:cubicBezTo>
                  <a:lnTo>
                    <a:pt x="23717" y="0"/>
                  </a:lnTo>
                  <a:close/>
                  <a:moveTo>
                    <a:pt x="23717" y="36385"/>
                  </a:moveTo>
                  <a:cubicBezTo>
                    <a:pt x="16764" y="36385"/>
                    <a:pt x="11144" y="30766"/>
                    <a:pt x="11144" y="23813"/>
                  </a:cubicBezTo>
                  <a:cubicBezTo>
                    <a:pt x="11144" y="16859"/>
                    <a:pt x="16764" y="11240"/>
                    <a:pt x="23717" y="11240"/>
                  </a:cubicBezTo>
                  <a:cubicBezTo>
                    <a:pt x="30671" y="11240"/>
                    <a:pt x="36290" y="16859"/>
                    <a:pt x="36290" y="23813"/>
                  </a:cubicBezTo>
                  <a:cubicBezTo>
                    <a:pt x="36290" y="30766"/>
                    <a:pt x="30671" y="36385"/>
                    <a:pt x="23717" y="36385"/>
                  </a:cubicBezTo>
                  <a:lnTo>
                    <a:pt x="23717" y="363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27"/>
            <p:cNvSpPr/>
            <p:nvPr/>
          </p:nvSpPr>
          <p:spPr>
            <a:xfrm>
              <a:off x="3254596" y="2819590"/>
              <a:ext cx="35433" cy="61245"/>
            </a:xfrm>
            <a:custGeom>
              <a:rect b="b" l="l" r="r" t="t"/>
              <a:pathLst>
                <a:path extrusionOk="0" h="61245" w="35433">
                  <a:moveTo>
                    <a:pt x="17717" y="61151"/>
                  </a:moveTo>
                  <a:cubicBezTo>
                    <a:pt x="20765" y="61151"/>
                    <a:pt x="23336" y="58674"/>
                    <a:pt x="23336" y="55531"/>
                  </a:cubicBezTo>
                  <a:lnTo>
                    <a:pt x="23336" y="54769"/>
                  </a:lnTo>
                  <a:cubicBezTo>
                    <a:pt x="30194" y="53435"/>
                    <a:pt x="35433" y="47435"/>
                    <a:pt x="35433" y="40196"/>
                  </a:cubicBezTo>
                  <a:cubicBezTo>
                    <a:pt x="35433" y="32004"/>
                    <a:pt x="28765" y="25337"/>
                    <a:pt x="20574" y="25337"/>
                  </a:cubicBezTo>
                  <a:lnTo>
                    <a:pt x="14954" y="25337"/>
                  </a:lnTo>
                  <a:cubicBezTo>
                    <a:pt x="12954" y="25337"/>
                    <a:pt x="11240" y="23717"/>
                    <a:pt x="11240" y="21622"/>
                  </a:cubicBezTo>
                  <a:cubicBezTo>
                    <a:pt x="11240" y="19526"/>
                    <a:pt x="12859" y="17907"/>
                    <a:pt x="14954" y="17907"/>
                  </a:cubicBezTo>
                  <a:lnTo>
                    <a:pt x="20574" y="17907"/>
                  </a:lnTo>
                  <a:cubicBezTo>
                    <a:pt x="21812" y="17907"/>
                    <a:pt x="22955" y="18479"/>
                    <a:pt x="23622" y="19526"/>
                  </a:cubicBezTo>
                  <a:cubicBezTo>
                    <a:pt x="25336" y="22098"/>
                    <a:pt x="28861" y="22765"/>
                    <a:pt x="31337" y="21050"/>
                  </a:cubicBezTo>
                  <a:cubicBezTo>
                    <a:pt x="33909" y="19336"/>
                    <a:pt x="34576" y="15812"/>
                    <a:pt x="32861" y="13335"/>
                  </a:cubicBezTo>
                  <a:cubicBezTo>
                    <a:pt x="30575" y="10001"/>
                    <a:pt x="27146" y="7810"/>
                    <a:pt x="23336" y="7049"/>
                  </a:cubicBezTo>
                  <a:lnTo>
                    <a:pt x="23336" y="5620"/>
                  </a:lnTo>
                  <a:cubicBezTo>
                    <a:pt x="23336" y="2572"/>
                    <a:pt x="20860" y="0"/>
                    <a:pt x="17717" y="0"/>
                  </a:cubicBezTo>
                  <a:cubicBezTo>
                    <a:pt x="14573" y="0"/>
                    <a:pt x="12097" y="2477"/>
                    <a:pt x="12097" y="5620"/>
                  </a:cubicBezTo>
                  <a:lnTo>
                    <a:pt x="12097" y="7049"/>
                  </a:lnTo>
                  <a:cubicBezTo>
                    <a:pt x="5239" y="8382"/>
                    <a:pt x="0" y="14383"/>
                    <a:pt x="0" y="21622"/>
                  </a:cubicBezTo>
                  <a:cubicBezTo>
                    <a:pt x="0" y="29813"/>
                    <a:pt x="6667" y="36481"/>
                    <a:pt x="14859" y="36481"/>
                  </a:cubicBezTo>
                  <a:lnTo>
                    <a:pt x="20479" y="36481"/>
                  </a:lnTo>
                  <a:cubicBezTo>
                    <a:pt x="22479" y="36481"/>
                    <a:pt x="24194" y="38100"/>
                    <a:pt x="24194" y="40196"/>
                  </a:cubicBezTo>
                  <a:cubicBezTo>
                    <a:pt x="24194" y="42291"/>
                    <a:pt x="22574" y="43910"/>
                    <a:pt x="20479" y="43910"/>
                  </a:cubicBezTo>
                  <a:lnTo>
                    <a:pt x="14859" y="43910"/>
                  </a:lnTo>
                  <a:cubicBezTo>
                    <a:pt x="13335" y="43910"/>
                    <a:pt x="12001" y="43053"/>
                    <a:pt x="11430" y="41624"/>
                  </a:cubicBezTo>
                  <a:cubicBezTo>
                    <a:pt x="10192" y="38767"/>
                    <a:pt x="6953" y="37433"/>
                    <a:pt x="4096" y="38672"/>
                  </a:cubicBezTo>
                  <a:cubicBezTo>
                    <a:pt x="1238" y="39910"/>
                    <a:pt x="-95" y="43148"/>
                    <a:pt x="1143" y="46006"/>
                  </a:cubicBezTo>
                  <a:cubicBezTo>
                    <a:pt x="3143" y="50673"/>
                    <a:pt x="7239" y="53912"/>
                    <a:pt x="12097" y="54864"/>
                  </a:cubicBezTo>
                  <a:lnTo>
                    <a:pt x="12097" y="55626"/>
                  </a:lnTo>
                  <a:cubicBezTo>
                    <a:pt x="12097" y="58674"/>
                    <a:pt x="14573" y="61246"/>
                    <a:pt x="17717" y="61246"/>
                  </a:cubicBezTo>
                  <a:lnTo>
                    <a:pt x="17717" y="61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27"/>
            <p:cNvSpPr/>
            <p:nvPr/>
          </p:nvSpPr>
          <p:spPr>
            <a:xfrm>
              <a:off x="3223259" y="2801207"/>
              <a:ext cx="98107" cy="98107"/>
            </a:xfrm>
            <a:custGeom>
              <a:rect b="b" l="l" r="r" t="t"/>
              <a:pathLst>
                <a:path extrusionOk="0" h="98107" w="98107">
                  <a:moveTo>
                    <a:pt x="49054" y="98108"/>
                  </a:moveTo>
                  <a:cubicBezTo>
                    <a:pt x="76105" y="98108"/>
                    <a:pt x="98107" y="76105"/>
                    <a:pt x="98107" y="49054"/>
                  </a:cubicBezTo>
                  <a:cubicBezTo>
                    <a:pt x="98107" y="41815"/>
                    <a:pt x="96583" y="34862"/>
                    <a:pt x="93536" y="28289"/>
                  </a:cubicBezTo>
                  <a:cubicBezTo>
                    <a:pt x="92202" y="25527"/>
                    <a:pt x="88868" y="24289"/>
                    <a:pt x="86106" y="25622"/>
                  </a:cubicBezTo>
                  <a:cubicBezTo>
                    <a:pt x="83344" y="26956"/>
                    <a:pt x="82105" y="30290"/>
                    <a:pt x="83439" y="33052"/>
                  </a:cubicBezTo>
                  <a:cubicBezTo>
                    <a:pt x="85820" y="38100"/>
                    <a:pt x="86963" y="43529"/>
                    <a:pt x="86963" y="49054"/>
                  </a:cubicBezTo>
                  <a:cubicBezTo>
                    <a:pt x="86963" y="70009"/>
                    <a:pt x="69913" y="86963"/>
                    <a:pt x="49054" y="86963"/>
                  </a:cubicBezTo>
                  <a:cubicBezTo>
                    <a:pt x="28194" y="86963"/>
                    <a:pt x="11144" y="69914"/>
                    <a:pt x="11144" y="49054"/>
                  </a:cubicBezTo>
                  <a:cubicBezTo>
                    <a:pt x="11144" y="28194"/>
                    <a:pt x="28194" y="11144"/>
                    <a:pt x="49054" y="11144"/>
                  </a:cubicBezTo>
                  <a:cubicBezTo>
                    <a:pt x="56102" y="11144"/>
                    <a:pt x="63055" y="13145"/>
                    <a:pt x="69056" y="16859"/>
                  </a:cubicBezTo>
                  <a:cubicBezTo>
                    <a:pt x="71628" y="18479"/>
                    <a:pt x="75152" y="17717"/>
                    <a:pt x="76771" y="15050"/>
                  </a:cubicBezTo>
                  <a:cubicBezTo>
                    <a:pt x="78391" y="12478"/>
                    <a:pt x="77629" y="8954"/>
                    <a:pt x="74962" y="7334"/>
                  </a:cubicBezTo>
                  <a:cubicBezTo>
                    <a:pt x="67151" y="2477"/>
                    <a:pt x="58293" y="0"/>
                    <a:pt x="49054" y="0"/>
                  </a:cubicBezTo>
                  <a:cubicBezTo>
                    <a:pt x="22003" y="0"/>
                    <a:pt x="0" y="22003"/>
                    <a:pt x="0" y="49054"/>
                  </a:cubicBezTo>
                  <a:cubicBezTo>
                    <a:pt x="0" y="76105"/>
                    <a:pt x="22003" y="98108"/>
                    <a:pt x="49054" y="98108"/>
                  </a:cubicBezTo>
                  <a:lnTo>
                    <a:pt x="49054" y="981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27"/>
            <p:cNvSpPr/>
            <p:nvPr/>
          </p:nvSpPr>
          <p:spPr>
            <a:xfrm>
              <a:off x="3225831" y="2940653"/>
              <a:ext cx="108585" cy="11239"/>
            </a:xfrm>
            <a:custGeom>
              <a:rect b="b" l="l" r="r" t="t"/>
              <a:pathLst>
                <a:path extrusionOk="0" h="11239" w="108585">
                  <a:moveTo>
                    <a:pt x="5620" y="11240"/>
                  </a:moveTo>
                  <a:lnTo>
                    <a:pt x="102965" y="11240"/>
                  </a:lnTo>
                  <a:cubicBezTo>
                    <a:pt x="106013" y="11240"/>
                    <a:pt x="108585" y="8763"/>
                    <a:pt x="108585" y="5620"/>
                  </a:cubicBezTo>
                  <a:cubicBezTo>
                    <a:pt x="108585" y="2476"/>
                    <a:pt x="106108" y="0"/>
                    <a:pt x="102965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27"/>
            <p:cNvSpPr/>
            <p:nvPr/>
          </p:nvSpPr>
          <p:spPr>
            <a:xfrm>
              <a:off x="3225831" y="2917793"/>
              <a:ext cx="24098" cy="11239"/>
            </a:xfrm>
            <a:custGeom>
              <a:rect b="b" l="l" r="r" t="t"/>
              <a:pathLst>
                <a:path extrusionOk="0" h="11239" w="24098">
                  <a:moveTo>
                    <a:pt x="5620" y="11240"/>
                  </a:moveTo>
                  <a:lnTo>
                    <a:pt x="18479" y="11240"/>
                  </a:lnTo>
                  <a:cubicBezTo>
                    <a:pt x="21527" y="11240"/>
                    <a:pt x="24098" y="8763"/>
                    <a:pt x="24098" y="5620"/>
                  </a:cubicBezTo>
                  <a:cubicBezTo>
                    <a:pt x="24098" y="2476"/>
                    <a:pt x="21622" y="0"/>
                    <a:pt x="18479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27"/>
            <p:cNvSpPr/>
            <p:nvPr/>
          </p:nvSpPr>
          <p:spPr>
            <a:xfrm>
              <a:off x="3262883" y="2917888"/>
              <a:ext cx="71532" cy="11239"/>
            </a:xfrm>
            <a:custGeom>
              <a:rect b="b" l="l" r="r" t="t"/>
              <a:pathLst>
                <a:path extrusionOk="0" h="11239" w="71532">
                  <a:moveTo>
                    <a:pt x="65913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65913" y="11240"/>
                  </a:lnTo>
                  <a:cubicBezTo>
                    <a:pt x="68961" y="11240"/>
                    <a:pt x="71533" y="8763"/>
                    <a:pt x="71533" y="5620"/>
                  </a:cubicBezTo>
                  <a:cubicBezTo>
                    <a:pt x="71533" y="2477"/>
                    <a:pt x="69056" y="0"/>
                    <a:pt x="65913" y="0"/>
                  </a:cubicBezTo>
                  <a:lnTo>
                    <a:pt x="659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27"/>
            <p:cNvSpPr/>
            <p:nvPr/>
          </p:nvSpPr>
          <p:spPr>
            <a:xfrm>
              <a:off x="3223164" y="2778442"/>
              <a:ext cx="39909" cy="11239"/>
            </a:xfrm>
            <a:custGeom>
              <a:rect b="b" l="l" r="r" t="t"/>
              <a:pathLst>
                <a:path extrusionOk="0" h="11239" w="39909">
                  <a:moveTo>
                    <a:pt x="5620" y="11240"/>
                  </a:moveTo>
                  <a:lnTo>
                    <a:pt x="34290" y="11240"/>
                  </a:lnTo>
                  <a:cubicBezTo>
                    <a:pt x="37338" y="11240"/>
                    <a:pt x="39910" y="8763"/>
                    <a:pt x="39910" y="5620"/>
                  </a:cubicBezTo>
                  <a:cubicBezTo>
                    <a:pt x="39910" y="2477"/>
                    <a:pt x="37433" y="0"/>
                    <a:pt x="34290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27"/>
            <p:cNvSpPr/>
            <p:nvPr/>
          </p:nvSpPr>
          <p:spPr>
            <a:xfrm>
              <a:off x="3223164" y="2758439"/>
              <a:ext cx="72675" cy="11239"/>
            </a:xfrm>
            <a:custGeom>
              <a:rect b="b" l="l" r="r" t="t"/>
              <a:pathLst>
                <a:path extrusionOk="0" h="11239" w="72675">
                  <a:moveTo>
                    <a:pt x="5620" y="11240"/>
                  </a:moveTo>
                  <a:lnTo>
                    <a:pt x="67056" y="11240"/>
                  </a:lnTo>
                  <a:cubicBezTo>
                    <a:pt x="70104" y="11240"/>
                    <a:pt x="72676" y="8763"/>
                    <a:pt x="72676" y="5620"/>
                  </a:cubicBezTo>
                  <a:cubicBezTo>
                    <a:pt x="72676" y="2477"/>
                    <a:pt x="70199" y="0"/>
                    <a:pt x="6705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27"/>
            <p:cNvSpPr/>
            <p:nvPr/>
          </p:nvSpPr>
          <p:spPr>
            <a:xfrm>
              <a:off x="3450621" y="2832639"/>
              <a:ext cx="14859" cy="11239"/>
            </a:xfrm>
            <a:custGeom>
              <a:rect b="b" l="l" r="r" t="t"/>
              <a:pathLst>
                <a:path extrusionOk="0" h="11239" w="14859">
                  <a:moveTo>
                    <a:pt x="92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9239" y="11240"/>
                  </a:lnTo>
                  <a:cubicBezTo>
                    <a:pt x="12287" y="11240"/>
                    <a:pt x="14859" y="8763"/>
                    <a:pt x="14859" y="5620"/>
                  </a:cubicBezTo>
                  <a:cubicBezTo>
                    <a:pt x="14859" y="2477"/>
                    <a:pt x="12383" y="0"/>
                    <a:pt x="9239" y="0"/>
                  </a:cubicBezTo>
                  <a:lnTo>
                    <a:pt x="9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27"/>
            <p:cNvSpPr/>
            <p:nvPr/>
          </p:nvSpPr>
          <p:spPr>
            <a:xfrm>
              <a:off x="3450621" y="2847975"/>
              <a:ext cx="14859" cy="11239"/>
            </a:xfrm>
            <a:custGeom>
              <a:rect b="b" l="l" r="r" t="t"/>
              <a:pathLst>
                <a:path extrusionOk="0" h="11239" w="14859">
                  <a:moveTo>
                    <a:pt x="92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9239" y="11240"/>
                  </a:lnTo>
                  <a:cubicBezTo>
                    <a:pt x="12287" y="11240"/>
                    <a:pt x="14859" y="8763"/>
                    <a:pt x="14859" y="5620"/>
                  </a:cubicBezTo>
                  <a:cubicBezTo>
                    <a:pt x="14859" y="2477"/>
                    <a:pt x="12383" y="0"/>
                    <a:pt x="9239" y="0"/>
                  </a:cubicBezTo>
                  <a:lnTo>
                    <a:pt x="9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27"/>
            <p:cNvSpPr/>
            <p:nvPr/>
          </p:nvSpPr>
          <p:spPr>
            <a:xfrm>
              <a:off x="3450621" y="2863310"/>
              <a:ext cx="14859" cy="11239"/>
            </a:xfrm>
            <a:custGeom>
              <a:rect b="b" l="l" r="r" t="t"/>
              <a:pathLst>
                <a:path extrusionOk="0" h="11239" w="14859">
                  <a:moveTo>
                    <a:pt x="92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9239" y="11240"/>
                  </a:lnTo>
                  <a:cubicBezTo>
                    <a:pt x="12287" y="11240"/>
                    <a:pt x="14859" y="8763"/>
                    <a:pt x="14859" y="5620"/>
                  </a:cubicBezTo>
                  <a:cubicBezTo>
                    <a:pt x="14859" y="2477"/>
                    <a:pt x="12383" y="0"/>
                    <a:pt x="9239" y="0"/>
                  </a:cubicBezTo>
                  <a:lnTo>
                    <a:pt x="9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27"/>
            <p:cNvSpPr/>
            <p:nvPr/>
          </p:nvSpPr>
          <p:spPr>
            <a:xfrm>
              <a:off x="3469861" y="2832639"/>
              <a:ext cx="14858" cy="11239"/>
            </a:xfrm>
            <a:custGeom>
              <a:rect b="b" l="l" r="r" t="t"/>
              <a:pathLst>
                <a:path extrusionOk="0" h="11239" w="14858">
                  <a:moveTo>
                    <a:pt x="92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9239" y="11240"/>
                  </a:lnTo>
                  <a:cubicBezTo>
                    <a:pt x="12287" y="11240"/>
                    <a:pt x="14859" y="8763"/>
                    <a:pt x="14859" y="5620"/>
                  </a:cubicBezTo>
                  <a:cubicBezTo>
                    <a:pt x="14859" y="2477"/>
                    <a:pt x="12382" y="0"/>
                    <a:pt x="9239" y="0"/>
                  </a:cubicBezTo>
                  <a:lnTo>
                    <a:pt x="9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27"/>
            <p:cNvSpPr/>
            <p:nvPr/>
          </p:nvSpPr>
          <p:spPr>
            <a:xfrm>
              <a:off x="3469861" y="2847975"/>
              <a:ext cx="14858" cy="11239"/>
            </a:xfrm>
            <a:custGeom>
              <a:rect b="b" l="l" r="r" t="t"/>
              <a:pathLst>
                <a:path extrusionOk="0" h="11239" w="14858">
                  <a:moveTo>
                    <a:pt x="92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9239" y="11240"/>
                  </a:lnTo>
                  <a:cubicBezTo>
                    <a:pt x="12287" y="11240"/>
                    <a:pt x="14859" y="8763"/>
                    <a:pt x="14859" y="5620"/>
                  </a:cubicBezTo>
                  <a:cubicBezTo>
                    <a:pt x="14859" y="2477"/>
                    <a:pt x="12382" y="0"/>
                    <a:pt x="9239" y="0"/>
                  </a:cubicBezTo>
                  <a:lnTo>
                    <a:pt x="9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27"/>
            <p:cNvSpPr/>
            <p:nvPr/>
          </p:nvSpPr>
          <p:spPr>
            <a:xfrm>
              <a:off x="3469861" y="2863310"/>
              <a:ext cx="14858" cy="11239"/>
            </a:xfrm>
            <a:custGeom>
              <a:rect b="b" l="l" r="r" t="t"/>
              <a:pathLst>
                <a:path extrusionOk="0" h="11239" w="14858">
                  <a:moveTo>
                    <a:pt x="923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9239" y="11240"/>
                  </a:lnTo>
                  <a:cubicBezTo>
                    <a:pt x="12287" y="11240"/>
                    <a:pt x="14859" y="8763"/>
                    <a:pt x="14859" y="5620"/>
                  </a:cubicBezTo>
                  <a:cubicBezTo>
                    <a:pt x="14859" y="2477"/>
                    <a:pt x="12382" y="0"/>
                    <a:pt x="9239" y="0"/>
                  </a:cubicBezTo>
                  <a:lnTo>
                    <a:pt x="9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27"/>
            <p:cNvSpPr/>
            <p:nvPr/>
          </p:nvSpPr>
          <p:spPr>
            <a:xfrm>
              <a:off x="3299149" y="2778513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8502" y="1643"/>
                  </a:move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0" y="18026"/>
                  </a:lnTo>
                  <a:cubicBezTo>
                    <a:pt x="11168" y="19074"/>
                    <a:pt x="12597" y="19645"/>
                    <a:pt x="14026" y="19645"/>
                  </a:cubicBezTo>
                  <a:cubicBezTo>
                    <a:pt x="15454" y="19645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7" y="-548"/>
                    <a:pt x="20693" y="-548"/>
                    <a:pt x="18502" y="1643"/>
                  </a:cubicBezTo>
                  <a:lnTo>
                    <a:pt x="18502" y="16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9" name="Google Shape;1219;p27"/>
          <p:cNvGrpSpPr/>
          <p:nvPr/>
        </p:nvGrpSpPr>
        <p:grpSpPr>
          <a:xfrm>
            <a:off x="457188" y="1971312"/>
            <a:ext cx="405976" cy="426109"/>
            <a:chOff x="2414587" y="2638425"/>
            <a:chExt cx="362997" cy="380999"/>
          </a:xfrm>
        </p:grpSpPr>
        <p:sp>
          <p:nvSpPr>
            <p:cNvPr id="1220" name="Google Shape;1220;p27"/>
            <p:cNvSpPr/>
            <p:nvPr/>
          </p:nvSpPr>
          <p:spPr>
            <a:xfrm>
              <a:off x="2488691" y="2879502"/>
              <a:ext cx="48767" cy="32861"/>
            </a:xfrm>
            <a:custGeom>
              <a:rect b="b" l="l" r="r" t="t"/>
              <a:pathLst>
                <a:path extrusionOk="0" h="32861" w="48767">
                  <a:moveTo>
                    <a:pt x="39053" y="0"/>
                  </a:moveTo>
                  <a:lnTo>
                    <a:pt x="9716" y="0"/>
                  </a:lnTo>
                  <a:cubicBezTo>
                    <a:pt x="4381" y="0"/>
                    <a:pt x="0" y="4381"/>
                    <a:pt x="0" y="9716"/>
                  </a:cubicBezTo>
                  <a:lnTo>
                    <a:pt x="0" y="23146"/>
                  </a:lnTo>
                  <a:cubicBezTo>
                    <a:pt x="0" y="28480"/>
                    <a:pt x="4381" y="32861"/>
                    <a:pt x="9716" y="32861"/>
                  </a:cubicBezTo>
                  <a:lnTo>
                    <a:pt x="39053" y="32861"/>
                  </a:lnTo>
                  <a:cubicBezTo>
                    <a:pt x="44386" y="32861"/>
                    <a:pt x="48768" y="28480"/>
                    <a:pt x="48768" y="23146"/>
                  </a:cubicBezTo>
                  <a:lnTo>
                    <a:pt x="48768" y="9716"/>
                  </a:lnTo>
                  <a:cubicBezTo>
                    <a:pt x="48768" y="4381"/>
                    <a:pt x="44386" y="0"/>
                    <a:pt x="39053" y="0"/>
                  </a:cubicBezTo>
                  <a:lnTo>
                    <a:pt x="39053" y="0"/>
                  </a:lnTo>
                  <a:close/>
                  <a:moveTo>
                    <a:pt x="37529" y="21622"/>
                  </a:moveTo>
                  <a:lnTo>
                    <a:pt x="11144" y="21622"/>
                  </a:lnTo>
                  <a:lnTo>
                    <a:pt x="11144" y="11144"/>
                  </a:lnTo>
                  <a:lnTo>
                    <a:pt x="37529" y="11144"/>
                  </a:lnTo>
                  <a:lnTo>
                    <a:pt x="37529" y="216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27"/>
            <p:cNvSpPr/>
            <p:nvPr/>
          </p:nvSpPr>
          <p:spPr>
            <a:xfrm>
              <a:off x="2576035" y="2858166"/>
              <a:ext cx="87439" cy="87439"/>
            </a:xfrm>
            <a:custGeom>
              <a:rect b="b" l="l" r="r" t="t"/>
              <a:pathLst>
                <a:path extrusionOk="0" h="87439" w="87439">
                  <a:moveTo>
                    <a:pt x="87439" y="43720"/>
                  </a:moveTo>
                  <a:cubicBezTo>
                    <a:pt x="87439" y="19621"/>
                    <a:pt x="67818" y="0"/>
                    <a:pt x="43720" y="0"/>
                  </a:cubicBezTo>
                  <a:cubicBezTo>
                    <a:pt x="19621" y="0"/>
                    <a:pt x="0" y="19621"/>
                    <a:pt x="0" y="43720"/>
                  </a:cubicBezTo>
                  <a:cubicBezTo>
                    <a:pt x="0" y="67818"/>
                    <a:pt x="19621" y="87440"/>
                    <a:pt x="43720" y="87440"/>
                  </a:cubicBezTo>
                  <a:cubicBezTo>
                    <a:pt x="67818" y="87440"/>
                    <a:pt x="87439" y="67818"/>
                    <a:pt x="87439" y="43720"/>
                  </a:cubicBezTo>
                  <a:lnTo>
                    <a:pt x="87439" y="43720"/>
                  </a:lnTo>
                  <a:close/>
                  <a:moveTo>
                    <a:pt x="49339" y="75724"/>
                  </a:moveTo>
                  <a:lnTo>
                    <a:pt x="49339" y="49244"/>
                  </a:lnTo>
                  <a:lnTo>
                    <a:pt x="75819" y="49244"/>
                  </a:lnTo>
                  <a:cubicBezTo>
                    <a:pt x="73438" y="62770"/>
                    <a:pt x="62865" y="73342"/>
                    <a:pt x="49339" y="75724"/>
                  </a:cubicBezTo>
                  <a:lnTo>
                    <a:pt x="49339" y="75724"/>
                  </a:lnTo>
                  <a:close/>
                  <a:moveTo>
                    <a:pt x="75819" y="38100"/>
                  </a:moveTo>
                  <a:lnTo>
                    <a:pt x="49339" y="38100"/>
                  </a:lnTo>
                  <a:lnTo>
                    <a:pt x="49339" y="11621"/>
                  </a:lnTo>
                  <a:cubicBezTo>
                    <a:pt x="62770" y="14002"/>
                    <a:pt x="73438" y="24575"/>
                    <a:pt x="75819" y="38100"/>
                  </a:cubicBezTo>
                  <a:lnTo>
                    <a:pt x="75819" y="38100"/>
                  </a:lnTo>
                  <a:close/>
                  <a:moveTo>
                    <a:pt x="38100" y="11621"/>
                  </a:moveTo>
                  <a:lnTo>
                    <a:pt x="38100" y="38100"/>
                  </a:lnTo>
                  <a:lnTo>
                    <a:pt x="11620" y="38100"/>
                  </a:lnTo>
                  <a:cubicBezTo>
                    <a:pt x="14002" y="24575"/>
                    <a:pt x="24575" y="14002"/>
                    <a:pt x="38100" y="11621"/>
                  </a:cubicBezTo>
                  <a:lnTo>
                    <a:pt x="38100" y="11621"/>
                  </a:lnTo>
                  <a:close/>
                  <a:moveTo>
                    <a:pt x="11716" y="49340"/>
                  </a:moveTo>
                  <a:lnTo>
                    <a:pt x="38195" y="49340"/>
                  </a:lnTo>
                  <a:lnTo>
                    <a:pt x="38195" y="75819"/>
                  </a:lnTo>
                  <a:cubicBezTo>
                    <a:pt x="24670" y="73438"/>
                    <a:pt x="14097" y="62865"/>
                    <a:pt x="11716" y="49340"/>
                  </a:cubicBezTo>
                  <a:lnTo>
                    <a:pt x="11716" y="493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27"/>
            <p:cNvSpPr/>
            <p:nvPr/>
          </p:nvSpPr>
          <p:spPr>
            <a:xfrm>
              <a:off x="2526220" y="2927127"/>
              <a:ext cx="11239" cy="13906"/>
            </a:xfrm>
            <a:custGeom>
              <a:rect b="b" l="l" r="r" t="t"/>
              <a:pathLst>
                <a:path extrusionOk="0" h="13906" w="11239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lnTo>
                    <a:pt x="0" y="8287"/>
                  </a:lnTo>
                  <a:cubicBezTo>
                    <a:pt x="0" y="11335"/>
                    <a:pt x="2476" y="13906"/>
                    <a:pt x="5620" y="13906"/>
                  </a:cubicBezTo>
                  <a:cubicBezTo>
                    <a:pt x="8763" y="13906"/>
                    <a:pt x="11239" y="11430"/>
                    <a:pt x="11239" y="8287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27"/>
            <p:cNvSpPr/>
            <p:nvPr/>
          </p:nvSpPr>
          <p:spPr>
            <a:xfrm>
              <a:off x="2474975" y="2662999"/>
              <a:ext cx="172497" cy="33242"/>
            </a:xfrm>
            <a:custGeom>
              <a:rect b="b" l="l" r="r" t="t"/>
              <a:pathLst>
                <a:path extrusionOk="0" h="33242" w="172497">
                  <a:moveTo>
                    <a:pt x="172403" y="27623"/>
                  </a:moveTo>
                  <a:lnTo>
                    <a:pt x="172403" y="5620"/>
                  </a:lnTo>
                  <a:cubicBezTo>
                    <a:pt x="172403" y="2572"/>
                    <a:pt x="169926" y="0"/>
                    <a:pt x="166783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lnTo>
                    <a:pt x="0" y="27623"/>
                  </a:lnTo>
                  <a:cubicBezTo>
                    <a:pt x="0" y="30671"/>
                    <a:pt x="2476" y="33242"/>
                    <a:pt x="5620" y="33242"/>
                  </a:cubicBezTo>
                  <a:lnTo>
                    <a:pt x="166878" y="33242"/>
                  </a:lnTo>
                  <a:cubicBezTo>
                    <a:pt x="169926" y="33242"/>
                    <a:pt x="172498" y="30766"/>
                    <a:pt x="172498" y="27623"/>
                  </a:cubicBezTo>
                  <a:lnTo>
                    <a:pt x="172498" y="27623"/>
                  </a:lnTo>
                  <a:close/>
                  <a:moveTo>
                    <a:pt x="161258" y="22098"/>
                  </a:moveTo>
                  <a:lnTo>
                    <a:pt x="11239" y="22098"/>
                  </a:lnTo>
                  <a:lnTo>
                    <a:pt x="11239" y="11240"/>
                  </a:lnTo>
                  <a:lnTo>
                    <a:pt x="161354" y="11240"/>
                  </a:lnTo>
                  <a:lnTo>
                    <a:pt x="161354" y="220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27"/>
            <p:cNvSpPr/>
            <p:nvPr/>
          </p:nvSpPr>
          <p:spPr>
            <a:xfrm>
              <a:off x="2414587" y="2846641"/>
              <a:ext cx="294131" cy="172783"/>
            </a:xfrm>
            <a:custGeom>
              <a:rect b="b" l="l" r="r" t="t"/>
              <a:pathLst>
                <a:path extrusionOk="0" h="172783" w="294131">
                  <a:moveTo>
                    <a:pt x="280416" y="136779"/>
                  </a:moveTo>
                  <a:lnTo>
                    <a:pt x="278130" y="136779"/>
                  </a:lnTo>
                  <a:lnTo>
                    <a:pt x="278130" y="103537"/>
                  </a:lnTo>
                  <a:cubicBezTo>
                    <a:pt x="278130" y="100489"/>
                    <a:pt x="275654" y="97917"/>
                    <a:pt x="272510" y="97917"/>
                  </a:cubicBezTo>
                  <a:cubicBezTo>
                    <a:pt x="269367" y="97917"/>
                    <a:pt x="266891" y="100394"/>
                    <a:pt x="266891" y="103537"/>
                  </a:cubicBezTo>
                  <a:lnTo>
                    <a:pt x="266891" y="136779"/>
                  </a:lnTo>
                  <a:lnTo>
                    <a:pt x="143828" y="136779"/>
                  </a:lnTo>
                  <a:lnTo>
                    <a:pt x="143828" y="45339"/>
                  </a:lnTo>
                  <a:cubicBezTo>
                    <a:pt x="143828" y="20383"/>
                    <a:pt x="123444" y="0"/>
                    <a:pt x="98489" y="0"/>
                  </a:cubicBezTo>
                  <a:cubicBezTo>
                    <a:pt x="73533" y="0"/>
                    <a:pt x="53150" y="20383"/>
                    <a:pt x="53150" y="45339"/>
                  </a:cubicBezTo>
                  <a:lnTo>
                    <a:pt x="53150" y="136779"/>
                  </a:lnTo>
                  <a:lnTo>
                    <a:pt x="23622" y="136779"/>
                  </a:lnTo>
                  <a:lnTo>
                    <a:pt x="23622" y="47815"/>
                  </a:lnTo>
                  <a:cubicBezTo>
                    <a:pt x="23622" y="44767"/>
                    <a:pt x="21146" y="42196"/>
                    <a:pt x="18002" y="42196"/>
                  </a:cubicBezTo>
                  <a:cubicBezTo>
                    <a:pt x="14859" y="42196"/>
                    <a:pt x="12383" y="44672"/>
                    <a:pt x="12383" y="47815"/>
                  </a:cubicBezTo>
                  <a:lnTo>
                    <a:pt x="12383" y="136874"/>
                  </a:lnTo>
                  <a:cubicBezTo>
                    <a:pt x="5429" y="137541"/>
                    <a:pt x="0" y="143446"/>
                    <a:pt x="0" y="150590"/>
                  </a:cubicBezTo>
                  <a:lnTo>
                    <a:pt x="0" y="158972"/>
                  </a:lnTo>
                  <a:cubicBezTo>
                    <a:pt x="0" y="166592"/>
                    <a:pt x="6191" y="172784"/>
                    <a:pt x="13811" y="172784"/>
                  </a:cubicBezTo>
                  <a:lnTo>
                    <a:pt x="280321" y="172784"/>
                  </a:lnTo>
                  <a:cubicBezTo>
                    <a:pt x="287941" y="172784"/>
                    <a:pt x="294132" y="166592"/>
                    <a:pt x="294132" y="158972"/>
                  </a:cubicBezTo>
                  <a:lnTo>
                    <a:pt x="294132" y="150590"/>
                  </a:lnTo>
                  <a:cubicBezTo>
                    <a:pt x="294132" y="142970"/>
                    <a:pt x="287941" y="136779"/>
                    <a:pt x="280321" y="136779"/>
                  </a:cubicBezTo>
                  <a:lnTo>
                    <a:pt x="280321" y="136779"/>
                  </a:lnTo>
                  <a:close/>
                  <a:moveTo>
                    <a:pt x="64294" y="45339"/>
                  </a:moveTo>
                  <a:cubicBezTo>
                    <a:pt x="64294" y="26479"/>
                    <a:pt x="79629" y="11144"/>
                    <a:pt x="98489" y="11144"/>
                  </a:cubicBezTo>
                  <a:cubicBezTo>
                    <a:pt x="117348" y="11144"/>
                    <a:pt x="132683" y="26479"/>
                    <a:pt x="132683" y="45339"/>
                  </a:cubicBezTo>
                  <a:lnTo>
                    <a:pt x="132683" y="136779"/>
                  </a:lnTo>
                  <a:lnTo>
                    <a:pt x="64294" y="136779"/>
                  </a:lnTo>
                  <a:lnTo>
                    <a:pt x="64294" y="45339"/>
                  </a:lnTo>
                  <a:close/>
                  <a:moveTo>
                    <a:pt x="282988" y="158972"/>
                  </a:moveTo>
                  <a:cubicBezTo>
                    <a:pt x="282988" y="160401"/>
                    <a:pt x="281845" y="161639"/>
                    <a:pt x="280321" y="161639"/>
                  </a:cubicBezTo>
                  <a:lnTo>
                    <a:pt x="13907" y="161639"/>
                  </a:lnTo>
                  <a:cubicBezTo>
                    <a:pt x="12478" y="161639"/>
                    <a:pt x="11239" y="160496"/>
                    <a:pt x="11239" y="158972"/>
                  </a:cubicBezTo>
                  <a:lnTo>
                    <a:pt x="11239" y="150590"/>
                  </a:lnTo>
                  <a:cubicBezTo>
                    <a:pt x="11239" y="149161"/>
                    <a:pt x="12383" y="147923"/>
                    <a:pt x="13907" y="147923"/>
                  </a:cubicBezTo>
                  <a:lnTo>
                    <a:pt x="280416" y="147923"/>
                  </a:lnTo>
                  <a:cubicBezTo>
                    <a:pt x="281845" y="147923"/>
                    <a:pt x="283083" y="149066"/>
                    <a:pt x="283083" y="150590"/>
                  </a:cubicBezTo>
                  <a:lnTo>
                    <a:pt x="283083" y="1589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27"/>
            <p:cNvSpPr/>
            <p:nvPr/>
          </p:nvSpPr>
          <p:spPr>
            <a:xfrm>
              <a:off x="2419825" y="2638425"/>
              <a:ext cx="357759" cy="292608"/>
            </a:xfrm>
            <a:custGeom>
              <a:rect b="b" l="l" r="r" t="t"/>
              <a:pathLst>
                <a:path extrusionOk="0" h="292608" w="357759">
                  <a:moveTo>
                    <a:pt x="319659" y="159639"/>
                  </a:moveTo>
                  <a:cubicBezTo>
                    <a:pt x="311277" y="159639"/>
                    <a:pt x="303562" y="162401"/>
                    <a:pt x="297180" y="166973"/>
                  </a:cubicBezTo>
                  <a:lnTo>
                    <a:pt x="279940" y="166973"/>
                  </a:lnTo>
                  <a:lnTo>
                    <a:pt x="279940" y="129921"/>
                  </a:lnTo>
                  <a:cubicBezTo>
                    <a:pt x="279940" y="128873"/>
                    <a:pt x="279654" y="127921"/>
                    <a:pt x="279178" y="127063"/>
                  </a:cubicBezTo>
                  <a:cubicBezTo>
                    <a:pt x="279178" y="127063"/>
                    <a:pt x="279178" y="127063"/>
                    <a:pt x="279178" y="127063"/>
                  </a:cubicBezTo>
                  <a:lnTo>
                    <a:pt x="264605" y="102775"/>
                  </a:lnTo>
                  <a:cubicBezTo>
                    <a:pt x="269558" y="100679"/>
                    <a:pt x="273082" y="95726"/>
                    <a:pt x="273082" y="90011"/>
                  </a:cubicBezTo>
                  <a:lnTo>
                    <a:pt x="273082" y="85249"/>
                  </a:lnTo>
                  <a:cubicBezTo>
                    <a:pt x="273082" y="77629"/>
                    <a:pt x="266891" y="71438"/>
                    <a:pt x="259271" y="71438"/>
                  </a:cubicBezTo>
                  <a:lnTo>
                    <a:pt x="250889" y="71438"/>
                  </a:lnTo>
                  <a:cubicBezTo>
                    <a:pt x="251746" y="69342"/>
                    <a:pt x="252222" y="67056"/>
                    <a:pt x="252222" y="64579"/>
                  </a:cubicBezTo>
                  <a:lnTo>
                    <a:pt x="252222" y="17907"/>
                  </a:lnTo>
                  <a:cubicBezTo>
                    <a:pt x="252222" y="8001"/>
                    <a:pt x="244221" y="0"/>
                    <a:pt x="234315" y="0"/>
                  </a:cubicBezTo>
                  <a:lnTo>
                    <a:pt x="48387" y="0"/>
                  </a:lnTo>
                  <a:cubicBezTo>
                    <a:pt x="38481" y="0"/>
                    <a:pt x="30480" y="8001"/>
                    <a:pt x="30480" y="17907"/>
                  </a:cubicBezTo>
                  <a:lnTo>
                    <a:pt x="30480" y="64579"/>
                  </a:lnTo>
                  <a:cubicBezTo>
                    <a:pt x="30480" y="66961"/>
                    <a:pt x="30956" y="69342"/>
                    <a:pt x="31814" y="71438"/>
                  </a:cubicBezTo>
                  <a:lnTo>
                    <a:pt x="24384" y="71438"/>
                  </a:lnTo>
                  <a:cubicBezTo>
                    <a:pt x="16764" y="71438"/>
                    <a:pt x="10573" y="77629"/>
                    <a:pt x="10573" y="85249"/>
                  </a:cubicBezTo>
                  <a:lnTo>
                    <a:pt x="10573" y="90011"/>
                  </a:lnTo>
                  <a:cubicBezTo>
                    <a:pt x="10573" y="94583"/>
                    <a:pt x="12859" y="98679"/>
                    <a:pt x="16288" y="101156"/>
                  </a:cubicBezTo>
                  <a:lnTo>
                    <a:pt x="762" y="126968"/>
                  </a:lnTo>
                  <a:cubicBezTo>
                    <a:pt x="286" y="127825"/>
                    <a:pt x="0" y="128873"/>
                    <a:pt x="0" y="129826"/>
                  </a:cubicBezTo>
                  <a:cubicBezTo>
                    <a:pt x="0" y="129826"/>
                    <a:pt x="0" y="129826"/>
                    <a:pt x="0" y="129826"/>
                  </a:cubicBezTo>
                  <a:lnTo>
                    <a:pt x="0" y="167926"/>
                  </a:lnTo>
                  <a:cubicBezTo>
                    <a:pt x="0" y="175069"/>
                    <a:pt x="2667" y="181642"/>
                    <a:pt x="7144" y="186595"/>
                  </a:cubicBezTo>
                  <a:lnTo>
                    <a:pt x="7144" y="231267"/>
                  </a:lnTo>
                  <a:cubicBezTo>
                    <a:pt x="7144" y="234315"/>
                    <a:pt x="9620" y="236887"/>
                    <a:pt x="12764" y="236887"/>
                  </a:cubicBezTo>
                  <a:cubicBezTo>
                    <a:pt x="15907" y="236887"/>
                    <a:pt x="18383" y="234410"/>
                    <a:pt x="18383" y="231267"/>
                  </a:cubicBezTo>
                  <a:lnTo>
                    <a:pt x="18383" y="194215"/>
                  </a:lnTo>
                  <a:cubicBezTo>
                    <a:pt x="21431" y="195358"/>
                    <a:pt x="24670" y="195929"/>
                    <a:pt x="28004" y="195929"/>
                  </a:cubicBezTo>
                  <a:cubicBezTo>
                    <a:pt x="37148" y="195929"/>
                    <a:pt x="45339" y="191548"/>
                    <a:pt x="50387" y="184690"/>
                  </a:cubicBezTo>
                  <a:cubicBezTo>
                    <a:pt x="55531" y="191548"/>
                    <a:pt x="63627" y="195929"/>
                    <a:pt x="72771" y="195929"/>
                  </a:cubicBezTo>
                  <a:cubicBezTo>
                    <a:pt x="81915" y="195929"/>
                    <a:pt x="90011" y="191548"/>
                    <a:pt x="95155" y="184690"/>
                  </a:cubicBezTo>
                  <a:cubicBezTo>
                    <a:pt x="100298" y="191548"/>
                    <a:pt x="108395" y="195929"/>
                    <a:pt x="117539" y="195929"/>
                  </a:cubicBezTo>
                  <a:cubicBezTo>
                    <a:pt x="126683" y="195929"/>
                    <a:pt x="134779" y="191548"/>
                    <a:pt x="139922" y="184690"/>
                  </a:cubicBezTo>
                  <a:cubicBezTo>
                    <a:pt x="145066" y="191548"/>
                    <a:pt x="153162" y="195929"/>
                    <a:pt x="162306" y="195929"/>
                  </a:cubicBezTo>
                  <a:cubicBezTo>
                    <a:pt x="171450" y="195929"/>
                    <a:pt x="179546" y="191548"/>
                    <a:pt x="184690" y="184690"/>
                  </a:cubicBezTo>
                  <a:cubicBezTo>
                    <a:pt x="189833" y="191548"/>
                    <a:pt x="197930" y="195929"/>
                    <a:pt x="207074" y="195929"/>
                  </a:cubicBezTo>
                  <a:cubicBezTo>
                    <a:pt x="216218" y="195929"/>
                    <a:pt x="224409" y="191548"/>
                    <a:pt x="229457" y="184690"/>
                  </a:cubicBezTo>
                  <a:cubicBezTo>
                    <a:pt x="234601" y="191548"/>
                    <a:pt x="242697" y="195929"/>
                    <a:pt x="251841" y="195929"/>
                  </a:cubicBezTo>
                  <a:cubicBezTo>
                    <a:pt x="255270" y="195929"/>
                    <a:pt x="258509" y="195358"/>
                    <a:pt x="261461" y="194215"/>
                  </a:cubicBezTo>
                  <a:lnTo>
                    <a:pt x="261461" y="286988"/>
                  </a:lnTo>
                  <a:cubicBezTo>
                    <a:pt x="261461" y="290036"/>
                    <a:pt x="263938" y="292608"/>
                    <a:pt x="267081" y="292608"/>
                  </a:cubicBezTo>
                  <a:cubicBezTo>
                    <a:pt x="270224" y="292608"/>
                    <a:pt x="272701" y="290132"/>
                    <a:pt x="272701" y="286988"/>
                  </a:cubicBezTo>
                  <a:lnTo>
                    <a:pt x="272701" y="228600"/>
                  </a:lnTo>
                  <a:lnTo>
                    <a:pt x="297085" y="228600"/>
                  </a:lnTo>
                  <a:cubicBezTo>
                    <a:pt x="303371" y="233172"/>
                    <a:pt x="311182" y="235934"/>
                    <a:pt x="319564" y="235934"/>
                  </a:cubicBezTo>
                  <a:cubicBezTo>
                    <a:pt x="340614" y="235934"/>
                    <a:pt x="357759" y="218789"/>
                    <a:pt x="357759" y="197739"/>
                  </a:cubicBezTo>
                  <a:cubicBezTo>
                    <a:pt x="357759" y="176689"/>
                    <a:pt x="340614" y="159544"/>
                    <a:pt x="319564" y="159544"/>
                  </a:cubicBezTo>
                  <a:lnTo>
                    <a:pt x="319564" y="159544"/>
                  </a:lnTo>
                  <a:close/>
                  <a:moveTo>
                    <a:pt x="90678" y="124301"/>
                  </a:moveTo>
                  <a:lnTo>
                    <a:pt x="58674" y="124301"/>
                  </a:lnTo>
                  <a:lnTo>
                    <a:pt x="66866" y="103823"/>
                  </a:lnTo>
                  <a:lnTo>
                    <a:pt x="94679" y="103823"/>
                  </a:lnTo>
                  <a:lnTo>
                    <a:pt x="90583" y="124301"/>
                  </a:lnTo>
                  <a:close/>
                  <a:moveTo>
                    <a:pt x="106204" y="103727"/>
                  </a:moveTo>
                  <a:lnTo>
                    <a:pt x="134493" y="103727"/>
                  </a:lnTo>
                  <a:lnTo>
                    <a:pt x="134493" y="124206"/>
                  </a:lnTo>
                  <a:lnTo>
                    <a:pt x="102108" y="124206"/>
                  </a:lnTo>
                  <a:lnTo>
                    <a:pt x="106204" y="103727"/>
                  </a:lnTo>
                  <a:close/>
                  <a:moveTo>
                    <a:pt x="145637" y="124301"/>
                  </a:moveTo>
                  <a:lnTo>
                    <a:pt x="145637" y="103823"/>
                  </a:lnTo>
                  <a:lnTo>
                    <a:pt x="173927" y="103823"/>
                  </a:lnTo>
                  <a:lnTo>
                    <a:pt x="178022" y="124301"/>
                  </a:lnTo>
                  <a:lnTo>
                    <a:pt x="145637" y="124301"/>
                  </a:lnTo>
                  <a:close/>
                  <a:moveTo>
                    <a:pt x="189357" y="124301"/>
                  </a:moveTo>
                  <a:lnTo>
                    <a:pt x="185261" y="103823"/>
                  </a:lnTo>
                  <a:lnTo>
                    <a:pt x="213074" y="103823"/>
                  </a:lnTo>
                  <a:lnTo>
                    <a:pt x="221266" y="124301"/>
                  </a:lnTo>
                  <a:lnTo>
                    <a:pt x="189262" y="124301"/>
                  </a:lnTo>
                  <a:close/>
                  <a:moveTo>
                    <a:pt x="233363" y="124301"/>
                  </a:moveTo>
                  <a:lnTo>
                    <a:pt x="225171" y="103823"/>
                  </a:lnTo>
                  <a:lnTo>
                    <a:pt x="252222" y="103823"/>
                  </a:lnTo>
                  <a:lnTo>
                    <a:pt x="264509" y="124301"/>
                  </a:lnTo>
                  <a:lnTo>
                    <a:pt x="233363" y="124301"/>
                  </a:lnTo>
                  <a:close/>
                  <a:moveTo>
                    <a:pt x="21812" y="85154"/>
                  </a:moveTo>
                  <a:cubicBezTo>
                    <a:pt x="21812" y="83725"/>
                    <a:pt x="22955" y="82487"/>
                    <a:pt x="24479" y="82487"/>
                  </a:cubicBezTo>
                  <a:lnTo>
                    <a:pt x="186309" y="82487"/>
                  </a:lnTo>
                  <a:cubicBezTo>
                    <a:pt x="189357" y="82487"/>
                    <a:pt x="191929" y="80010"/>
                    <a:pt x="191929" y="76867"/>
                  </a:cubicBezTo>
                  <a:cubicBezTo>
                    <a:pt x="191929" y="73723"/>
                    <a:pt x="189452" y="71247"/>
                    <a:pt x="186309" y="71247"/>
                  </a:cubicBezTo>
                  <a:lnTo>
                    <a:pt x="48387" y="71247"/>
                  </a:lnTo>
                  <a:cubicBezTo>
                    <a:pt x="44672" y="71247"/>
                    <a:pt x="41624" y="68104"/>
                    <a:pt x="41624" y="64389"/>
                  </a:cubicBezTo>
                  <a:lnTo>
                    <a:pt x="41624" y="17717"/>
                  </a:lnTo>
                  <a:cubicBezTo>
                    <a:pt x="41624" y="14002"/>
                    <a:pt x="44672" y="10954"/>
                    <a:pt x="48387" y="10954"/>
                  </a:cubicBezTo>
                  <a:lnTo>
                    <a:pt x="234315" y="10954"/>
                  </a:lnTo>
                  <a:cubicBezTo>
                    <a:pt x="238030" y="10954"/>
                    <a:pt x="241078" y="14002"/>
                    <a:pt x="241078" y="17717"/>
                  </a:cubicBezTo>
                  <a:lnTo>
                    <a:pt x="241078" y="64389"/>
                  </a:lnTo>
                  <a:cubicBezTo>
                    <a:pt x="241078" y="68104"/>
                    <a:pt x="238030" y="71247"/>
                    <a:pt x="234315" y="71247"/>
                  </a:cubicBezTo>
                  <a:lnTo>
                    <a:pt x="211074" y="71247"/>
                  </a:lnTo>
                  <a:cubicBezTo>
                    <a:pt x="208026" y="71247"/>
                    <a:pt x="205454" y="73723"/>
                    <a:pt x="205454" y="76867"/>
                  </a:cubicBezTo>
                  <a:cubicBezTo>
                    <a:pt x="205454" y="80010"/>
                    <a:pt x="207931" y="82487"/>
                    <a:pt x="211074" y="82487"/>
                  </a:cubicBezTo>
                  <a:lnTo>
                    <a:pt x="259271" y="82487"/>
                  </a:lnTo>
                  <a:cubicBezTo>
                    <a:pt x="260699" y="82487"/>
                    <a:pt x="261938" y="83629"/>
                    <a:pt x="261938" y="85154"/>
                  </a:cubicBezTo>
                  <a:lnTo>
                    <a:pt x="261938" y="89916"/>
                  </a:lnTo>
                  <a:cubicBezTo>
                    <a:pt x="261938" y="91345"/>
                    <a:pt x="260795" y="92583"/>
                    <a:pt x="259271" y="92583"/>
                  </a:cubicBezTo>
                  <a:lnTo>
                    <a:pt x="24479" y="92583"/>
                  </a:lnTo>
                  <a:cubicBezTo>
                    <a:pt x="23051" y="92583"/>
                    <a:pt x="21812" y="91440"/>
                    <a:pt x="21812" y="89916"/>
                  </a:cubicBezTo>
                  <a:lnTo>
                    <a:pt x="21812" y="85154"/>
                  </a:lnTo>
                  <a:close/>
                  <a:moveTo>
                    <a:pt x="27813" y="103727"/>
                  </a:moveTo>
                  <a:lnTo>
                    <a:pt x="54864" y="103727"/>
                  </a:lnTo>
                  <a:lnTo>
                    <a:pt x="46673" y="124206"/>
                  </a:lnTo>
                  <a:lnTo>
                    <a:pt x="15526" y="124206"/>
                  </a:lnTo>
                  <a:lnTo>
                    <a:pt x="27813" y="103727"/>
                  </a:lnTo>
                  <a:close/>
                  <a:moveTo>
                    <a:pt x="28099" y="184785"/>
                  </a:moveTo>
                  <a:cubicBezTo>
                    <a:pt x="18860" y="184785"/>
                    <a:pt x="11240" y="177260"/>
                    <a:pt x="11240" y="167926"/>
                  </a:cubicBezTo>
                  <a:lnTo>
                    <a:pt x="11240" y="135446"/>
                  </a:lnTo>
                  <a:lnTo>
                    <a:pt x="44863" y="135446"/>
                  </a:lnTo>
                  <a:lnTo>
                    <a:pt x="44863" y="167926"/>
                  </a:lnTo>
                  <a:cubicBezTo>
                    <a:pt x="44863" y="177165"/>
                    <a:pt x="37338" y="184785"/>
                    <a:pt x="28004" y="184785"/>
                  </a:cubicBezTo>
                  <a:lnTo>
                    <a:pt x="28004" y="184785"/>
                  </a:lnTo>
                  <a:close/>
                  <a:moveTo>
                    <a:pt x="72866" y="184785"/>
                  </a:moveTo>
                  <a:cubicBezTo>
                    <a:pt x="63627" y="184785"/>
                    <a:pt x="56007" y="177260"/>
                    <a:pt x="56007" y="167926"/>
                  </a:cubicBezTo>
                  <a:lnTo>
                    <a:pt x="56007" y="135446"/>
                  </a:lnTo>
                  <a:lnTo>
                    <a:pt x="89630" y="135446"/>
                  </a:lnTo>
                  <a:lnTo>
                    <a:pt x="89630" y="167926"/>
                  </a:lnTo>
                  <a:cubicBezTo>
                    <a:pt x="89630" y="177165"/>
                    <a:pt x="82106" y="184785"/>
                    <a:pt x="72771" y="184785"/>
                  </a:cubicBezTo>
                  <a:lnTo>
                    <a:pt x="72771" y="184785"/>
                  </a:lnTo>
                  <a:close/>
                  <a:moveTo>
                    <a:pt x="117634" y="184785"/>
                  </a:moveTo>
                  <a:cubicBezTo>
                    <a:pt x="108395" y="184785"/>
                    <a:pt x="100775" y="177260"/>
                    <a:pt x="100775" y="167926"/>
                  </a:cubicBezTo>
                  <a:lnTo>
                    <a:pt x="100775" y="135446"/>
                  </a:lnTo>
                  <a:lnTo>
                    <a:pt x="134398" y="135446"/>
                  </a:lnTo>
                  <a:lnTo>
                    <a:pt x="134398" y="167926"/>
                  </a:lnTo>
                  <a:cubicBezTo>
                    <a:pt x="134398" y="177165"/>
                    <a:pt x="126873" y="184785"/>
                    <a:pt x="117539" y="184785"/>
                  </a:cubicBezTo>
                  <a:lnTo>
                    <a:pt x="117539" y="184785"/>
                  </a:lnTo>
                  <a:close/>
                  <a:moveTo>
                    <a:pt x="162401" y="184785"/>
                  </a:moveTo>
                  <a:cubicBezTo>
                    <a:pt x="153162" y="184785"/>
                    <a:pt x="145542" y="177260"/>
                    <a:pt x="145542" y="167926"/>
                  </a:cubicBezTo>
                  <a:lnTo>
                    <a:pt x="145542" y="135446"/>
                  </a:lnTo>
                  <a:lnTo>
                    <a:pt x="179165" y="135446"/>
                  </a:lnTo>
                  <a:lnTo>
                    <a:pt x="179165" y="167926"/>
                  </a:lnTo>
                  <a:cubicBezTo>
                    <a:pt x="179165" y="177165"/>
                    <a:pt x="171641" y="184785"/>
                    <a:pt x="162306" y="184785"/>
                  </a:cubicBezTo>
                  <a:lnTo>
                    <a:pt x="162306" y="184785"/>
                  </a:lnTo>
                  <a:close/>
                  <a:moveTo>
                    <a:pt x="207169" y="184785"/>
                  </a:moveTo>
                  <a:cubicBezTo>
                    <a:pt x="197930" y="184785"/>
                    <a:pt x="190310" y="177260"/>
                    <a:pt x="190310" y="167926"/>
                  </a:cubicBezTo>
                  <a:lnTo>
                    <a:pt x="190310" y="135446"/>
                  </a:lnTo>
                  <a:lnTo>
                    <a:pt x="223933" y="135446"/>
                  </a:lnTo>
                  <a:lnTo>
                    <a:pt x="223933" y="167926"/>
                  </a:lnTo>
                  <a:cubicBezTo>
                    <a:pt x="223933" y="177165"/>
                    <a:pt x="216408" y="184785"/>
                    <a:pt x="207074" y="184785"/>
                  </a:cubicBezTo>
                  <a:lnTo>
                    <a:pt x="207074" y="184785"/>
                  </a:lnTo>
                  <a:close/>
                  <a:moveTo>
                    <a:pt x="235172" y="167926"/>
                  </a:moveTo>
                  <a:lnTo>
                    <a:pt x="235172" y="135446"/>
                  </a:lnTo>
                  <a:lnTo>
                    <a:pt x="268796" y="135446"/>
                  </a:lnTo>
                  <a:lnTo>
                    <a:pt x="268796" y="167926"/>
                  </a:lnTo>
                  <a:cubicBezTo>
                    <a:pt x="268796" y="177165"/>
                    <a:pt x="261271" y="184785"/>
                    <a:pt x="251936" y="184785"/>
                  </a:cubicBezTo>
                  <a:cubicBezTo>
                    <a:pt x="242602" y="184785"/>
                    <a:pt x="235077" y="177260"/>
                    <a:pt x="235077" y="167926"/>
                  </a:cubicBezTo>
                  <a:lnTo>
                    <a:pt x="235077" y="167926"/>
                  </a:lnTo>
                  <a:close/>
                  <a:moveTo>
                    <a:pt x="272796" y="186595"/>
                  </a:moveTo>
                  <a:cubicBezTo>
                    <a:pt x="274987" y="184118"/>
                    <a:pt x="276797" y="181261"/>
                    <a:pt x="278035" y="178117"/>
                  </a:cubicBezTo>
                  <a:lnTo>
                    <a:pt x="286988" y="178117"/>
                  </a:lnTo>
                  <a:cubicBezTo>
                    <a:pt x="283559" y="183833"/>
                    <a:pt x="281464" y="190595"/>
                    <a:pt x="281464" y="197834"/>
                  </a:cubicBezTo>
                  <a:cubicBezTo>
                    <a:pt x="281464" y="205073"/>
                    <a:pt x="283464" y="211741"/>
                    <a:pt x="286988" y="217551"/>
                  </a:cubicBezTo>
                  <a:lnTo>
                    <a:pt x="272796" y="217551"/>
                  </a:lnTo>
                  <a:lnTo>
                    <a:pt x="272796" y="186690"/>
                  </a:lnTo>
                  <a:close/>
                  <a:moveTo>
                    <a:pt x="319659" y="224790"/>
                  </a:moveTo>
                  <a:cubicBezTo>
                    <a:pt x="304800" y="224790"/>
                    <a:pt x="292608" y="212693"/>
                    <a:pt x="292608" y="197739"/>
                  </a:cubicBezTo>
                  <a:cubicBezTo>
                    <a:pt x="292608" y="182785"/>
                    <a:pt x="304705" y="170688"/>
                    <a:pt x="319659" y="170688"/>
                  </a:cubicBezTo>
                  <a:cubicBezTo>
                    <a:pt x="334613" y="170688"/>
                    <a:pt x="346710" y="182785"/>
                    <a:pt x="346710" y="197739"/>
                  </a:cubicBezTo>
                  <a:cubicBezTo>
                    <a:pt x="346710" y="212693"/>
                    <a:pt x="334613" y="224790"/>
                    <a:pt x="319659" y="224790"/>
                  </a:cubicBezTo>
                  <a:lnTo>
                    <a:pt x="319659" y="2247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27"/>
            <p:cNvSpPr/>
            <p:nvPr/>
          </p:nvSpPr>
          <p:spPr>
            <a:xfrm>
              <a:off x="2723577" y="2820447"/>
              <a:ext cx="31622" cy="31622"/>
            </a:xfrm>
            <a:custGeom>
              <a:rect b="b" l="l" r="r" t="t"/>
              <a:pathLst>
                <a:path extrusionOk="0" h="31622" w="31622">
                  <a:moveTo>
                    <a:pt x="26003" y="10192"/>
                  </a:moveTo>
                  <a:lnTo>
                    <a:pt x="21431" y="10192"/>
                  </a:lnTo>
                  <a:lnTo>
                    <a:pt x="21431" y="5620"/>
                  </a:lnTo>
                  <a:cubicBezTo>
                    <a:pt x="21431" y="2572"/>
                    <a:pt x="18955" y="0"/>
                    <a:pt x="15811" y="0"/>
                  </a:cubicBezTo>
                  <a:cubicBezTo>
                    <a:pt x="12668" y="0"/>
                    <a:pt x="10192" y="2477"/>
                    <a:pt x="10192" y="5620"/>
                  </a:cubicBezTo>
                  <a:lnTo>
                    <a:pt x="10192" y="10192"/>
                  </a:lnTo>
                  <a:lnTo>
                    <a:pt x="5620" y="10192"/>
                  </a:lnTo>
                  <a:cubicBezTo>
                    <a:pt x="2572" y="10192"/>
                    <a:pt x="0" y="12668"/>
                    <a:pt x="0" y="15811"/>
                  </a:cubicBezTo>
                  <a:cubicBezTo>
                    <a:pt x="0" y="18955"/>
                    <a:pt x="2477" y="21431"/>
                    <a:pt x="5620" y="21431"/>
                  </a:cubicBezTo>
                  <a:lnTo>
                    <a:pt x="10192" y="21431"/>
                  </a:lnTo>
                  <a:lnTo>
                    <a:pt x="10192" y="26003"/>
                  </a:lnTo>
                  <a:cubicBezTo>
                    <a:pt x="10192" y="29051"/>
                    <a:pt x="12668" y="31623"/>
                    <a:pt x="15811" y="31623"/>
                  </a:cubicBezTo>
                  <a:cubicBezTo>
                    <a:pt x="18955" y="31623"/>
                    <a:pt x="21431" y="29146"/>
                    <a:pt x="21431" y="26003"/>
                  </a:cubicBezTo>
                  <a:lnTo>
                    <a:pt x="21431" y="21431"/>
                  </a:lnTo>
                  <a:lnTo>
                    <a:pt x="26003" y="21431"/>
                  </a:lnTo>
                  <a:cubicBezTo>
                    <a:pt x="29051" y="21431"/>
                    <a:pt x="31623" y="18955"/>
                    <a:pt x="31623" y="15811"/>
                  </a:cubicBezTo>
                  <a:cubicBezTo>
                    <a:pt x="31623" y="12668"/>
                    <a:pt x="29147" y="10192"/>
                    <a:pt x="26003" y="10192"/>
                  </a:cubicBezTo>
                  <a:lnTo>
                    <a:pt x="26003" y="101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7" name="Google Shape;1227;p27"/>
          <p:cNvGrpSpPr/>
          <p:nvPr/>
        </p:nvGrpSpPr>
        <p:grpSpPr>
          <a:xfrm>
            <a:off x="8271268" y="1300188"/>
            <a:ext cx="422740" cy="426109"/>
            <a:chOff x="9401425" y="2038350"/>
            <a:chExt cx="377986" cy="380999"/>
          </a:xfrm>
        </p:grpSpPr>
        <p:grpSp>
          <p:nvGrpSpPr>
            <p:cNvPr id="1228" name="Google Shape;1228;p27"/>
            <p:cNvGrpSpPr/>
            <p:nvPr/>
          </p:nvGrpSpPr>
          <p:grpSpPr>
            <a:xfrm>
              <a:off x="9401425" y="2038350"/>
              <a:ext cx="377986" cy="380999"/>
              <a:chOff x="9401425" y="2038350"/>
              <a:chExt cx="377986" cy="380999"/>
            </a:xfrm>
          </p:grpSpPr>
          <p:sp>
            <p:nvSpPr>
              <p:cNvPr id="1229" name="Google Shape;1229;p27"/>
              <p:cNvSpPr/>
              <p:nvPr/>
            </p:nvSpPr>
            <p:spPr>
              <a:xfrm>
                <a:off x="9467468" y="2107596"/>
                <a:ext cx="311943" cy="311753"/>
              </a:xfrm>
              <a:custGeom>
                <a:rect b="b" l="l" r="r" t="t"/>
                <a:pathLst>
                  <a:path extrusionOk="0" h="311753" w="311943">
                    <a:moveTo>
                      <a:pt x="276130" y="95"/>
                    </a:moveTo>
                    <a:lnTo>
                      <a:pt x="224980" y="95"/>
                    </a:lnTo>
                    <a:cubicBezTo>
                      <a:pt x="221932" y="95"/>
                      <a:pt x="219360" y="2572"/>
                      <a:pt x="219360" y="5715"/>
                    </a:cubicBezTo>
                    <a:cubicBezTo>
                      <a:pt x="219360" y="8858"/>
                      <a:pt x="221837" y="11335"/>
                      <a:pt x="224980" y="11335"/>
                    </a:cubicBezTo>
                    <a:lnTo>
                      <a:pt x="276130" y="11335"/>
                    </a:lnTo>
                    <a:cubicBezTo>
                      <a:pt x="289750" y="11335"/>
                      <a:pt x="300894" y="22479"/>
                      <a:pt x="300894" y="36100"/>
                    </a:cubicBezTo>
                    <a:lnTo>
                      <a:pt x="300894" y="150400"/>
                    </a:lnTo>
                    <a:lnTo>
                      <a:pt x="258699" y="150400"/>
                    </a:lnTo>
                    <a:cubicBezTo>
                      <a:pt x="256698" y="150400"/>
                      <a:pt x="254794" y="151448"/>
                      <a:pt x="253841" y="153257"/>
                    </a:cubicBezTo>
                    <a:cubicBezTo>
                      <a:pt x="252889" y="154972"/>
                      <a:pt x="252889" y="157163"/>
                      <a:pt x="253841" y="158877"/>
                    </a:cubicBezTo>
                    <a:cubicBezTo>
                      <a:pt x="256032" y="162592"/>
                      <a:pt x="257175" y="166878"/>
                      <a:pt x="257175" y="171164"/>
                    </a:cubicBezTo>
                    <a:cubicBezTo>
                      <a:pt x="257175" y="184404"/>
                      <a:pt x="246412" y="195263"/>
                      <a:pt x="233076" y="195263"/>
                    </a:cubicBezTo>
                    <a:cubicBezTo>
                      <a:pt x="219742" y="195263"/>
                      <a:pt x="208979" y="184499"/>
                      <a:pt x="208979" y="171164"/>
                    </a:cubicBezTo>
                    <a:cubicBezTo>
                      <a:pt x="208979" y="166783"/>
                      <a:pt x="210121" y="162592"/>
                      <a:pt x="212312" y="158877"/>
                    </a:cubicBezTo>
                    <a:cubicBezTo>
                      <a:pt x="213360" y="157163"/>
                      <a:pt x="213360" y="154972"/>
                      <a:pt x="212312" y="153257"/>
                    </a:cubicBezTo>
                    <a:cubicBezTo>
                      <a:pt x="211360" y="151543"/>
                      <a:pt x="209455" y="150400"/>
                      <a:pt x="207454" y="150400"/>
                    </a:cubicBezTo>
                    <a:lnTo>
                      <a:pt x="161544" y="150400"/>
                    </a:lnTo>
                    <a:lnTo>
                      <a:pt x="161544" y="112966"/>
                    </a:lnTo>
                    <a:cubicBezTo>
                      <a:pt x="165449" y="114110"/>
                      <a:pt x="169545" y="114491"/>
                      <a:pt x="173641" y="114205"/>
                    </a:cubicBezTo>
                    <a:cubicBezTo>
                      <a:pt x="191071" y="112966"/>
                      <a:pt x="205073" y="98965"/>
                      <a:pt x="206311" y="81534"/>
                    </a:cubicBezTo>
                    <a:cubicBezTo>
                      <a:pt x="206978" y="71628"/>
                      <a:pt x="203645" y="62198"/>
                      <a:pt x="196882" y="54959"/>
                    </a:cubicBezTo>
                    <a:cubicBezTo>
                      <a:pt x="190214" y="47816"/>
                      <a:pt x="180880" y="43720"/>
                      <a:pt x="171069" y="43720"/>
                    </a:cubicBezTo>
                    <a:cubicBezTo>
                      <a:pt x="167830" y="43720"/>
                      <a:pt x="164592" y="44196"/>
                      <a:pt x="161448" y="45053"/>
                    </a:cubicBezTo>
                    <a:lnTo>
                      <a:pt x="161448" y="11239"/>
                    </a:lnTo>
                    <a:lnTo>
                      <a:pt x="199834" y="11239"/>
                    </a:lnTo>
                    <a:cubicBezTo>
                      <a:pt x="202882" y="11239"/>
                      <a:pt x="205454" y="8763"/>
                      <a:pt x="205454" y="5620"/>
                    </a:cubicBezTo>
                    <a:cubicBezTo>
                      <a:pt x="205454" y="2477"/>
                      <a:pt x="202978" y="0"/>
                      <a:pt x="199834" y="0"/>
                    </a:cubicBezTo>
                    <a:lnTo>
                      <a:pt x="160020" y="0"/>
                    </a:lnTo>
                    <a:cubicBezTo>
                      <a:pt x="154591" y="0"/>
                      <a:pt x="150209" y="4382"/>
                      <a:pt x="150209" y="9811"/>
                    </a:cubicBezTo>
                    <a:lnTo>
                      <a:pt x="150209" y="46768"/>
                    </a:lnTo>
                    <a:cubicBezTo>
                      <a:pt x="150209" y="49911"/>
                      <a:pt x="151733" y="52864"/>
                      <a:pt x="154305" y="54769"/>
                    </a:cubicBezTo>
                    <a:cubicBezTo>
                      <a:pt x="156876" y="56579"/>
                      <a:pt x="160211" y="57055"/>
                      <a:pt x="163163" y="56102"/>
                    </a:cubicBezTo>
                    <a:cubicBezTo>
                      <a:pt x="165639" y="55245"/>
                      <a:pt x="168307" y="54864"/>
                      <a:pt x="170973" y="54864"/>
                    </a:cubicBezTo>
                    <a:cubicBezTo>
                      <a:pt x="177736" y="54864"/>
                      <a:pt x="184023" y="57626"/>
                      <a:pt x="188595" y="62484"/>
                    </a:cubicBezTo>
                    <a:cubicBezTo>
                      <a:pt x="193167" y="67437"/>
                      <a:pt x="195453" y="73819"/>
                      <a:pt x="194976" y="80677"/>
                    </a:cubicBezTo>
                    <a:cubicBezTo>
                      <a:pt x="194120" y="92583"/>
                      <a:pt x="184595" y="102108"/>
                      <a:pt x="172688" y="102965"/>
                    </a:cubicBezTo>
                    <a:cubicBezTo>
                      <a:pt x="169450" y="103156"/>
                      <a:pt x="166211" y="102775"/>
                      <a:pt x="163163" y="101727"/>
                    </a:cubicBezTo>
                    <a:cubicBezTo>
                      <a:pt x="160211" y="100679"/>
                      <a:pt x="156876" y="101155"/>
                      <a:pt x="154305" y="103061"/>
                    </a:cubicBezTo>
                    <a:cubicBezTo>
                      <a:pt x="151733" y="104870"/>
                      <a:pt x="150209" y="107918"/>
                      <a:pt x="150209" y="111062"/>
                    </a:cubicBezTo>
                    <a:lnTo>
                      <a:pt x="150209" y="150400"/>
                    </a:lnTo>
                    <a:lnTo>
                      <a:pt x="112776" y="150400"/>
                    </a:lnTo>
                    <a:cubicBezTo>
                      <a:pt x="113633" y="147257"/>
                      <a:pt x="114109" y="144113"/>
                      <a:pt x="114109" y="140780"/>
                    </a:cubicBezTo>
                    <a:cubicBezTo>
                      <a:pt x="114109" y="121349"/>
                      <a:pt x="98298" y="105537"/>
                      <a:pt x="78867" y="105537"/>
                    </a:cubicBezTo>
                    <a:cubicBezTo>
                      <a:pt x="59436" y="105537"/>
                      <a:pt x="43624" y="121349"/>
                      <a:pt x="43624" y="140780"/>
                    </a:cubicBezTo>
                    <a:cubicBezTo>
                      <a:pt x="43624" y="144018"/>
                      <a:pt x="44101" y="147257"/>
                      <a:pt x="44958" y="150400"/>
                    </a:cubicBezTo>
                    <a:lnTo>
                      <a:pt x="9715" y="150400"/>
                    </a:lnTo>
                    <a:cubicBezTo>
                      <a:pt x="4381" y="150400"/>
                      <a:pt x="0" y="154781"/>
                      <a:pt x="0" y="160115"/>
                    </a:cubicBezTo>
                    <a:lnTo>
                      <a:pt x="0" y="208407"/>
                    </a:lnTo>
                    <a:cubicBezTo>
                      <a:pt x="0" y="211455"/>
                      <a:pt x="2476" y="214027"/>
                      <a:pt x="5619" y="214027"/>
                    </a:cubicBezTo>
                    <a:cubicBezTo>
                      <a:pt x="8763" y="214027"/>
                      <a:pt x="11239" y="211550"/>
                      <a:pt x="11239" y="208407"/>
                    </a:cubicBezTo>
                    <a:lnTo>
                      <a:pt x="11239" y="161544"/>
                    </a:lnTo>
                    <a:lnTo>
                      <a:pt x="53435" y="161544"/>
                    </a:lnTo>
                    <a:cubicBezTo>
                      <a:pt x="55436" y="161544"/>
                      <a:pt x="57340" y="160496"/>
                      <a:pt x="58293" y="158687"/>
                    </a:cubicBezTo>
                    <a:cubicBezTo>
                      <a:pt x="59245" y="156972"/>
                      <a:pt x="59245" y="154781"/>
                      <a:pt x="58293" y="153067"/>
                    </a:cubicBezTo>
                    <a:cubicBezTo>
                      <a:pt x="56102" y="149352"/>
                      <a:pt x="54959" y="145066"/>
                      <a:pt x="54959" y="140780"/>
                    </a:cubicBezTo>
                    <a:cubicBezTo>
                      <a:pt x="54959" y="127540"/>
                      <a:pt x="65722" y="116681"/>
                      <a:pt x="79057" y="116681"/>
                    </a:cubicBezTo>
                    <a:cubicBezTo>
                      <a:pt x="92392" y="116681"/>
                      <a:pt x="103155" y="127445"/>
                      <a:pt x="103155" y="140780"/>
                    </a:cubicBezTo>
                    <a:cubicBezTo>
                      <a:pt x="103155" y="145161"/>
                      <a:pt x="102012" y="149352"/>
                      <a:pt x="99822" y="153067"/>
                    </a:cubicBezTo>
                    <a:cubicBezTo>
                      <a:pt x="98774" y="154781"/>
                      <a:pt x="98774" y="156972"/>
                      <a:pt x="99822" y="158687"/>
                    </a:cubicBezTo>
                    <a:cubicBezTo>
                      <a:pt x="100774" y="160401"/>
                      <a:pt x="102679" y="161544"/>
                      <a:pt x="104680" y="161544"/>
                    </a:cubicBezTo>
                    <a:lnTo>
                      <a:pt x="150590" y="161544"/>
                    </a:lnTo>
                    <a:lnTo>
                      <a:pt x="150590" y="198977"/>
                    </a:lnTo>
                    <a:cubicBezTo>
                      <a:pt x="147447" y="198120"/>
                      <a:pt x="144303" y="197644"/>
                      <a:pt x="140970" y="197644"/>
                    </a:cubicBezTo>
                    <a:cubicBezTo>
                      <a:pt x="121539" y="197644"/>
                      <a:pt x="105727" y="213455"/>
                      <a:pt x="105727" y="232886"/>
                    </a:cubicBezTo>
                    <a:cubicBezTo>
                      <a:pt x="105727" y="252317"/>
                      <a:pt x="121539" y="268129"/>
                      <a:pt x="140970" y="268129"/>
                    </a:cubicBezTo>
                    <a:cubicBezTo>
                      <a:pt x="144208" y="268129"/>
                      <a:pt x="147447" y="267653"/>
                      <a:pt x="150590" y="266795"/>
                    </a:cubicBezTo>
                    <a:lnTo>
                      <a:pt x="150590" y="300609"/>
                    </a:lnTo>
                    <a:lnTo>
                      <a:pt x="36290" y="300609"/>
                    </a:lnTo>
                    <a:cubicBezTo>
                      <a:pt x="22670" y="300609"/>
                      <a:pt x="11525" y="289465"/>
                      <a:pt x="11525" y="275844"/>
                    </a:cubicBezTo>
                    <a:lnTo>
                      <a:pt x="11525" y="233172"/>
                    </a:lnTo>
                    <a:cubicBezTo>
                      <a:pt x="11525" y="230124"/>
                      <a:pt x="9048" y="227552"/>
                      <a:pt x="5905" y="227552"/>
                    </a:cubicBezTo>
                    <a:cubicBezTo>
                      <a:pt x="2762" y="227552"/>
                      <a:pt x="285" y="230029"/>
                      <a:pt x="285" y="233172"/>
                    </a:cubicBezTo>
                    <a:lnTo>
                      <a:pt x="285" y="275844"/>
                    </a:lnTo>
                    <a:cubicBezTo>
                      <a:pt x="285" y="295656"/>
                      <a:pt x="16383" y="311753"/>
                      <a:pt x="36195" y="311753"/>
                    </a:cubicBezTo>
                    <a:lnTo>
                      <a:pt x="276034" y="311753"/>
                    </a:lnTo>
                    <a:cubicBezTo>
                      <a:pt x="295846" y="311753"/>
                      <a:pt x="311944" y="295656"/>
                      <a:pt x="311944" y="275844"/>
                    </a:cubicBezTo>
                    <a:lnTo>
                      <a:pt x="311944" y="36005"/>
                    </a:lnTo>
                    <a:cubicBezTo>
                      <a:pt x="311944" y="16193"/>
                      <a:pt x="295846" y="95"/>
                      <a:pt x="276034" y="95"/>
                    </a:cubicBezTo>
                    <a:lnTo>
                      <a:pt x="276034" y="95"/>
                    </a:lnTo>
                    <a:close/>
                    <a:moveTo>
                      <a:pt x="276130" y="300609"/>
                    </a:moveTo>
                    <a:lnTo>
                      <a:pt x="161830" y="300609"/>
                    </a:lnTo>
                    <a:lnTo>
                      <a:pt x="161830" y="258413"/>
                    </a:lnTo>
                    <a:cubicBezTo>
                      <a:pt x="161830" y="256413"/>
                      <a:pt x="160782" y="254508"/>
                      <a:pt x="158972" y="253556"/>
                    </a:cubicBezTo>
                    <a:cubicBezTo>
                      <a:pt x="157257" y="252603"/>
                      <a:pt x="155067" y="252603"/>
                      <a:pt x="153352" y="253556"/>
                    </a:cubicBezTo>
                    <a:cubicBezTo>
                      <a:pt x="149637" y="255746"/>
                      <a:pt x="145351" y="256889"/>
                      <a:pt x="141065" y="256889"/>
                    </a:cubicBezTo>
                    <a:cubicBezTo>
                      <a:pt x="127825" y="256889"/>
                      <a:pt x="116967" y="246126"/>
                      <a:pt x="116967" y="232791"/>
                    </a:cubicBezTo>
                    <a:cubicBezTo>
                      <a:pt x="116967" y="219456"/>
                      <a:pt x="127730" y="208693"/>
                      <a:pt x="141065" y="208693"/>
                    </a:cubicBezTo>
                    <a:cubicBezTo>
                      <a:pt x="145446" y="208693"/>
                      <a:pt x="149637" y="209836"/>
                      <a:pt x="153352" y="212027"/>
                    </a:cubicBezTo>
                    <a:cubicBezTo>
                      <a:pt x="155067" y="213074"/>
                      <a:pt x="157257" y="213074"/>
                      <a:pt x="158972" y="212027"/>
                    </a:cubicBezTo>
                    <a:cubicBezTo>
                      <a:pt x="160687" y="211074"/>
                      <a:pt x="161830" y="209169"/>
                      <a:pt x="161830" y="207169"/>
                    </a:cubicBezTo>
                    <a:lnTo>
                      <a:pt x="161830" y="161258"/>
                    </a:lnTo>
                    <a:lnTo>
                      <a:pt x="199263" y="161258"/>
                    </a:lnTo>
                    <a:cubicBezTo>
                      <a:pt x="198405" y="164402"/>
                      <a:pt x="197929" y="167545"/>
                      <a:pt x="197929" y="170878"/>
                    </a:cubicBezTo>
                    <a:cubicBezTo>
                      <a:pt x="197929" y="190310"/>
                      <a:pt x="213741" y="206121"/>
                      <a:pt x="233172" y="206121"/>
                    </a:cubicBezTo>
                    <a:cubicBezTo>
                      <a:pt x="252603" y="206121"/>
                      <a:pt x="268414" y="190310"/>
                      <a:pt x="268414" y="170878"/>
                    </a:cubicBezTo>
                    <a:cubicBezTo>
                      <a:pt x="268414" y="167640"/>
                      <a:pt x="267938" y="164402"/>
                      <a:pt x="267081" y="161258"/>
                    </a:cubicBezTo>
                    <a:lnTo>
                      <a:pt x="300894" y="161258"/>
                    </a:lnTo>
                    <a:lnTo>
                      <a:pt x="300894" y="275558"/>
                    </a:lnTo>
                    <a:cubicBezTo>
                      <a:pt x="300894" y="289179"/>
                      <a:pt x="289750" y="300323"/>
                      <a:pt x="276130" y="300323"/>
                    </a:cubicBezTo>
                    <a:lnTo>
                      <a:pt x="276130" y="3003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0" name="Google Shape;1230;p27"/>
              <p:cNvSpPr/>
              <p:nvPr/>
            </p:nvSpPr>
            <p:spPr>
              <a:xfrm>
                <a:off x="9401425" y="2038350"/>
                <a:ext cx="211758" cy="207930"/>
              </a:xfrm>
              <a:custGeom>
                <a:rect b="b" l="l" r="r" t="t"/>
                <a:pathLst>
                  <a:path extrusionOk="0" h="207930" w="211758">
                    <a:moveTo>
                      <a:pt x="104238" y="184404"/>
                    </a:moveTo>
                    <a:cubicBezTo>
                      <a:pt x="104810" y="181261"/>
                      <a:pt x="103857" y="178118"/>
                      <a:pt x="101667" y="175831"/>
                    </a:cubicBezTo>
                    <a:cubicBezTo>
                      <a:pt x="99857" y="173927"/>
                      <a:pt x="98332" y="171736"/>
                      <a:pt x="97189" y="169355"/>
                    </a:cubicBezTo>
                    <a:cubicBezTo>
                      <a:pt x="94427" y="163354"/>
                      <a:pt x="94141" y="156686"/>
                      <a:pt x="96523" y="150495"/>
                    </a:cubicBezTo>
                    <a:cubicBezTo>
                      <a:pt x="98904" y="144304"/>
                      <a:pt x="103572" y="139541"/>
                      <a:pt x="109763" y="136970"/>
                    </a:cubicBezTo>
                    <a:cubicBezTo>
                      <a:pt x="121383" y="132112"/>
                      <a:pt x="134909" y="137065"/>
                      <a:pt x="140529" y="148304"/>
                    </a:cubicBezTo>
                    <a:cubicBezTo>
                      <a:pt x="141862" y="150876"/>
                      <a:pt x="142719" y="153734"/>
                      <a:pt x="143005" y="156591"/>
                    </a:cubicBezTo>
                    <a:cubicBezTo>
                      <a:pt x="143386" y="159734"/>
                      <a:pt x="145196" y="162592"/>
                      <a:pt x="147958" y="164116"/>
                    </a:cubicBezTo>
                    <a:cubicBezTo>
                      <a:pt x="150720" y="165640"/>
                      <a:pt x="154054" y="165830"/>
                      <a:pt x="156911" y="164497"/>
                    </a:cubicBezTo>
                    <a:lnTo>
                      <a:pt x="193773" y="147352"/>
                    </a:lnTo>
                    <a:cubicBezTo>
                      <a:pt x="198726" y="145066"/>
                      <a:pt x="200822" y="139256"/>
                      <a:pt x="198536" y="134303"/>
                    </a:cubicBezTo>
                    <a:lnTo>
                      <a:pt x="182153" y="99155"/>
                    </a:lnTo>
                    <a:cubicBezTo>
                      <a:pt x="185677" y="98584"/>
                      <a:pt x="189201" y="97441"/>
                      <a:pt x="192439" y="95822"/>
                    </a:cubicBezTo>
                    <a:cubicBezTo>
                      <a:pt x="208918" y="87535"/>
                      <a:pt x="216157" y="67723"/>
                      <a:pt x="209013" y="50673"/>
                    </a:cubicBezTo>
                    <a:cubicBezTo>
                      <a:pt x="205203" y="41720"/>
                      <a:pt x="198250" y="34957"/>
                      <a:pt x="189201" y="31433"/>
                    </a:cubicBezTo>
                    <a:cubicBezTo>
                      <a:pt x="180152" y="28004"/>
                      <a:pt x="170437" y="28289"/>
                      <a:pt x="161674" y="32385"/>
                    </a:cubicBezTo>
                    <a:cubicBezTo>
                      <a:pt x="158721" y="33719"/>
                      <a:pt x="155959" y="35528"/>
                      <a:pt x="153578" y="37624"/>
                    </a:cubicBezTo>
                    <a:lnTo>
                      <a:pt x="138719" y="5810"/>
                    </a:lnTo>
                    <a:cubicBezTo>
                      <a:pt x="136432" y="953"/>
                      <a:pt x="130622" y="-1238"/>
                      <a:pt x="125669" y="1048"/>
                    </a:cubicBezTo>
                    <a:lnTo>
                      <a:pt x="103286" y="11525"/>
                    </a:lnTo>
                    <a:cubicBezTo>
                      <a:pt x="94713" y="4286"/>
                      <a:pt x="83855" y="0"/>
                      <a:pt x="72044" y="0"/>
                    </a:cubicBezTo>
                    <a:cubicBezTo>
                      <a:pt x="45469" y="0"/>
                      <a:pt x="23847" y="21622"/>
                      <a:pt x="23847" y="48197"/>
                    </a:cubicBezTo>
                    <a:cubicBezTo>
                      <a:pt x="23847" y="48197"/>
                      <a:pt x="23847" y="48197"/>
                      <a:pt x="23847" y="48292"/>
                    </a:cubicBezTo>
                    <a:lnTo>
                      <a:pt x="20704" y="49720"/>
                    </a:lnTo>
                    <a:cubicBezTo>
                      <a:pt x="2797" y="58103"/>
                      <a:pt x="-5014" y="79534"/>
                      <a:pt x="3368" y="97441"/>
                    </a:cubicBezTo>
                    <a:lnTo>
                      <a:pt x="52232" y="202311"/>
                    </a:lnTo>
                    <a:cubicBezTo>
                      <a:pt x="53851" y="205835"/>
                      <a:pt x="57470" y="207931"/>
                      <a:pt x="61185" y="207931"/>
                    </a:cubicBezTo>
                    <a:cubicBezTo>
                      <a:pt x="62614" y="207931"/>
                      <a:pt x="63947" y="207645"/>
                      <a:pt x="65281" y="206978"/>
                    </a:cubicBezTo>
                    <a:lnTo>
                      <a:pt x="98809" y="191357"/>
                    </a:lnTo>
                    <a:cubicBezTo>
                      <a:pt x="101667" y="190024"/>
                      <a:pt x="103762" y="187357"/>
                      <a:pt x="104333" y="184309"/>
                    </a:cubicBezTo>
                    <a:lnTo>
                      <a:pt x="104333" y="184309"/>
                    </a:lnTo>
                    <a:close/>
                    <a:moveTo>
                      <a:pt x="86141" y="146399"/>
                    </a:moveTo>
                    <a:cubicBezTo>
                      <a:pt x="82617" y="155448"/>
                      <a:pt x="82997" y="165259"/>
                      <a:pt x="87093" y="174022"/>
                    </a:cubicBezTo>
                    <a:cubicBezTo>
                      <a:pt x="88427" y="176975"/>
                      <a:pt x="90236" y="179737"/>
                      <a:pt x="92332" y="182118"/>
                    </a:cubicBezTo>
                    <a:lnTo>
                      <a:pt x="61757" y="196406"/>
                    </a:lnTo>
                    <a:lnTo>
                      <a:pt x="13465" y="92774"/>
                    </a:lnTo>
                    <a:cubicBezTo>
                      <a:pt x="7750" y="80391"/>
                      <a:pt x="13084" y="65723"/>
                      <a:pt x="25371" y="59912"/>
                    </a:cubicBezTo>
                    <a:cubicBezTo>
                      <a:pt x="30610" y="80867"/>
                      <a:pt x="49564" y="96393"/>
                      <a:pt x="72139" y="96393"/>
                    </a:cubicBezTo>
                    <a:cubicBezTo>
                      <a:pt x="80425" y="96393"/>
                      <a:pt x="88713" y="94202"/>
                      <a:pt x="95951" y="90107"/>
                    </a:cubicBezTo>
                    <a:cubicBezTo>
                      <a:pt x="98618" y="88583"/>
                      <a:pt x="99571" y="85153"/>
                      <a:pt x="98047" y="82487"/>
                    </a:cubicBezTo>
                    <a:cubicBezTo>
                      <a:pt x="96523" y="79820"/>
                      <a:pt x="93094" y="78867"/>
                      <a:pt x="90427" y="80391"/>
                    </a:cubicBezTo>
                    <a:cubicBezTo>
                      <a:pt x="84902" y="83534"/>
                      <a:pt x="78521" y="85249"/>
                      <a:pt x="72139" y="85249"/>
                    </a:cubicBezTo>
                    <a:cubicBezTo>
                      <a:pt x="51660" y="85249"/>
                      <a:pt x="35087" y="68580"/>
                      <a:pt x="35087" y="48197"/>
                    </a:cubicBezTo>
                    <a:cubicBezTo>
                      <a:pt x="35087" y="27813"/>
                      <a:pt x="51756" y="11144"/>
                      <a:pt x="72139" y="11144"/>
                    </a:cubicBezTo>
                    <a:cubicBezTo>
                      <a:pt x="92522" y="11144"/>
                      <a:pt x="109191" y="27813"/>
                      <a:pt x="109191" y="48197"/>
                    </a:cubicBezTo>
                    <a:cubicBezTo>
                      <a:pt x="109191" y="54007"/>
                      <a:pt x="107857" y="59627"/>
                      <a:pt x="105286" y="64770"/>
                    </a:cubicBezTo>
                    <a:cubicBezTo>
                      <a:pt x="103857" y="67532"/>
                      <a:pt x="105000" y="70866"/>
                      <a:pt x="107763" y="72295"/>
                    </a:cubicBezTo>
                    <a:cubicBezTo>
                      <a:pt x="110525" y="73724"/>
                      <a:pt x="113858" y="72581"/>
                      <a:pt x="115287" y="69818"/>
                    </a:cubicBezTo>
                    <a:cubicBezTo>
                      <a:pt x="118716" y="63056"/>
                      <a:pt x="120431" y="55817"/>
                      <a:pt x="120431" y="48197"/>
                    </a:cubicBezTo>
                    <a:cubicBezTo>
                      <a:pt x="120431" y="37624"/>
                      <a:pt x="117002" y="27908"/>
                      <a:pt x="111287" y="19907"/>
                    </a:cubicBezTo>
                    <a:lnTo>
                      <a:pt x="129194" y="11525"/>
                    </a:lnTo>
                    <a:lnTo>
                      <a:pt x="147006" y="49816"/>
                    </a:lnTo>
                    <a:cubicBezTo>
                      <a:pt x="147863" y="51626"/>
                      <a:pt x="149577" y="52864"/>
                      <a:pt x="151577" y="53054"/>
                    </a:cubicBezTo>
                    <a:cubicBezTo>
                      <a:pt x="153578" y="53245"/>
                      <a:pt x="155482" y="52292"/>
                      <a:pt x="156625" y="50578"/>
                    </a:cubicBezTo>
                    <a:cubicBezTo>
                      <a:pt x="159007" y="47054"/>
                      <a:pt x="162436" y="44101"/>
                      <a:pt x="166341" y="42291"/>
                    </a:cubicBezTo>
                    <a:cubicBezTo>
                      <a:pt x="172342" y="39529"/>
                      <a:pt x="179010" y="39243"/>
                      <a:pt x="185200" y="41624"/>
                    </a:cubicBezTo>
                    <a:cubicBezTo>
                      <a:pt x="191392" y="44006"/>
                      <a:pt x="196154" y="48673"/>
                      <a:pt x="198726" y="54769"/>
                    </a:cubicBezTo>
                    <a:cubicBezTo>
                      <a:pt x="203584" y="66389"/>
                      <a:pt x="198726" y="79915"/>
                      <a:pt x="187392" y="85534"/>
                    </a:cubicBezTo>
                    <a:cubicBezTo>
                      <a:pt x="183296" y="87630"/>
                      <a:pt x="178629" y="88487"/>
                      <a:pt x="174056" y="88011"/>
                    </a:cubicBezTo>
                    <a:cubicBezTo>
                      <a:pt x="172056" y="87821"/>
                      <a:pt x="170151" y="88678"/>
                      <a:pt x="168913" y="90297"/>
                    </a:cubicBezTo>
                    <a:cubicBezTo>
                      <a:pt x="167770" y="91916"/>
                      <a:pt x="167579" y="94107"/>
                      <a:pt x="168437" y="95917"/>
                    </a:cubicBezTo>
                    <a:lnTo>
                      <a:pt x="187868" y="137541"/>
                    </a:lnTo>
                    <a:lnTo>
                      <a:pt x="153959" y="153353"/>
                    </a:lnTo>
                    <a:cubicBezTo>
                      <a:pt x="153387" y="149828"/>
                      <a:pt x="152244" y="146399"/>
                      <a:pt x="150625" y="143066"/>
                    </a:cubicBezTo>
                    <a:cubicBezTo>
                      <a:pt x="142338" y="126683"/>
                      <a:pt x="122526" y="119348"/>
                      <a:pt x="105572" y="126397"/>
                    </a:cubicBezTo>
                    <a:cubicBezTo>
                      <a:pt x="96618" y="130112"/>
                      <a:pt x="89760" y="137160"/>
                      <a:pt x="86236" y="146209"/>
                    </a:cubicBezTo>
                    <a:lnTo>
                      <a:pt x="86236" y="1462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1" name="Google Shape;1231;p27"/>
            <p:cNvSpPr/>
            <p:nvPr/>
          </p:nvSpPr>
          <p:spPr>
            <a:xfrm>
              <a:off x="9455943" y="2056542"/>
              <a:ext cx="34956" cy="60102"/>
            </a:xfrm>
            <a:custGeom>
              <a:rect b="b" l="l" r="r" t="t"/>
              <a:pathLst>
                <a:path extrusionOk="0" h="60102" w="34956">
                  <a:moveTo>
                    <a:pt x="20288" y="24860"/>
                  </a:moveTo>
                  <a:lnTo>
                    <a:pt x="14764" y="24860"/>
                  </a:lnTo>
                  <a:cubicBezTo>
                    <a:pt x="12859" y="24860"/>
                    <a:pt x="11239" y="23241"/>
                    <a:pt x="11239" y="21336"/>
                  </a:cubicBezTo>
                  <a:cubicBezTo>
                    <a:pt x="11239" y="19431"/>
                    <a:pt x="12859" y="17812"/>
                    <a:pt x="14764" y="17812"/>
                  </a:cubicBezTo>
                  <a:lnTo>
                    <a:pt x="20288" y="17812"/>
                  </a:lnTo>
                  <a:cubicBezTo>
                    <a:pt x="21431" y="17812"/>
                    <a:pt x="22574" y="18383"/>
                    <a:pt x="23241" y="19336"/>
                  </a:cubicBezTo>
                  <a:cubicBezTo>
                    <a:pt x="24955" y="21908"/>
                    <a:pt x="28480" y="22574"/>
                    <a:pt x="30956" y="20860"/>
                  </a:cubicBezTo>
                  <a:cubicBezTo>
                    <a:pt x="33528" y="19145"/>
                    <a:pt x="34195" y="15621"/>
                    <a:pt x="32480" y="13145"/>
                  </a:cubicBezTo>
                  <a:cubicBezTo>
                    <a:pt x="30289" y="9906"/>
                    <a:pt x="26861" y="7715"/>
                    <a:pt x="23146" y="6953"/>
                  </a:cubicBezTo>
                  <a:lnTo>
                    <a:pt x="23146" y="5620"/>
                  </a:lnTo>
                  <a:cubicBezTo>
                    <a:pt x="23146" y="2572"/>
                    <a:pt x="20669" y="0"/>
                    <a:pt x="17526" y="0"/>
                  </a:cubicBezTo>
                  <a:cubicBezTo>
                    <a:pt x="14383" y="0"/>
                    <a:pt x="11906" y="2477"/>
                    <a:pt x="11906" y="5620"/>
                  </a:cubicBezTo>
                  <a:lnTo>
                    <a:pt x="11906" y="6953"/>
                  </a:lnTo>
                  <a:cubicBezTo>
                    <a:pt x="5143" y="8287"/>
                    <a:pt x="0" y="14192"/>
                    <a:pt x="0" y="21336"/>
                  </a:cubicBezTo>
                  <a:cubicBezTo>
                    <a:pt x="0" y="29432"/>
                    <a:pt x="6572" y="36005"/>
                    <a:pt x="14668" y="36005"/>
                  </a:cubicBezTo>
                  <a:lnTo>
                    <a:pt x="20193" y="36005"/>
                  </a:lnTo>
                  <a:cubicBezTo>
                    <a:pt x="22098" y="36005"/>
                    <a:pt x="23717" y="37624"/>
                    <a:pt x="23717" y="39529"/>
                  </a:cubicBezTo>
                  <a:cubicBezTo>
                    <a:pt x="23717" y="41434"/>
                    <a:pt x="22098" y="43053"/>
                    <a:pt x="20193" y="43053"/>
                  </a:cubicBezTo>
                  <a:lnTo>
                    <a:pt x="14668" y="43053"/>
                  </a:lnTo>
                  <a:cubicBezTo>
                    <a:pt x="13240" y="43053"/>
                    <a:pt x="12002" y="42196"/>
                    <a:pt x="11430" y="40862"/>
                  </a:cubicBezTo>
                  <a:cubicBezTo>
                    <a:pt x="10192" y="38005"/>
                    <a:pt x="6953" y="36671"/>
                    <a:pt x="4096" y="37910"/>
                  </a:cubicBezTo>
                  <a:cubicBezTo>
                    <a:pt x="1238" y="39148"/>
                    <a:pt x="-95" y="42386"/>
                    <a:pt x="1143" y="45244"/>
                  </a:cubicBezTo>
                  <a:cubicBezTo>
                    <a:pt x="3048" y="49816"/>
                    <a:pt x="7144" y="53054"/>
                    <a:pt x="11811" y="53912"/>
                  </a:cubicBezTo>
                  <a:lnTo>
                    <a:pt x="11811" y="54483"/>
                  </a:lnTo>
                  <a:cubicBezTo>
                    <a:pt x="11811" y="57531"/>
                    <a:pt x="14288" y="60103"/>
                    <a:pt x="17431" y="60103"/>
                  </a:cubicBezTo>
                  <a:cubicBezTo>
                    <a:pt x="20574" y="60103"/>
                    <a:pt x="23050" y="57626"/>
                    <a:pt x="23050" y="54483"/>
                  </a:cubicBezTo>
                  <a:lnTo>
                    <a:pt x="23050" y="53912"/>
                  </a:lnTo>
                  <a:cubicBezTo>
                    <a:pt x="29813" y="52578"/>
                    <a:pt x="34957" y="46673"/>
                    <a:pt x="34957" y="39529"/>
                  </a:cubicBezTo>
                  <a:cubicBezTo>
                    <a:pt x="34957" y="31433"/>
                    <a:pt x="28384" y="24860"/>
                    <a:pt x="20288" y="24860"/>
                  </a:cubicBezTo>
                  <a:lnTo>
                    <a:pt x="20288" y="248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2" name="Google Shape;1232;p27"/>
          <p:cNvGrpSpPr/>
          <p:nvPr/>
        </p:nvGrpSpPr>
        <p:grpSpPr>
          <a:xfrm>
            <a:off x="7400443" y="1317658"/>
            <a:ext cx="426216" cy="391169"/>
            <a:chOff x="8622791" y="2053970"/>
            <a:chExt cx="381094" cy="349758"/>
          </a:xfrm>
        </p:grpSpPr>
        <p:sp>
          <p:nvSpPr>
            <p:cNvPr id="1233" name="Google Shape;1233;p27"/>
            <p:cNvSpPr/>
            <p:nvPr/>
          </p:nvSpPr>
          <p:spPr>
            <a:xfrm>
              <a:off x="8622791" y="2053970"/>
              <a:ext cx="381000" cy="349758"/>
            </a:xfrm>
            <a:custGeom>
              <a:rect b="b" l="l" r="r" t="t"/>
              <a:pathLst>
                <a:path extrusionOk="0" h="349758" w="381000">
                  <a:moveTo>
                    <a:pt x="375475" y="160782"/>
                  </a:moveTo>
                  <a:cubicBezTo>
                    <a:pt x="372427" y="160782"/>
                    <a:pt x="369855" y="163259"/>
                    <a:pt x="369855" y="166402"/>
                  </a:cubicBezTo>
                  <a:lnTo>
                    <a:pt x="369855" y="213646"/>
                  </a:lnTo>
                  <a:lnTo>
                    <a:pt x="11144" y="213646"/>
                  </a:lnTo>
                  <a:lnTo>
                    <a:pt x="11144" y="20765"/>
                  </a:lnTo>
                  <a:cubicBezTo>
                    <a:pt x="11144" y="15526"/>
                    <a:pt x="15430" y="11239"/>
                    <a:pt x="20669" y="11239"/>
                  </a:cubicBezTo>
                  <a:lnTo>
                    <a:pt x="124206" y="11239"/>
                  </a:lnTo>
                  <a:cubicBezTo>
                    <a:pt x="127254" y="11239"/>
                    <a:pt x="129825" y="8763"/>
                    <a:pt x="129825" y="5620"/>
                  </a:cubicBezTo>
                  <a:cubicBezTo>
                    <a:pt x="129825" y="2477"/>
                    <a:pt x="127349" y="0"/>
                    <a:pt x="124206" y="0"/>
                  </a:cubicBezTo>
                  <a:lnTo>
                    <a:pt x="20669" y="0"/>
                  </a:lnTo>
                  <a:cubicBezTo>
                    <a:pt x="9239" y="0"/>
                    <a:pt x="0" y="9239"/>
                    <a:pt x="0" y="20669"/>
                  </a:cubicBezTo>
                  <a:lnTo>
                    <a:pt x="0" y="243173"/>
                  </a:lnTo>
                  <a:cubicBezTo>
                    <a:pt x="0" y="254603"/>
                    <a:pt x="9239" y="263843"/>
                    <a:pt x="20669" y="263843"/>
                  </a:cubicBezTo>
                  <a:lnTo>
                    <a:pt x="141351" y="263843"/>
                  </a:lnTo>
                  <a:lnTo>
                    <a:pt x="137255" y="309848"/>
                  </a:lnTo>
                  <a:lnTo>
                    <a:pt x="123063" y="309848"/>
                  </a:lnTo>
                  <a:cubicBezTo>
                    <a:pt x="115919" y="309848"/>
                    <a:pt x="110014" y="315659"/>
                    <a:pt x="110014" y="322898"/>
                  </a:cubicBezTo>
                  <a:lnTo>
                    <a:pt x="110014" y="336709"/>
                  </a:lnTo>
                  <a:cubicBezTo>
                    <a:pt x="110014" y="343853"/>
                    <a:pt x="115824" y="349758"/>
                    <a:pt x="123063" y="349758"/>
                  </a:cubicBezTo>
                  <a:lnTo>
                    <a:pt x="200120" y="349758"/>
                  </a:lnTo>
                  <a:cubicBezTo>
                    <a:pt x="203168" y="349758"/>
                    <a:pt x="205740" y="347282"/>
                    <a:pt x="205740" y="344138"/>
                  </a:cubicBezTo>
                  <a:cubicBezTo>
                    <a:pt x="205740" y="340995"/>
                    <a:pt x="203263" y="338519"/>
                    <a:pt x="200120" y="338519"/>
                  </a:cubicBezTo>
                  <a:lnTo>
                    <a:pt x="123063" y="338519"/>
                  </a:lnTo>
                  <a:cubicBezTo>
                    <a:pt x="122015" y="338519"/>
                    <a:pt x="121158" y="337661"/>
                    <a:pt x="121158" y="336614"/>
                  </a:cubicBezTo>
                  <a:lnTo>
                    <a:pt x="121158" y="322802"/>
                  </a:lnTo>
                  <a:cubicBezTo>
                    <a:pt x="121158" y="321754"/>
                    <a:pt x="122015" y="320897"/>
                    <a:pt x="123063" y="320897"/>
                  </a:cubicBezTo>
                  <a:lnTo>
                    <a:pt x="257937" y="320897"/>
                  </a:lnTo>
                  <a:cubicBezTo>
                    <a:pt x="258984" y="320897"/>
                    <a:pt x="259842" y="321754"/>
                    <a:pt x="259842" y="322802"/>
                  </a:cubicBezTo>
                  <a:lnTo>
                    <a:pt x="259842" y="336614"/>
                  </a:lnTo>
                  <a:cubicBezTo>
                    <a:pt x="259842" y="337661"/>
                    <a:pt x="258984" y="338519"/>
                    <a:pt x="257937" y="338519"/>
                  </a:cubicBezTo>
                  <a:lnTo>
                    <a:pt x="224885" y="338519"/>
                  </a:lnTo>
                  <a:cubicBezTo>
                    <a:pt x="221837" y="338519"/>
                    <a:pt x="219265" y="340995"/>
                    <a:pt x="219265" y="344138"/>
                  </a:cubicBezTo>
                  <a:cubicBezTo>
                    <a:pt x="219265" y="347282"/>
                    <a:pt x="221742" y="349758"/>
                    <a:pt x="224885" y="349758"/>
                  </a:cubicBezTo>
                  <a:lnTo>
                    <a:pt x="257937" y="349758"/>
                  </a:lnTo>
                  <a:cubicBezTo>
                    <a:pt x="265080" y="349758"/>
                    <a:pt x="270986" y="343948"/>
                    <a:pt x="270986" y="336709"/>
                  </a:cubicBezTo>
                  <a:lnTo>
                    <a:pt x="270986" y="322898"/>
                  </a:lnTo>
                  <a:cubicBezTo>
                    <a:pt x="270986" y="315754"/>
                    <a:pt x="265176" y="309848"/>
                    <a:pt x="257937" y="309848"/>
                  </a:cubicBezTo>
                  <a:lnTo>
                    <a:pt x="243744" y="309848"/>
                  </a:lnTo>
                  <a:lnTo>
                    <a:pt x="239649" y="263843"/>
                  </a:lnTo>
                  <a:lnTo>
                    <a:pt x="360330" y="263843"/>
                  </a:lnTo>
                  <a:cubicBezTo>
                    <a:pt x="371760" y="263843"/>
                    <a:pt x="381000" y="254603"/>
                    <a:pt x="381000" y="243173"/>
                  </a:cubicBezTo>
                  <a:lnTo>
                    <a:pt x="381000" y="166307"/>
                  </a:lnTo>
                  <a:cubicBezTo>
                    <a:pt x="381000" y="163259"/>
                    <a:pt x="378523" y="160687"/>
                    <a:pt x="375380" y="160687"/>
                  </a:cubicBezTo>
                  <a:lnTo>
                    <a:pt x="375380" y="160687"/>
                  </a:lnTo>
                  <a:close/>
                  <a:moveTo>
                    <a:pt x="232600" y="309848"/>
                  </a:moveTo>
                  <a:lnTo>
                    <a:pt x="148494" y="309848"/>
                  </a:lnTo>
                  <a:lnTo>
                    <a:pt x="152590" y="263843"/>
                  </a:lnTo>
                  <a:lnTo>
                    <a:pt x="168687" y="263843"/>
                  </a:lnTo>
                  <a:lnTo>
                    <a:pt x="168687" y="270986"/>
                  </a:lnTo>
                  <a:cubicBezTo>
                    <a:pt x="168687" y="283083"/>
                    <a:pt x="178498" y="292894"/>
                    <a:pt x="190595" y="292894"/>
                  </a:cubicBezTo>
                  <a:cubicBezTo>
                    <a:pt x="202692" y="292894"/>
                    <a:pt x="212503" y="283083"/>
                    <a:pt x="212503" y="270986"/>
                  </a:cubicBezTo>
                  <a:lnTo>
                    <a:pt x="212503" y="263843"/>
                  </a:lnTo>
                  <a:lnTo>
                    <a:pt x="228600" y="263843"/>
                  </a:lnTo>
                  <a:lnTo>
                    <a:pt x="232696" y="309848"/>
                  </a:lnTo>
                  <a:close/>
                  <a:moveTo>
                    <a:pt x="201263" y="263843"/>
                  </a:moveTo>
                  <a:lnTo>
                    <a:pt x="201263" y="270986"/>
                  </a:lnTo>
                  <a:cubicBezTo>
                    <a:pt x="201263" y="276892"/>
                    <a:pt x="196500" y="281654"/>
                    <a:pt x="190595" y="281654"/>
                  </a:cubicBezTo>
                  <a:cubicBezTo>
                    <a:pt x="184689" y="281654"/>
                    <a:pt x="179927" y="276892"/>
                    <a:pt x="179927" y="270986"/>
                  </a:cubicBezTo>
                  <a:lnTo>
                    <a:pt x="179927" y="263843"/>
                  </a:lnTo>
                  <a:lnTo>
                    <a:pt x="201358" y="263843"/>
                  </a:lnTo>
                  <a:close/>
                  <a:moveTo>
                    <a:pt x="360330" y="252698"/>
                  </a:moveTo>
                  <a:lnTo>
                    <a:pt x="20669" y="252698"/>
                  </a:lnTo>
                  <a:cubicBezTo>
                    <a:pt x="15430" y="252698"/>
                    <a:pt x="11144" y="248412"/>
                    <a:pt x="11144" y="243173"/>
                  </a:cubicBezTo>
                  <a:lnTo>
                    <a:pt x="11144" y="224695"/>
                  </a:lnTo>
                  <a:lnTo>
                    <a:pt x="369855" y="224695"/>
                  </a:lnTo>
                  <a:lnTo>
                    <a:pt x="369855" y="243173"/>
                  </a:lnTo>
                  <a:cubicBezTo>
                    <a:pt x="369855" y="248412"/>
                    <a:pt x="365569" y="252698"/>
                    <a:pt x="360330" y="252698"/>
                  </a:cubicBezTo>
                  <a:lnTo>
                    <a:pt x="360330" y="2526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27"/>
            <p:cNvSpPr/>
            <p:nvPr/>
          </p:nvSpPr>
          <p:spPr>
            <a:xfrm>
              <a:off x="8766142" y="2054066"/>
              <a:ext cx="237743" cy="147256"/>
            </a:xfrm>
            <a:custGeom>
              <a:rect b="b" l="l" r="r" t="t"/>
              <a:pathLst>
                <a:path extrusionOk="0" h="147256" w="237743">
                  <a:moveTo>
                    <a:pt x="216979" y="0"/>
                  </a:moveTo>
                  <a:lnTo>
                    <a:pt x="5619" y="0"/>
                  </a:lnTo>
                  <a:cubicBezTo>
                    <a:pt x="2571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19" y="11239"/>
                  </a:cubicBezTo>
                  <a:lnTo>
                    <a:pt x="216979" y="11239"/>
                  </a:lnTo>
                  <a:cubicBezTo>
                    <a:pt x="222218" y="11239"/>
                    <a:pt x="226504" y="15526"/>
                    <a:pt x="226504" y="20765"/>
                  </a:cubicBezTo>
                  <a:lnTo>
                    <a:pt x="226504" y="141637"/>
                  </a:lnTo>
                  <a:cubicBezTo>
                    <a:pt x="226504" y="144685"/>
                    <a:pt x="228981" y="147257"/>
                    <a:pt x="232124" y="147257"/>
                  </a:cubicBezTo>
                  <a:cubicBezTo>
                    <a:pt x="235268" y="147257"/>
                    <a:pt x="237744" y="144780"/>
                    <a:pt x="237744" y="141637"/>
                  </a:cubicBezTo>
                  <a:lnTo>
                    <a:pt x="237744" y="20669"/>
                  </a:lnTo>
                  <a:cubicBezTo>
                    <a:pt x="237744" y="9239"/>
                    <a:pt x="228505" y="0"/>
                    <a:pt x="217075" y="0"/>
                  </a:cubicBezTo>
                  <a:lnTo>
                    <a:pt x="21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27"/>
            <p:cNvSpPr/>
            <p:nvPr/>
          </p:nvSpPr>
          <p:spPr>
            <a:xfrm>
              <a:off x="8699753" y="2242566"/>
              <a:ext cx="49625" cy="11239"/>
            </a:xfrm>
            <a:custGeom>
              <a:rect b="b" l="l" r="r" t="t"/>
              <a:pathLst>
                <a:path extrusionOk="0" h="11239" w="49625">
                  <a:moveTo>
                    <a:pt x="44005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44005" y="11240"/>
                  </a:lnTo>
                  <a:cubicBezTo>
                    <a:pt x="47054" y="11240"/>
                    <a:pt x="49625" y="8763"/>
                    <a:pt x="49625" y="5620"/>
                  </a:cubicBezTo>
                  <a:cubicBezTo>
                    <a:pt x="49625" y="2477"/>
                    <a:pt x="47149" y="0"/>
                    <a:pt x="44005" y="0"/>
                  </a:cubicBezTo>
                  <a:lnTo>
                    <a:pt x="44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27"/>
            <p:cNvSpPr/>
            <p:nvPr/>
          </p:nvSpPr>
          <p:spPr>
            <a:xfrm>
              <a:off x="8668892" y="2242566"/>
              <a:ext cx="21907" cy="11239"/>
            </a:xfrm>
            <a:custGeom>
              <a:rect b="b" l="l" r="r" t="t"/>
              <a:pathLst>
                <a:path extrusionOk="0" h="11239" w="21907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6288" y="11240"/>
                  </a:lnTo>
                  <a:cubicBezTo>
                    <a:pt x="19336" y="11240"/>
                    <a:pt x="21907" y="8763"/>
                    <a:pt x="21907" y="5620"/>
                  </a:cubicBezTo>
                  <a:cubicBezTo>
                    <a:pt x="21907" y="2477"/>
                    <a:pt x="19431" y="0"/>
                    <a:pt x="16288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27"/>
            <p:cNvSpPr/>
            <p:nvPr/>
          </p:nvSpPr>
          <p:spPr>
            <a:xfrm>
              <a:off x="8773095" y="2242566"/>
              <a:ext cx="21907" cy="11239"/>
            </a:xfrm>
            <a:custGeom>
              <a:rect b="b" l="l" r="r" t="t"/>
              <a:pathLst>
                <a:path extrusionOk="0" h="11239" w="21907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6288" y="11240"/>
                  </a:lnTo>
                  <a:cubicBezTo>
                    <a:pt x="19336" y="11240"/>
                    <a:pt x="21907" y="8763"/>
                    <a:pt x="21907" y="5620"/>
                  </a:cubicBezTo>
                  <a:cubicBezTo>
                    <a:pt x="21907" y="2477"/>
                    <a:pt x="19431" y="0"/>
                    <a:pt x="16288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27"/>
            <p:cNvSpPr/>
            <p:nvPr/>
          </p:nvSpPr>
          <p:spPr>
            <a:xfrm>
              <a:off x="8803956" y="2242566"/>
              <a:ext cx="49625" cy="11239"/>
            </a:xfrm>
            <a:custGeom>
              <a:rect b="b" l="l" r="r" t="t"/>
              <a:pathLst>
                <a:path extrusionOk="0" h="11239" w="49625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44005" y="11240"/>
                  </a:lnTo>
                  <a:cubicBezTo>
                    <a:pt x="47054" y="11240"/>
                    <a:pt x="49625" y="8763"/>
                    <a:pt x="49625" y="5620"/>
                  </a:cubicBezTo>
                  <a:cubicBezTo>
                    <a:pt x="49625" y="2477"/>
                    <a:pt x="47149" y="0"/>
                    <a:pt x="44005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27"/>
            <p:cNvSpPr/>
            <p:nvPr/>
          </p:nvSpPr>
          <p:spPr>
            <a:xfrm>
              <a:off x="8877204" y="2242566"/>
              <a:ext cx="21907" cy="11239"/>
            </a:xfrm>
            <a:custGeom>
              <a:rect b="b" l="l" r="r" t="t"/>
              <a:pathLst>
                <a:path extrusionOk="0" h="11239" w="21907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6288" y="11240"/>
                  </a:lnTo>
                  <a:cubicBezTo>
                    <a:pt x="19336" y="11240"/>
                    <a:pt x="21907" y="8763"/>
                    <a:pt x="21907" y="5620"/>
                  </a:cubicBezTo>
                  <a:cubicBezTo>
                    <a:pt x="21907" y="2477"/>
                    <a:pt x="19431" y="0"/>
                    <a:pt x="16288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27"/>
            <p:cNvSpPr/>
            <p:nvPr/>
          </p:nvSpPr>
          <p:spPr>
            <a:xfrm>
              <a:off x="8908065" y="2242566"/>
              <a:ext cx="49625" cy="11239"/>
            </a:xfrm>
            <a:custGeom>
              <a:rect b="b" l="l" r="r" t="t"/>
              <a:pathLst>
                <a:path extrusionOk="0" h="11239" w="49625">
                  <a:moveTo>
                    <a:pt x="44005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44005" y="11240"/>
                  </a:lnTo>
                  <a:cubicBezTo>
                    <a:pt x="47054" y="11240"/>
                    <a:pt x="49625" y="8763"/>
                    <a:pt x="49625" y="5620"/>
                  </a:cubicBezTo>
                  <a:cubicBezTo>
                    <a:pt x="49625" y="2477"/>
                    <a:pt x="47149" y="0"/>
                    <a:pt x="44005" y="0"/>
                  </a:cubicBezTo>
                  <a:lnTo>
                    <a:pt x="44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27"/>
            <p:cNvSpPr/>
            <p:nvPr/>
          </p:nvSpPr>
          <p:spPr>
            <a:xfrm>
              <a:off x="8668987" y="2075211"/>
              <a:ext cx="288893" cy="160591"/>
            </a:xfrm>
            <a:custGeom>
              <a:rect b="b" l="l" r="r" t="t"/>
              <a:pathLst>
                <a:path extrusionOk="0" h="160591" w="288893">
                  <a:moveTo>
                    <a:pt x="40195" y="94679"/>
                  </a:moveTo>
                  <a:cubicBezTo>
                    <a:pt x="37148" y="94679"/>
                    <a:pt x="34576" y="97155"/>
                    <a:pt x="34576" y="100298"/>
                  </a:cubicBezTo>
                  <a:lnTo>
                    <a:pt x="34576" y="118396"/>
                  </a:lnTo>
                  <a:lnTo>
                    <a:pt x="13621" y="118396"/>
                  </a:lnTo>
                  <a:cubicBezTo>
                    <a:pt x="6096" y="118396"/>
                    <a:pt x="0" y="124492"/>
                    <a:pt x="0" y="132017"/>
                  </a:cubicBezTo>
                  <a:lnTo>
                    <a:pt x="0" y="146971"/>
                  </a:lnTo>
                  <a:cubicBezTo>
                    <a:pt x="0" y="154496"/>
                    <a:pt x="6096" y="160592"/>
                    <a:pt x="13621" y="160592"/>
                  </a:cubicBezTo>
                  <a:lnTo>
                    <a:pt x="66770" y="160592"/>
                  </a:lnTo>
                  <a:cubicBezTo>
                    <a:pt x="74295" y="160592"/>
                    <a:pt x="80391" y="154496"/>
                    <a:pt x="80391" y="146971"/>
                  </a:cubicBezTo>
                  <a:lnTo>
                    <a:pt x="80391" y="132017"/>
                  </a:lnTo>
                  <a:cubicBezTo>
                    <a:pt x="80391" y="124492"/>
                    <a:pt x="74295" y="118396"/>
                    <a:pt x="66770" y="118396"/>
                  </a:cubicBezTo>
                  <a:lnTo>
                    <a:pt x="45815" y="118396"/>
                  </a:lnTo>
                  <a:lnTo>
                    <a:pt x="45815" y="105918"/>
                  </a:lnTo>
                  <a:lnTo>
                    <a:pt x="138779" y="105918"/>
                  </a:lnTo>
                  <a:lnTo>
                    <a:pt x="138779" y="118396"/>
                  </a:lnTo>
                  <a:lnTo>
                    <a:pt x="117824" y="118396"/>
                  </a:lnTo>
                  <a:cubicBezTo>
                    <a:pt x="110300" y="118396"/>
                    <a:pt x="104204" y="124492"/>
                    <a:pt x="104204" y="132017"/>
                  </a:cubicBezTo>
                  <a:lnTo>
                    <a:pt x="104204" y="146971"/>
                  </a:lnTo>
                  <a:cubicBezTo>
                    <a:pt x="104204" y="154496"/>
                    <a:pt x="110300" y="160592"/>
                    <a:pt x="117824" y="160592"/>
                  </a:cubicBezTo>
                  <a:lnTo>
                    <a:pt x="170974" y="160592"/>
                  </a:lnTo>
                  <a:cubicBezTo>
                    <a:pt x="178498" y="160592"/>
                    <a:pt x="184595" y="154496"/>
                    <a:pt x="184595" y="146971"/>
                  </a:cubicBezTo>
                  <a:lnTo>
                    <a:pt x="184595" y="132017"/>
                  </a:lnTo>
                  <a:cubicBezTo>
                    <a:pt x="184595" y="124492"/>
                    <a:pt x="178498" y="118396"/>
                    <a:pt x="170974" y="118396"/>
                  </a:cubicBezTo>
                  <a:lnTo>
                    <a:pt x="150019" y="118396"/>
                  </a:lnTo>
                  <a:lnTo>
                    <a:pt x="150019" y="105918"/>
                  </a:lnTo>
                  <a:lnTo>
                    <a:pt x="243078" y="105918"/>
                  </a:lnTo>
                  <a:lnTo>
                    <a:pt x="243078" y="118396"/>
                  </a:lnTo>
                  <a:lnTo>
                    <a:pt x="222123" y="118396"/>
                  </a:lnTo>
                  <a:cubicBezTo>
                    <a:pt x="214598" y="118396"/>
                    <a:pt x="208502" y="124492"/>
                    <a:pt x="208502" y="132017"/>
                  </a:cubicBezTo>
                  <a:lnTo>
                    <a:pt x="208502" y="146971"/>
                  </a:lnTo>
                  <a:cubicBezTo>
                    <a:pt x="208502" y="154496"/>
                    <a:pt x="214598" y="160592"/>
                    <a:pt x="222123" y="160592"/>
                  </a:cubicBezTo>
                  <a:lnTo>
                    <a:pt x="275273" y="160592"/>
                  </a:lnTo>
                  <a:cubicBezTo>
                    <a:pt x="282797" y="160592"/>
                    <a:pt x="288893" y="154496"/>
                    <a:pt x="288893" y="146971"/>
                  </a:cubicBezTo>
                  <a:lnTo>
                    <a:pt x="288893" y="132017"/>
                  </a:lnTo>
                  <a:cubicBezTo>
                    <a:pt x="288893" y="124492"/>
                    <a:pt x="282797" y="118396"/>
                    <a:pt x="275273" y="118396"/>
                  </a:cubicBezTo>
                  <a:lnTo>
                    <a:pt x="254318" y="118396"/>
                  </a:lnTo>
                  <a:lnTo>
                    <a:pt x="254318" y="100298"/>
                  </a:lnTo>
                  <a:cubicBezTo>
                    <a:pt x="254318" y="97250"/>
                    <a:pt x="251841" y="94679"/>
                    <a:pt x="248698" y="94679"/>
                  </a:cubicBezTo>
                  <a:lnTo>
                    <a:pt x="150114" y="94679"/>
                  </a:lnTo>
                  <a:lnTo>
                    <a:pt x="150114" y="84868"/>
                  </a:lnTo>
                  <a:lnTo>
                    <a:pt x="166973" y="84868"/>
                  </a:lnTo>
                  <a:cubicBezTo>
                    <a:pt x="172117" y="84868"/>
                    <a:pt x="176308" y="80677"/>
                    <a:pt x="176308" y="75533"/>
                  </a:cubicBezTo>
                  <a:lnTo>
                    <a:pt x="176308" y="58769"/>
                  </a:lnTo>
                  <a:cubicBezTo>
                    <a:pt x="176308" y="49340"/>
                    <a:pt x="171164" y="41243"/>
                    <a:pt x="163544" y="36957"/>
                  </a:cubicBezTo>
                  <a:cubicBezTo>
                    <a:pt x="166307" y="33147"/>
                    <a:pt x="167926" y="28385"/>
                    <a:pt x="167926" y="23336"/>
                  </a:cubicBezTo>
                  <a:cubicBezTo>
                    <a:pt x="167926" y="10477"/>
                    <a:pt x="157448" y="0"/>
                    <a:pt x="144589" y="0"/>
                  </a:cubicBezTo>
                  <a:cubicBezTo>
                    <a:pt x="131731" y="0"/>
                    <a:pt x="121253" y="10477"/>
                    <a:pt x="121253" y="23336"/>
                  </a:cubicBezTo>
                  <a:cubicBezTo>
                    <a:pt x="121253" y="28385"/>
                    <a:pt x="122873" y="33147"/>
                    <a:pt x="125635" y="36957"/>
                  </a:cubicBezTo>
                  <a:cubicBezTo>
                    <a:pt x="118015" y="41243"/>
                    <a:pt x="112871" y="49340"/>
                    <a:pt x="112871" y="58769"/>
                  </a:cubicBezTo>
                  <a:lnTo>
                    <a:pt x="112871" y="75533"/>
                  </a:lnTo>
                  <a:cubicBezTo>
                    <a:pt x="112871" y="80677"/>
                    <a:pt x="117062" y="84868"/>
                    <a:pt x="122206" y="84868"/>
                  </a:cubicBezTo>
                  <a:lnTo>
                    <a:pt x="139065" y="84868"/>
                  </a:lnTo>
                  <a:lnTo>
                    <a:pt x="139065" y="94679"/>
                  </a:lnTo>
                  <a:lnTo>
                    <a:pt x="40481" y="94679"/>
                  </a:lnTo>
                  <a:close/>
                  <a:moveTo>
                    <a:pt x="69152" y="131921"/>
                  </a:moveTo>
                  <a:lnTo>
                    <a:pt x="69152" y="146876"/>
                  </a:lnTo>
                  <a:cubicBezTo>
                    <a:pt x="69152" y="148209"/>
                    <a:pt x="68009" y="149352"/>
                    <a:pt x="66675" y="149352"/>
                  </a:cubicBezTo>
                  <a:lnTo>
                    <a:pt x="13525" y="149352"/>
                  </a:lnTo>
                  <a:cubicBezTo>
                    <a:pt x="12192" y="149352"/>
                    <a:pt x="11049" y="148209"/>
                    <a:pt x="11049" y="146876"/>
                  </a:cubicBezTo>
                  <a:lnTo>
                    <a:pt x="11049" y="131921"/>
                  </a:lnTo>
                  <a:cubicBezTo>
                    <a:pt x="11049" y="130588"/>
                    <a:pt x="12192" y="129445"/>
                    <a:pt x="13525" y="129445"/>
                  </a:cubicBezTo>
                  <a:lnTo>
                    <a:pt x="66675" y="129445"/>
                  </a:lnTo>
                  <a:cubicBezTo>
                    <a:pt x="68009" y="129445"/>
                    <a:pt x="69152" y="130588"/>
                    <a:pt x="69152" y="131921"/>
                  </a:cubicBezTo>
                  <a:lnTo>
                    <a:pt x="69152" y="131921"/>
                  </a:lnTo>
                  <a:close/>
                  <a:moveTo>
                    <a:pt x="173355" y="131921"/>
                  </a:moveTo>
                  <a:lnTo>
                    <a:pt x="173355" y="146876"/>
                  </a:lnTo>
                  <a:cubicBezTo>
                    <a:pt x="173355" y="148209"/>
                    <a:pt x="172212" y="149352"/>
                    <a:pt x="170879" y="149352"/>
                  </a:cubicBezTo>
                  <a:lnTo>
                    <a:pt x="117729" y="149352"/>
                  </a:lnTo>
                  <a:cubicBezTo>
                    <a:pt x="116395" y="149352"/>
                    <a:pt x="115252" y="148209"/>
                    <a:pt x="115252" y="146876"/>
                  </a:cubicBezTo>
                  <a:lnTo>
                    <a:pt x="115252" y="131921"/>
                  </a:lnTo>
                  <a:cubicBezTo>
                    <a:pt x="115252" y="130588"/>
                    <a:pt x="116395" y="129445"/>
                    <a:pt x="117729" y="129445"/>
                  </a:cubicBezTo>
                  <a:lnTo>
                    <a:pt x="170879" y="129445"/>
                  </a:lnTo>
                  <a:cubicBezTo>
                    <a:pt x="172212" y="129445"/>
                    <a:pt x="173355" y="130588"/>
                    <a:pt x="173355" y="131921"/>
                  </a:cubicBezTo>
                  <a:lnTo>
                    <a:pt x="173355" y="131921"/>
                  </a:lnTo>
                  <a:close/>
                  <a:moveTo>
                    <a:pt x="277559" y="131921"/>
                  </a:moveTo>
                  <a:lnTo>
                    <a:pt x="277559" y="146876"/>
                  </a:lnTo>
                  <a:cubicBezTo>
                    <a:pt x="277559" y="148209"/>
                    <a:pt x="276416" y="149352"/>
                    <a:pt x="275082" y="149352"/>
                  </a:cubicBezTo>
                  <a:lnTo>
                    <a:pt x="221932" y="149352"/>
                  </a:lnTo>
                  <a:cubicBezTo>
                    <a:pt x="220599" y="149352"/>
                    <a:pt x="219456" y="148209"/>
                    <a:pt x="219456" y="146876"/>
                  </a:cubicBezTo>
                  <a:lnTo>
                    <a:pt x="219456" y="131921"/>
                  </a:lnTo>
                  <a:cubicBezTo>
                    <a:pt x="219456" y="130588"/>
                    <a:pt x="220599" y="129445"/>
                    <a:pt x="221932" y="129445"/>
                  </a:cubicBezTo>
                  <a:lnTo>
                    <a:pt x="275082" y="129445"/>
                  </a:lnTo>
                  <a:cubicBezTo>
                    <a:pt x="276416" y="129445"/>
                    <a:pt x="277559" y="130588"/>
                    <a:pt x="277559" y="131921"/>
                  </a:cubicBezTo>
                  <a:lnTo>
                    <a:pt x="277559" y="131921"/>
                  </a:lnTo>
                  <a:close/>
                  <a:moveTo>
                    <a:pt x="144304" y="11144"/>
                  </a:moveTo>
                  <a:cubicBezTo>
                    <a:pt x="151066" y="11144"/>
                    <a:pt x="156496" y="16574"/>
                    <a:pt x="156496" y="23336"/>
                  </a:cubicBezTo>
                  <a:cubicBezTo>
                    <a:pt x="156496" y="30099"/>
                    <a:pt x="150971" y="35528"/>
                    <a:pt x="144304" y="35528"/>
                  </a:cubicBezTo>
                  <a:cubicBezTo>
                    <a:pt x="137636" y="35528"/>
                    <a:pt x="132112" y="30099"/>
                    <a:pt x="132112" y="23336"/>
                  </a:cubicBezTo>
                  <a:cubicBezTo>
                    <a:pt x="132112" y="16574"/>
                    <a:pt x="137636" y="11144"/>
                    <a:pt x="144304" y="11144"/>
                  </a:cubicBezTo>
                  <a:lnTo>
                    <a:pt x="144304" y="11144"/>
                  </a:lnTo>
                  <a:close/>
                  <a:moveTo>
                    <a:pt x="123730" y="58769"/>
                  </a:moveTo>
                  <a:cubicBezTo>
                    <a:pt x="123730" y="51721"/>
                    <a:pt x="128968" y="45910"/>
                    <a:pt x="135827" y="45148"/>
                  </a:cubicBezTo>
                  <a:cubicBezTo>
                    <a:pt x="138493" y="46196"/>
                    <a:pt x="141351" y="46768"/>
                    <a:pt x="144399" y="46768"/>
                  </a:cubicBezTo>
                  <a:cubicBezTo>
                    <a:pt x="147447" y="46768"/>
                    <a:pt x="150304" y="46196"/>
                    <a:pt x="152876" y="45148"/>
                  </a:cubicBezTo>
                  <a:cubicBezTo>
                    <a:pt x="159734" y="46006"/>
                    <a:pt x="164973" y="51721"/>
                    <a:pt x="164973" y="58769"/>
                  </a:cubicBezTo>
                  <a:lnTo>
                    <a:pt x="164973" y="73628"/>
                  </a:lnTo>
                  <a:lnTo>
                    <a:pt x="123730" y="73628"/>
                  </a:lnTo>
                  <a:lnTo>
                    <a:pt x="123730" y="5876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2" name="Google Shape;1242;p27"/>
          <p:cNvGrpSpPr/>
          <p:nvPr/>
        </p:nvGrpSpPr>
        <p:grpSpPr>
          <a:xfrm>
            <a:off x="6625348" y="1300188"/>
            <a:ext cx="238088" cy="426110"/>
            <a:chOff x="7929752" y="2038350"/>
            <a:chExt cx="212883" cy="381000"/>
          </a:xfrm>
        </p:grpSpPr>
        <p:sp>
          <p:nvSpPr>
            <p:cNvPr id="1243" name="Google Shape;1243;p27"/>
            <p:cNvSpPr/>
            <p:nvPr/>
          </p:nvSpPr>
          <p:spPr>
            <a:xfrm>
              <a:off x="7957470" y="2078450"/>
              <a:ext cx="21621" cy="11239"/>
            </a:xfrm>
            <a:custGeom>
              <a:rect b="b" l="l" r="r" t="t"/>
              <a:pathLst>
                <a:path extrusionOk="0" h="11239" w="21621">
                  <a:moveTo>
                    <a:pt x="16002" y="11239"/>
                  </a:moveTo>
                  <a:cubicBezTo>
                    <a:pt x="19050" y="11239"/>
                    <a:pt x="21622" y="8763"/>
                    <a:pt x="21622" y="5620"/>
                  </a:cubicBezTo>
                  <a:cubicBezTo>
                    <a:pt x="21622" y="2476"/>
                    <a:pt x="19145" y="0"/>
                    <a:pt x="16002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6002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27"/>
            <p:cNvSpPr/>
            <p:nvPr/>
          </p:nvSpPr>
          <p:spPr>
            <a:xfrm>
              <a:off x="7929752" y="2038350"/>
              <a:ext cx="212883" cy="381000"/>
            </a:xfrm>
            <a:custGeom>
              <a:rect b="b" l="l" r="r" t="t"/>
              <a:pathLst>
                <a:path extrusionOk="0" h="381000" w="212883">
                  <a:moveTo>
                    <a:pt x="207264" y="269177"/>
                  </a:moveTo>
                  <a:cubicBezTo>
                    <a:pt x="210312" y="269177"/>
                    <a:pt x="212884" y="266700"/>
                    <a:pt x="212884" y="263557"/>
                  </a:cubicBezTo>
                  <a:lnTo>
                    <a:pt x="212884" y="24194"/>
                  </a:lnTo>
                  <a:cubicBezTo>
                    <a:pt x="212788" y="10859"/>
                    <a:pt x="202025" y="0"/>
                    <a:pt x="188690" y="0"/>
                  </a:cubicBezTo>
                  <a:lnTo>
                    <a:pt x="104013" y="0"/>
                  </a:lnTo>
                  <a:cubicBezTo>
                    <a:pt x="100965" y="0"/>
                    <a:pt x="98393" y="2477"/>
                    <a:pt x="98393" y="5620"/>
                  </a:cubicBezTo>
                  <a:cubicBezTo>
                    <a:pt x="98393" y="8763"/>
                    <a:pt x="100869" y="11239"/>
                    <a:pt x="104013" y="11239"/>
                  </a:cubicBezTo>
                  <a:lnTo>
                    <a:pt x="156591" y="11239"/>
                  </a:lnTo>
                  <a:lnTo>
                    <a:pt x="153352" y="20384"/>
                  </a:lnTo>
                  <a:cubicBezTo>
                    <a:pt x="152019" y="24098"/>
                    <a:pt x="148494" y="26575"/>
                    <a:pt x="144589" y="26575"/>
                  </a:cubicBezTo>
                  <a:lnTo>
                    <a:pt x="68389" y="26575"/>
                  </a:lnTo>
                  <a:cubicBezTo>
                    <a:pt x="64484" y="26575"/>
                    <a:pt x="60960" y="24098"/>
                    <a:pt x="59627" y="20384"/>
                  </a:cubicBezTo>
                  <a:lnTo>
                    <a:pt x="56388" y="11239"/>
                  </a:lnTo>
                  <a:lnTo>
                    <a:pt x="79248" y="11239"/>
                  </a:lnTo>
                  <a:cubicBezTo>
                    <a:pt x="82296" y="11239"/>
                    <a:pt x="84867" y="8763"/>
                    <a:pt x="84867" y="5620"/>
                  </a:cubicBezTo>
                  <a:cubicBezTo>
                    <a:pt x="84867" y="2477"/>
                    <a:pt x="82201" y="0"/>
                    <a:pt x="79153" y="0"/>
                  </a:cubicBezTo>
                  <a:lnTo>
                    <a:pt x="24193" y="0"/>
                  </a:lnTo>
                  <a:cubicBezTo>
                    <a:pt x="10858" y="0"/>
                    <a:pt x="0" y="10859"/>
                    <a:pt x="0" y="24194"/>
                  </a:cubicBezTo>
                  <a:lnTo>
                    <a:pt x="0" y="356807"/>
                  </a:lnTo>
                  <a:cubicBezTo>
                    <a:pt x="0" y="370142"/>
                    <a:pt x="10858" y="381000"/>
                    <a:pt x="24193" y="381000"/>
                  </a:cubicBezTo>
                  <a:lnTo>
                    <a:pt x="188690" y="381000"/>
                  </a:lnTo>
                  <a:cubicBezTo>
                    <a:pt x="202025" y="381000"/>
                    <a:pt x="212884" y="370142"/>
                    <a:pt x="212884" y="356807"/>
                  </a:cubicBezTo>
                  <a:lnTo>
                    <a:pt x="212884" y="288417"/>
                  </a:lnTo>
                  <a:cubicBezTo>
                    <a:pt x="212884" y="285369"/>
                    <a:pt x="210407" y="282797"/>
                    <a:pt x="207264" y="282797"/>
                  </a:cubicBezTo>
                  <a:cubicBezTo>
                    <a:pt x="204121" y="282797"/>
                    <a:pt x="201644" y="285274"/>
                    <a:pt x="201644" y="288417"/>
                  </a:cubicBezTo>
                  <a:lnTo>
                    <a:pt x="201644" y="356807"/>
                  </a:lnTo>
                  <a:cubicBezTo>
                    <a:pt x="201644" y="363950"/>
                    <a:pt x="195834" y="369856"/>
                    <a:pt x="188595" y="369856"/>
                  </a:cubicBezTo>
                  <a:lnTo>
                    <a:pt x="24098" y="369856"/>
                  </a:lnTo>
                  <a:cubicBezTo>
                    <a:pt x="16954" y="369856"/>
                    <a:pt x="11049" y="364046"/>
                    <a:pt x="11049" y="356807"/>
                  </a:cubicBezTo>
                  <a:lnTo>
                    <a:pt x="11049" y="24194"/>
                  </a:lnTo>
                  <a:cubicBezTo>
                    <a:pt x="11049" y="17050"/>
                    <a:pt x="16859" y="11144"/>
                    <a:pt x="24098" y="11144"/>
                  </a:cubicBezTo>
                  <a:lnTo>
                    <a:pt x="44386" y="11144"/>
                  </a:lnTo>
                  <a:lnTo>
                    <a:pt x="48958" y="24003"/>
                  </a:lnTo>
                  <a:cubicBezTo>
                    <a:pt x="51816" y="32195"/>
                    <a:pt x="59627" y="37624"/>
                    <a:pt x="68294" y="37624"/>
                  </a:cubicBezTo>
                  <a:lnTo>
                    <a:pt x="144494" y="37624"/>
                  </a:lnTo>
                  <a:cubicBezTo>
                    <a:pt x="153162" y="37624"/>
                    <a:pt x="160877" y="32099"/>
                    <a:pt x="163830" y="24003"/>
                  </a:cubicBezTo>
                  <a:lnTo>
                    <a:pt x="168402" y="11144"/>
                  </a:lnTo>
                  <a:lnTo>
                    <a:pt x="188690" y="11144"/>
                  </a:lnTo>
                  <a:cubicBezTo>
                    <a:pt x="195834" y="11144"/>
                    <a:pt x="201739" y="16955"/>
                    <a:pt x="201739" y="24194"/>
                  </a:cubicBezTo>
                  <a:lnTo>
                    <a:pt x="201739" y="263652"/>
                  </a:lnTo>
                  <a:cubicBezTo>
                    <a:pt x="201739" y="266700"/>
                    <a:pt x="204216" y="269272"/>
                    <a:pt x="207359" y="269272"/>
                  </a:cubicBezTo>
                  <a:lnTo>
                    <a:pt x="207359" y="2692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27"/>
            <p:cNvSpPr/>
            <p:nvPr/>
          </p:nvSpPr>
          <p:spPr>
            <a:xfrm>
              <a:off x="8075770" y="2298096"/>
              <a:ext cx="34480" cy="59150"/>
            </a:xfrm>
            <a:custGeom>
              <a:rect b="b" l="l" r="r" t="t"/>
              <a:pathLst>
                <a:path extrusionOk="0" h="59150" w="34480">
                  <a:moveTo>
                    <a:pt x="17240" y="59150"/>
                  </a:moveTo>
                  <a:cubicBezTo>
                    <a:pt x="20288" y="59150"/>
                    <a:pt x="22860" y="56674"/>
                    <a:pt x="22860" y="53530"/>
                  </a:cubicBezTo>
                  <a:lnTo>
                    <a:pt x="22860" y="53054"/>
                  </a:lnTo>
                  <a:cubicBezTo>
                    <a:pt x="29433" y="51721"/>
                    <a:pt x="34480" y="45815"/>
                    <a:pt x="34480" y="38862"/>
                  </a:cubicBezTo>
                  <a:cubicBezTo>
                    <a:pt x="34480" y="30861"/>
                    <a:pt x="28004" y="24384"/>
                    <a:pt x="20003" y="24384"/>
                  </a:cubicBezTo>
                  <a:lnTo>
                    <a:pt x="14669" y="24384"/>
                  </a:lnTo>
                  <a:cubicBezTo>
                    <a:pt x="12859" y="24384"/>
                    <a:pt x="11335" y="22860"/>
                    <a:pt x="11335" y="21050"/>
                  </a:cubicBezTo>
                  <a:cubicBezTo>
                    <a:pt x="11335" y="19241"/>
                    <a:pt x="12859" y="17716"/>
                    <a:pt x="14669" y="17716"/>
                  </a:cubicBezTo>
                  <a:lnTo>
                    <a:pt x="20003" y="17716"/>
                  </a:lnTo>
                  <a:cubicBezTo>
                    <a:pt x="21146" y="17716"/>
                    <a:pt x="22098" y="18288"/>
                    <a:pt x="22765" y="19145"/>
                  </a:cubicBezTo>
                  <a:cubicBezTo>
                    <a:pt x="24479" y="21717"/>
                    <a:pt x="28004" y="22384"/>
                    <a:pt x="30480" y="20669"/>
                  </a:cubicBezTo>
                  <a:cubicBezTo>
                    <a:pt x="33052" y="18955"/>
                    <a:pt x="33719" y="15430"/>
                    <a:pt x="32004" y="12954"/>
                  </a:cubicBezTo>
                  <a:cubicBezTo>
                    <a:pt x="29813" y="9811"/>
                    <a:pt x="26575" y="7620"/>
                    <a:pt x="22860" y="6858"/>
                  </a:cubicBezTo>
                  <a:lnTo>
                    <a:pt x="22860" y="5620"/>
                  </a:lnTo>
                  <a:cubicBezTo>
                    <a:pt x="22860" y="2572"/>
                    <a:pt x="20384" y="0"/>
                    <a:pt x="17240" y="0"/>
                  </a:cubicBezTo>
                  <a:cubicBezTo>
                    <a:pt x="14097" y="0"/>
                    <a:pt x="11621" y="2477"/>
                    <a:pt x="11621" y="5620"/>
                  </a:cubicBezTo>
                  <a:lnTo>
                    <a:pt x="11621" y="6763"/>
                  </a:lnTo>
                  <a:cubicBezTo>
                    <a:pt x="5049" y="8096"/>
                    <a:pt x="0" y="14002"/>
                    <a:pt x="0" y="20955"/>
                  </a:cubicBezTo>
                  <a:cubicBezTo>
                    <a:pt x="0" y="28956"/>
                    <a:pt x="6478" y="35433"/>
                    <a:pt x="14478" y="35433"/>
                  </a:cubicBezTo>
                  <a:lnTo>
                    <a:pt x="19812" y="35433"/>
                  </a:lnTo>
                  <a:cubicBezTo>
                    <a:pt x="21622" y="35433"/>
                    <a:pt x="23146" y="36957"/>
                    <a:pt x="23146" y="38767"/>
                  </a:cubicBezTo>
                  <a:cubicBezTo>
                    <a:pt x="23146" y="40577"/>
                    <a:pt x="21622" y="42101"/>
                    <a:pt x="19812" y="42101"/>
                  </a:cubicBezTo>
                  <a:lnTo>
                    <a:pt x="14478" y="42101"/>
                  </a:lnTo>
                  <a:cubicBezTo>
                    <a:pt x="13145" y="42101"/>
                    <a:pt x="11906" y="41339"/>
                    <a:pt x="11430" y="40100"/>
                  </a:cubicBezTo>
                  <a:cubicBezTo>
                    <a:pt x="10192" y="37243"/>
                    <a:pt x="6954" y="35909"/>
                    <a:pt x="4096" y="37147"/>
                  </a:cubicBezTo>
                  <a:cubicBezTo>
                    <a:pt x="1238" y="38386"/>
                    <a:pt x="-95" y="41624"/>
                    <a:pt x="1143" y="44482"/>
                  </a:cubicBezTo>
                  <a:cubicBezTo>
                    <a:pt x="3048" y="48958"/>
                    <a:pt x="6954" y="52102"/>
                    <a:pt x="11621" y="53054"/>
                  </a:cubicBezTo>
                  <a:lnTo>
                    <a:pt x="11621" y="53530"/>
                  </a:lnTo>
                  <a:cubicBezTo>
                    <a:pt x="11621" y="56578"/>
                    <a:pt x="14097" y="59150"/>
                    <a:pt x="17240" y="59150"/>
                  </a:cubicBezTo>
                  <a:lnTo>
                    <a:pt x="17240" y="591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27"/>
            <p:cNvSpPr/>
            <p:nvPr/>
          </p:nvSpPr>
          <p:spPr>
            <a:xfrm>
              <a:off x="7962041" y="2300192"/>
              <a:ext cx="62389" cy="11239"/>
            </a:xfrm>
            <a:custGeom>
              <a:rect b="b" l="l" r="r" t="t"/>
              <a:pathLst>
                <a:path extrusionOk="0" h="11239" w="62389">
                  <a:moveTo>
                    <a:pt x="56769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769" y="11240"/>
                  </a:lnTo>
                  <a:cubicBezTo>
                    <a:pt x="59817" y="11240"/>
                    <a:pt x="62389" y="8763"/>
                    <a:pt x="62389" y="5620"/>
                  </a:cubicBezTo>
                  <a:cubicBezTo>
                    <a:pt x="62389" y="2477"/>
                    <a:pt x="59913" y="0"/>
                    <a:pt x="56769" y="0"/>
                  </a:cubicBezTo>
                  <a:lnTo>
                    <a:pt x="567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27"/>
            <p:cNvSpPr/>
            <p:nvPr/>
          </p:nvSpPr>
          <p:spPr>
            <a:xfrm>
              <a:off x="8034050" y="2322099"/>
              <a:ext cx="28670" cy="11239"/>
            </a:xfrm>
            <a:custGeom>
              <a:rect b="b" l="l" r="r" t="t"/>
              <a:pathLst>
                <a:path extrusionOk="0" h="11239" w="28670">
                  <a:moveTo>
                    <a:pt x="28670" y="5620"/>
                  </a:moveTo>
                  <a:cubicBezTo>
                    <a:pt x="28670" y="2572"/>
                    <a:pt x="26194" y="0"/>
                    <a:pt x="23051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23051" y="11239"/>
                  </a:lnTo>
                  <a:cubicBezTo>
                    <a:pt x="26099" y="11239"/>
                    <a:pt x="28670" y="8763"/>
                    <a:pt x="28670" y="5620"/>
                  </a:cubicBezTo>
                  <a:lnTo>
                    <a:pt x="2867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27"/>
            <p:cNvSpPr/>
            <p:nvPr/>
          </p:nvSpPr>
          <p:spPr>
            <a:xfrm>
              <a:off x="7962137" y="2322099"/>
              <a:ext cx="32956" cy="11239"/>
            </a:xfrm>
            <a:custGeom>
              <a:rect b="b" l="l" r="r" t="t"/>
              <a:pathLst>
                <a:path extrusionOk="0" h="11239" w="32956">
                  <a:moveTo>
                    <a:pt x="5620" y="11239"/>
                  </a:moveTo>
                  <a:lnTo>
                    <a:pt x="27337" y="11239"/>
                  </a:lnTo>
                  <a:cubicBezTo>
                    <a:pt x="30385" y="11239"/>
                    <a:pt x="32957" y="8763"/>
                    <a:pt x="32957" y="5620"/>
                  </a:cubicBezTo>
                  <a:cubicBezTo>
                    <a:pt x="32957" y="2476"/>
                    <a:pt x="30480" y="0"/>
                    <a:pt x="27337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27"/>
            <p:cNvSpPr/>
            <p:nvPr/>
          </p:nvSpPr>
          <p:spPr>
            <a:xfrm>
              <a:off x="8002618" y="2322099"/>
              <a:ext cx="21812" cy="11239"/>
            </a:xfrm>
            <a:custGeom>
              <a:rect b="b" l="l" r="r" t="t"/>
              <a:pathLst>
                <a:path extrusionOk="0" h="11239" w="21812">
                  <a:moveTo>
                    <a:pt x="16193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6193" y="11239"/>
                  </a:lnTo>
                  <a:cubicBezTo>
                    <a:pt x="19241" y="11239"/>
                    <a:pt x="21813" y="8763"/>
                    <a:pt x="21813" y="5620"/>
                  </a:cubicBezTo>
                  <a:cubicBezTo>
                    <a:pt x="21813" y="2476"/>
                    <a:pt x="19336" y="0"/>
                    <a:pt x="16193" y="0"/>
                  </a:cubicBezTo>
                  <a:lnTo>
                    <a:pt x="161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27"/>
            <p:cNvSpPr/>
            <p:nvPr/>
          </p:nvSpPr>
          <p:spPr>
            <a:xfrm>
              <a:off x="7962137" y="2344007"/>
              <a:ext cx="83153" cy="11239"/>
            </a:xfrm>
            <a:custGeom>
              <a:rect b="b" l="l" r="r" t="t"/>
              <a:pathLst>
                <a:path extrusionOk="0" h="11239" w="83153">
                  <a:moveTo>
                    <a:pt x="5620" y="11240"/>
                  </a:moveTo>
                  <a:lnTo>
                    <a:pt x="77534" y="11240"/>
                  </a:lnTo>
                  <a:cubicBezTo>
                    <a:pt x="80582" y="11240"/>
                    <a:pt x="83154" y="8763"/>
                    <a:pt x="83154" y="5620"/>
                  </a:cubicBezTo>
                  <a:cubicBezTo>
                    <a:pt x="83154" y="2476"/>
                    <a:pt x="80677" y="0"/>
                    <a:pt x="77534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27"/>
            <p:cNvSpPr/>
            <p:nvPr/>
          </p:nvSpPr>
          <p:spPr>
            <a:xfrm>
              <a:off x="8022121" y="2376844"/>
              <a:ext cx="28051" cy="19645"/>
            </a:xfrm>
            <a:custGeom>
              <a:rect b="b" l="l" r="r" t="t"/>
              <a:pathLst>
                <a:path extrusionOk="0" h="19645" w="28051">
                  <a:moveTo>
                    <a:pt x="10121" y="18026"/>
                  </a:moveTo>
                  <a:cubicBezTo>
                    <a:pt x="11168" y="19074"/>
                    <a:pt x="12597" y="19645"/>
                    <a:pt x="14026" y="19645"/>
                  </a:cubicBezTo>
                  <a:cubicBezTo>
                    <a:pt x="15455" y="19645"/>
                    <a:pt x="16883" y="19074"/>
                    <a:pt x="17931" y="18026"/>
                  </a:cubicBezTo>
                  <a:lnTo>
                    <a:pt x="26408" y="9549"/>
                  </a:lnTo>
                  <a:cubicBezTo>
                    <a:pt x="28599" y="7358"/>
                    <a:pt x="28599" y="3834"/>
                    <a:pt x="26408" y="1643"/>
                  </a:cubicBezTo>
                  <a:cubicBezTo>
                    <a:pt x="24218" y="-548"/>
                    <a:pt x="20693" y="-548"/>
                    <a:pt x="18502" y="1643"/>
                  </a:cubicBezTo>
                  <a:lnTo>
                    <a:pt x="14026" y="6120"/>
                  </a:lnTo>
                  <a:lnTo>
                    <a:pt x="9549" y="1643"/>
                  </a:lnTo>
                  <a:cubicBezTo>
                    <a:pt x="7358" y="-548"/>
                    <a:pt x="3834" y="-548"/>
                    <a:pt x="1643" y="1643"/>
                  </a:cubicBezTo>
                  <a:cubicBezTo>
                    <a:pt x="-548" y="3834"/>
                    <a:pt x="-548" y="7358"/>
                    <a:pt x="1643" y="9549"/>
                  </a:cubicBezTo>
                  <a:lnTo>
                    <a:pt x="10121" y="18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27"/>
            <p:cNvSpPr/>
            <p:nvPr/>
          </p:nvSpPr>
          <p:spPr>
            <a:xfrm>
              <a:off x="7952136" y="2103691"/>
              <a:ext cx="168021" cy="168020"/>
            </a:xfrm>
            <a:custGeom>
              <a:rect b="b" l="l" r="r" t="t"/>
              <a:pathLst>
                <a:path extrusionOk="0" h="168020" w="168021">
                  <a:moveTo>
                    <a:pt x="84011" y="0"/>
                  </a:moveTo>
                  <a:cubicBezTo>
                    <a:pt x="37624" y="0"/>
                    <a:pt x="0" y="37719"/>
                    <a:pt x="0" y="84011"/>
                  </a:cubicBezTo>
                  <a:cubicBezTo>
                    <a:pt x="0" y="130302"/>
                    <a:pt x="37719" y="168021"/>
                    <a:pt x="84011" y="168021"/>
                  </a:cubicBezTo>
                  <a:cubicBezTo>
                    <a:pt x="130302" y="168021"/>
                    <a:pt x="168021" y="130302"/>
                    <a:pt x="168021" y="84011"/>
                  </a:cubicBezTo>
                  <a:cubicBezTo>
                    <a:pt x="168021" y="37719"/>
                    <a:pt x="130302" y="0"/>
                    <a:pt x="84011" y="0"/>
                  </a:cubicBezTo>
                  <a:lnTo>
                    <a:pt x="84011" y="0"/>
                  </a:lnTo>
                  <a:close/>
                  <a:moveTo>
                    <a:pt x="84011" y="156972"/>
                  </a:moveTo>
                  <a:cubicBezTo>
                    <a:pt x="43815" y="156972"/>
                    <a:pt x="11144" y="124301"/>
                    <a:pt x="11144" y="84106"/>
                  </a:cubicBezTo>
                  <a:cubicBezTo>
                    <a:pt x="11144" y="43910"/>
                    <a:pt x="43815" y="11239"/>
                    <a:pt x="84011" y="11239"/>
                  </a:cubicBezTo>
                  <a:cubicBezTo>
                    <a:pt x="124206" y="11239"/>
                    <a:pt x="156877" y="43910"/>
                    <a:pt x="156877" y="84106"/>
                  </a:cubicBezTo>
                  <a:cubicBezTo>
                    <a:pt x="156877" y="124301"/>
                    <a:pt x="124206" y="156972"/>
                    <a:pt x="84011" y="156972"/>
                  </a:cubicBezTo>
                  <a:lnTo>
                    <a:pt x="84011" y="1569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27"/>
            <p:cNvSpPr/>
            <p:nvPr/>
          </p:nvSpPr>
          <p:spPr>
            <a:xfrm>
              <a:off x="7969662" y="2121217"/>
              <a:ext cx="132968" cy="132969"/>
            </a:xfrm>
            <a:custGeom>
              <a:rect b="b" l="l" r="r" t="t"/>
              <a:pathLst>
                <a:path extrusionOk="0" h="132969" w="132968">
                  <a:moveTo>
                    <a:pt x="66484" y="95"/>
                  </a:moveTo>
                  <a:cubicBezTo>
                    <a:pt x="53054" y="95"/>
                    <a:pt x="40100" y="4096"/>
                    <a:pt x="29051" y="11621"/>
                  </a:cubicBezTo>
                  <a:cubicBezTo>
                    <a:pt x="26479" y="13335"/>
                    <a:pt x="25812" y="16859"/>
                    <a:pt x="27622" y="19336"/>
                  </a:cubicBezTo>
                  <a:cubicBezTo>
                    <a:pt x="29337" y="21908"/>
                    <a:pt x="32861" y="22574"/>
                    <a:pt x="35337" y="20765"/>
                  </a:cubicBezTo>
                  <a:cubicBezTo>
                    <a:pt x="44577" y="14478"/>
                    <a:pt x="55340" y="11144"/>
                    <a:pt x="66484" y="11144"/>
                  </a:cubicBezTo>
                  <a:cubicBezTo>
                    <a:pt x="96964" y="11144"/>
                    <a:pt x="121825" y="36004"/>
                    <a:pt x="121825" y="66485"/>
                  </a:cubicBezTo>
                  <a:cubicBezTo>
                    <a:pt x="121825" y="96964"/>
                    <a:pt x="96964" y="121825"/>
                    <a:pt x="66484" y="121825"/>
                  </a:cubicBezTo>
                  <a:cubicBezTo>
                    <a:pt x="36004" y="121825"/>
                    <a:pt x="11144" y="96964"/>
                    <a:pt x="11144" y="66485"/>
                  </a:cubicBezTo>
                  <a:cubicBezTo>
                    <a:pt x="11144" y="56007"/>
                    <a:pt x="14097" y="45815"/>
                    <a:pt x="19717" y="36957"/>
                  </a:cubicBezTo>
                  <a:cubicBezTo>
                    <a:pt x="21336" y="34385"/>
                    <a:pt x="20574" y="30861"/>
                    <a:pt x="18002" y="29242"/>
                  </a:cubicBezTo>
                  <a:cubicBezTo>
                    <a:pt x="15430" y="27623"/>
                    <a:pt x="11906" y="28385"/>
                    <a:pt x="10287" y="30956"/>
                  </a:cubicBezTo>
                  <a:cubicBezTo>
                    <a:pt x="3524" y="41624"/>
                    <a:pt x="0" y="53816"/>
                    <a:pt x="0" y="66485"/>
                  </a:cubicBezTo>
                  <a:cubicBezTo>
                    <a:pt x="0" y="103156"/>
                    <a:pt x="29813" y="132969"/>
                    <a:pt x="66484" y="132969"/>
                  </a:cubicBezTo>
                  <a:cubicBezTo>
                    <a:pt x="103155" y="132969"/>
                    <a:pt x="132969" y="103156"/>
                    <a:pt x="132969" y="66485"/>
                  </a:cubicBezTo>
                  <a:cubicBezTo>
                    <a:pt x="132969" y="29813"/>
                    <a:pt x="103155" y="0"/>
                    <a:pt x="66484" y="0"/>
                  </a:cubicBezTo>
                  <a:lnTo>
                    <a:pt x="6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27"/>
            <p:cNvSpPr/>
            <p:nvPr/>
          </p:nvSpPr>
          <p:spPr>
            <a:xfrm>
              <a:off x="8030526" y="2138171"/>
              <a:ext cx="11240" cy="15906"/>
            </a:xfrm>
            <a:custGeom>
              <a:rect b="b" l="l" r="r" t="t"/>
              <a:pathLst>
                <a:path extrusionOk="0" h="15906" w="11240">
                  <a:moveTo>
                    <a:pt x="5620" y="15907"/>
                  </a:moveTo>
                  <a:cubicBezTo>
                    <a:pt x="8668" y="15907"/>
                    <a:pt x="11240" y="13430"/>
                    <a:pt x="11240" y="10287"/>
                  </a:cubicBezTo>
                  <a:lnTo>
                    <a:pt x="11240" y="5620"/>
                  </a:lnTo>
                  <a:cubicBezTo>
                    <a:pt x="11240" y="2572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10287"/>
                  </a:lnTo>
                  <a:cubicBezTo>
                    <a:pt x="0" y="13335"/>
                    <a:pt x="2477" y="15907"/>
                    <a:pt x="5620" y="15907"/>
                  </a:cubicBezTo>
                  <a:lnTo>
                    <a:pt x="5620" y="159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27"/>
            <p:cNvSpPr/>
            <p:nvPr/>
          </p:nvSpPr>
          <p:spPr>
            <a:xfrm>
              <a:off x="8030622" y="2221420"/>
              <a:ext cx="11239" cy="15906"/>
            </a:xfrm>
            <a:custGeom>
              <a:rect b="b" l="l" r="r" t="t"/>
              <a:pathLst>
                <a:path extrusionOk="0" h="15906" w="11239">
                  <a:moveTo>
                    <a:pt x="0" y="5620"/>
                  </a:moveTo>
                  <a:lnTo>
                    <a:pt x="0" y="10287"/>
                  </a:lnTo>
                  <a:cubicBezTo>
                    <a:pt x="0" y="13335"/>
                    <a:pt x="2477" y="15907"/>
                    <a:pt x="5620" y="15907"/>
                  </a:cubicBezTo>
                  <a:cubicBezTo>
                    <a:pt x="8763" y="15907"/>
                    <a:pt x="11239" y="13430"/>
                    <a:pt x="11239" y="10287"/>
                  </a:cubicBezTo>
                  <a:lnTo>
                    <a:pt x="11239" y="5620"/>
                  </a:lnTo>
                  <a:cubicBezTo>
                    <a:pt x="11239" y="2572"/>
                    <a:pt x="8763" y="0"/>
                    <a:pt x="5620" y="0"/>
                  </a:cubicBezTo>
                  <a:cubicBezTo>
                    <a:pt x="2477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27"/>
            <p:cNvSpPr/>
            <p:nvPr/>
          </p:nvSpPr>
          <p:spPr>
            <a:xfrm>
              <a:off x="7986712" y="2182177"/>
              <a:ext cx="15906" cy="11239"/>
            </a:xfrm>
            <a:custGeom>
              <a:rect b="b" l="l" r="r" t="t"/>
              <a:pathLst>
                <a:path extrusionOk="0" h="11239" w="15906">
                  <a:moveTo>
                    <a:pt x="0" y="5620"/>
                  </a:moveTo>
                  <a:cubicBezTo>
                    <a:pt x="0" y="8668"/>
                    <a:pt x="2477" y="11240"/>
                    <a:pt x="5620" y="11240"/>
                  </a:cubicBezTo>
                  <a:lnTo>
                    <a:pt x="10287" y="11240"/>
                  </a:lnTo>
                  <a:cubicBezTo>
                    <a:pt x="13335" y="11240"/>
                    <a:pt x="15907" y="8763"/>
                    <a:pt x="15907" y="5620"/>
                  </a:cubicBezTo>
                  <a:cubicBezTo>
                    <a:pt x="15907" y="2476"/>
                    <a:pt x="13430" y="0"/>
                    <a:pt x="10287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27"/>
            <p:cNvSpPr/>
            <p:nvPr/>
          </p:nvSpPr>
          <p:spPr>
            <a:xfrm>
              <a:off x="8069865" y="2182177"/>
              <a:ext cx="15907" cy="11239"/>
            </a:xfrm>
            <a:custGeom>
              <a:rect b="b" l="l" r="r" t="t"/>
              <a:pathLst>
                <a:path extrusionOk="0" h="11239" w="15907">
                  <a:moveTo>
                    <a:pt x="0" y="5620"/>
                  </a:moveTo>
                  <a:cubicBezTo>
                    <a:pt x="0" y="8668"/>
                    <a:pt x="2477" y="11240"/>
                    <a:pt x="5620" y="11240"/>
                  </a:cubicBezTo>
                  <a:lnTo>
                    <a:pt x="10287" y="11240"/>
                  </a:lnTo>
                  <a:cubicBezTo>
                    <a:pt x="13335" y="11240"/>
                    <a:pt x="15907" y="8763"/>
                    <a:pt x="15907" y="5620"/>
                  </a:cubicBezTo>
                  <a:cubicBezTo>
                    <a:pt x="15907" y="2476"/>
                    <a:pt x="13431" y="0"/>
                    <a:pt x="10287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27"/>
            <p:cNvSpPr/>
            <p:nvPr/>
          </p:nvSpPr>
          <p:spPr>
            <a:xfrm>
              <a:off x="8008559" y="2144112"/>
              <a:ext cx="11045" cy="11204"/>
            </a:xfrm>
            <a:custGeom>
              <a:rect b="b" l="l" r="r" t="t"/>
              <a:pathLst>
                <a:path extrusionOk="0" h="11204" w="11045">
                  <a:moveTo>
                    <a:pt x="2823" y="727"/>
                  </a:moveTo>
                  <a:cubicBezTo>
                    <a:pt x="156" y="2251"/>
                    <a:pt x="-797" y="5680"/>
                    <a:pt x="727" y="8347"/>
                  </a:cubicBezTo>
                  <a:lnTo>
                    <a:pt x="727" y="8347"/>
                  </a:lnTo>
                  <a:cubicBezTo>
                    <a:pt x="1775" y="10157"/>
                    <a:pt x="3585" y="11205"/>
                    <a:pt x="5490" y="11205"/>
                  </a:cubicBezTo>
                  <a:cubicBezTo>
                    <a:pt x="6442" y="11205"/>
                    <a:pt x="7395" y="10919"/>
                    <a:pt x="8252" y="10443"/>
                  </a:cubicBezTo>
                  <a:cubicBezTo>
                    <a:pt x="10919" y="8919"/>
                    <a:pt x="11871" y="5490"/>
                    <a:pt x="10252" y="2823"/>
                  </a:cubicBezTo>
                  <a:cubicBezTo>
                    <a:pt x="8728" y="156"/>
                    <a:pt x="5299" y="-797"/>
                    <a:pt x="2632" y="727"/>
                  </a:cubicBezTo>
                  <a:lnTo>
                    <a:pt x="2632" y="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27"/>
            <p:cNvSpPr/>
            <p:nvPr/>
          </p:nvSpPr>
          <p:spPr>
            <a:xfrm>
              <a:off x="8052469" y="2220216"/>
              <a:ext cx="11046" cy="11204"/>
            </a:xfrm>
            <a:custGeom>
              <a:rect b="b" l="l" r="r" t="t"/>
              <a:pathLst>
                <a:path extrusionOk="0" h="11204" w="11046">
                  <a:moveTo>
                    <a:pt x="2823" y="727"/>
                  </a:moveTo>
                  <a:cubicBezTo>
                    <a:pt x="156" y="2251"/>
                    <a:pt x="-797" y="5680"/>
                    <a:pt x="727" y="8347"/>
                  </a:cubicBezTo>
                  <a:lnTo>
                    <a:pt x="727" y="8347"/>
                  </a:lnTo>
                  <a:cubicBezTo>
                    <a:pt x="1775" y="10157"/>
                    <a:pt x="3585" y="11205"/>
                    <a:pt x="5490" y="11205"/>
                  </a:cubicBezTo>
                  <a:cubicBezTo>
                    <a:pt x="6443" y="11205"/>
                    <a:pt x="7395" y="10919"/>
                    <a:pt x="8252" y="10443"/>
                  </a:cubicBezTo>
                  <a:cubicBezTo>
                    <a:pt x="10919" y="8919"/>
                    <a:pt x="11872" y="5490"/>
                    <a:pt x="10252" y="2823"/>
                  </a:cubicBezTo>
                  <a:cubicBezTo>
                    <a:pt x="8728" y="156"/>
                    <a:pt x="5300" y="-797"/>
                    <a:pt x="2632" y="727"/>
                  </a:cubicBezTo>
                  <a:lnTo>
                    <a:pt x="2632" y="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27"/>
            <p:cNvSpPr/>
            <p:nvPr/>
          </p:nvSpPr>
          <p:spPr>
            <a:xfrm>
              <a:off x="7992557" y="2160209"/>
              <a:ext cx="11170" cy="11204"/>
            </a:xfrm>
            <a:custGeom>
              <a:rect b="b" l="l" r="r" t="t"/>
              <a:pathLst>
                <a:path extrusionOk="0" h="11204" w="11170">
                  <a:moveTo>
                    <a:pt x="2822" y="10443"/>
                  </a:moveTo>
                  <a:lnTo>
                    <a:pt x="2822" y="10443"/>
                  </a:lnTo>
                  <a:cubicBezTo>
                    <a:pt x="3680" y="11014"/>
                    <a:pt x="4632" y="11205"/>
                    <a:pt x="5585" y="11205"/>
                  </a:cubicBezTo>
                  <a:cubicBezTo>
                    <a:pt x="7490" y="11205"/>
                    <a:pt x="9395" y="10157"/>
                    <a:pt x="10443" y="8347"/>
                  </a:cubicBezTo>
                  <a:cubicBezTo>
                    <a:pt x="11967" y="5680"/>
                    <a:pt x="11014" y="2251"/>
                    <a:pt x="8347" y="727"/>
                  </a:cubicBezTo>
                  <a:cubicBezTo>
                    <a:pt x="5680" y="-797"/>
                    <a:pt x="2251" y="156"/>
                    <a:pt x="727" y="2823"/>
                  </a:cubicBezTo>
                  <a:cubicBezTo>
                    <a:pt x="-797" y="5490"/>
                    <a:pt x="156" y="8919"/>
                    <a:pt x="2822" y="10443"/>
                  </a:cubicBezTo>
                  <a:lnTo>
                    <a:pt x="2822" y="104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27"/>
            <p:cNvSpPr/>
            <p:nvPr/>
          </p:nvSpPr>
          <p:spPr>
            <a:xfrm>
              <a:off x="8068566" y="2204119"/>
              <a:ext cx="11170" cy="11204"/>
            </a:xfrm>
            <a:custGeom>
              <a:rect b="b" l="l" r="r" t="t"/>
              <a:pathLst>
                <a:path extrusionOk="0" h="11204" w="11170">
                  <a:moveTo>
                    <a:pt x="2823" y="10443"/>
                  </a:moveTo>
                  <a:lnTo>
                    <a:pt x="2823" y="10443"/>
                  </a:lnTo>
                  <a:cubicBezTo>
                    <a:pt x="3680" y="11014"/>
                    <a:pt x="4633" y="11205"/>
                    <a:pt x="5585" y="11205"/>
                  </a:cubicBezTo>
                  <a:cubicBezTo>
                    <a:pt x="7490" y="11205"/>
                    <a:pt x="9395" y="10157"/>
                    <a:pt x="10443" y="8347"/>
                  </a:cubicBezTo>
                  <a:cubicBezTo>
                    <a:pt x="11967" y="5680"/>
                    <a:pt x="11014" y="2251"/>
                    <a:pt x="8347" y="727"/>
                  </a:cubicBezTo>
                  <a:cubicBezTo>
                    <a:pt x="5680" y="-797"/>
                    <a:pt x="2252" y="156"/>
                    <a:pt x="727" y="2823"/>
                  </a:cubicBezTo>
                  <a:cubicBezTo>
                    <a:pt x="-797" y="5490"/>
                    <a:pt x="156" y="8919"/>
                    <a:pt x="2823" y="10443"/>
                  </a:cubicBezTo>
                  <a:lnTo>
                    <a:pt x="2823" y="104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27"/>
            <p:cNvSpPr/>
            <p:nvPr/>
          </p:nvSpPr>
          <p:spPr>
            <a:xfrm>
              <a:off x="8052564" y="2144112"/>
              <a:ext cx="11170" cy="11204"/>
            </a:xfrm>
            <a:custGeom>
              <a:rect b="b" l="l" r="r" t="t"/>
              <a:pathLst>
                <a:path extrusionOk="0" h="11204" w="11170">
                  <a:moveTo>
                    <a:pt x="8347" y="727"/>
                  </a:moveTo>
                  <a:cubicBezTo>
                    <a:pt x="5680" y="-797"/>
                    <a:pt x="2252" y="156"/>
                    <a:pt x="727" y="2823"/>
                  </a:cubicBezTo>
                  <a:lnTo>
                    <a:pt x="727" y="2823"/>
                  </a:lnTo>
                  <a:cubicBezTo>
                    <a:pt x="-797" y="5585"/>
                    <a:pt x="156" y="8919"/>
                    <a:pt x="2823" y="10443"/>
                  </a:cubicBezTo>
                  <a:cubicBezTo>
                    <a:pt x="3680" y="10919"/>
                    <a:pt x="4633" y="11205"/>
                    <a:pt x="5585" y="11205"/>
                  </a:cubicBezTo>
                  <a:cubicBezTo>
                    <a:pt x="7490" y="11205"/>
                    <a:pt x="9395" y="10157"/>
                    <a:pt x="10443" y="8347"/>
                  </a:cubicBezTo>
                  <a:cubicBezTo>
                    <a:pt x="11967" y="5680"/>
                    <a:pt x="11014" y="2251"/>
                    <a:pt x="8347" y="727"/>
                  </a:cubicBezTo>
                  <a:lnTo>
                    <a:pt x="8347" y="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27"/>
            <p:cNvSpPr/>
            <p:nvPr/>
          </p:nvSpPr>
          <p:spPr>
            <a:xfrm>
              <a:off x="8008654" y="2220216"/>
              <a:ext cx="11170" cy="11204"/>
            </a:xfrm>
            <a:custGeom>
              <a:rect b="b" l="l" r="r" t="t"/>
              <a:pathLst>
                <a:path extrusionOk="0" h="11204" w="11170">
                  <a:moveTo>
                    <a:pt x="8347" y="727"/>
                  </a:moveTo>
                  <a:cubicBezTo>
                    <a:pt x="5681" y="-797"/>
                    <a:pt x="2251" y="156"/>
                    <a:pt x="727" y="2823"/>
                  </a:cubicBezTo>
                  <a:lnTo>
                    <a:pt x="727" y="2823"/>
                  </a:lnTo>
                  <a:cubicBezTo>
                    <a:pt x="-797" y="5585"/>
                    <a:pt x="156" y="8919"/>
                    <a:pt x="2823" y="10443"/>
                  </a:cubicBezTo>
                  <a:cubicBezTo>
                    <a:pt x="3680" y="10919"/>
                    <a:pt x="4632" y="11205"/>
                    <a:pt x="5585" y="11205"/>
                  </a:cubicBezTo>
                  <a:cubicBezTo>
                    <a:pt x="7490" y="11205"/>
                    <a:pt x="9395" y="10157"/>
                    <a:pt x="10443" y="8347"/>
                  </a:cubicBezTo>
                  <a:cubicBezTo>
                    <a:pt x="11967" y="5680"/>
                    <a:pt x="11015" y="2251"/>
                    <a:pt x="8347" y="727"/>
                  </a:cubicBezTo>
                  <a:lnTo>
                    <a:pt x="8347" y="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27"/>
            <p:cNvSpPr/>
            <p:nvPr/>
          </p:nvSpPr>
          <p:spPr>
            <a:xfrm>
              <a:off x="8068661" y="2160209"/>
              <a:ext cx="11170" cy="11204"/>
            </a:xfrm>
            <a:custGeom>
              <a:rect b="b" l="l" r="r" t="t"/>
              <a:pathLst>
                <a:path extrusionOk="0" h="11204" w="11170">
                  <a:moveTo>
                    <a:pt x="2823" y="727"/>
                  </a:moveTo>
                  <a:lnTo>
                    <a:pt x="2823" y="727"/>
                  </a:lnTo>
                  <a:cubicBezTo>
                    <a:pt x="156" y="2251"/>
                    <a:pt x="-797" y="5680"/>
                    <a:pt x="727" y="8347"/>
                  </a:cubicBezTo>
                  <a:cubicBezTo>
                    <a:pt x="1775" y="10157"/>
                    <a:pt x="3680" y="11205"/>
                    <a:pt x="5585" y="11205"/>
                  </a:cubicBezTo>
                  <a:cubicBezTo>
                    <a:pt x="6537" y="11205"/>
                    <a:pt x="7490" y="11014"/>
                    <a:pt x="8347" y="10443"/>
                  </a:cubicBezTo>
                  <a:cubicBezTo>
                    <a:pt x="11014" y="8919"/>
                    <a:pt x="11967" y="5490"/>
                    <a:pt x="10443" y="2823"/>
                  </a:cubicBezTo>
                  <a:cubicBezTo>
                    <a:pt x="8919" y="156"/>
                    <a:pt x="5490" y="-797"/>
                    <a:pt x="2823" y="727"/>
                  </a:cubicBezTo>
                  <a:lnTo>
                    <a:pt x="2823" y="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27"/>
            <p:cNvSpPr/>
            <p:nvPr/>
          </p:nvSpPr>
          <p:spPr>
            <a:xfrm>
              <a:off x="7992585" y="2204024"/>
              <a:ext cx="11236" cy="11204"/>
            </a:xfrm>
            <a:custGeom>
              <a:rect b="b" l="l" r="r" t="t"/>
              <a:pathLst>
                <a:path extrusionOk="0" h="11204" w="11236">
                  <a:moveTo>
                    <a:pt x="2794" y="823"/>
                  </a:moveTo>
                  <a:lnTo>
                    <a:pt x="2794" y="823"/>
                  </a:lnTo>
                  <a:cubicBezTo>
                    <a:pt x="127" y="2347"/>
                    <a:pt x="-825" y="5776"/>
                    <a:pt x="794" y="8443"/>
                  </a:cubicBezTo>
                  <a:cubicBezTo>
                    <a:pt x="1841" y="10252"/>
                    <a:pt x="3746" y="11205"/>
                    <a:pt x="5652" y="11205"/>
                  </a:cubicBezTo>
                  <a:cubicBezTo>
                    <a:pt x="6604" y="11205"/>
                    <a:pt x="7556" y="10919"/>
                    <a:pt x="8414" y="10443"/>
                  </a:cubicBezTo>
                  <a:cubicBezTo>
                    <a:pt x="11081" y="8919"/>
                    <a:pt x="12033" y="5490"/>
                    <a:pt x="10509" y="2823"/>
                  </a:cubicBezTo>
                  <a:cubicBezTo>
                    <a:pt x="8985" y="156"/>
                    <a:pt x="5556" y="-797"/>
                    <a:pt x="2889" y="727"/>
                  </a:cubicBezTo>
                  <a:lnTo>
                    <a:pt x="2889" y="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7"/>
            <p:cNvSpPr/>
            <p:nvPr/>
          </p:nvSpPr>
          <p:spPr>
            <a:xfrm>
              <a:off x="8014262" y="2182236"/>
              <a:ext cx="41471" cy="35564"/>
            </a:xfrm>
            <a:custGeom>
              <a:rect b="b" l="l" r="r" t="t"/>
              <a:pathLst>
                <a:path extrusionOk="0" h="35564" w="41471">
                  <a:moveTo>
                    <a:pt x="1501" y="26515"/>
                  </a:moveTo>
                  <a:cubicBezTo>
                    <a:pt x="3692" y="28706"/>
                    <a:pt x="7216" y="28611"/>
                    <a:pt x="9407" y="26420"/>
                  </a:cubicBezTo>
                  <a:lnTo>
                    <a:pt x="20741" y="14800"/>
                  </a:lnTo>
                  <a:lnTo>
                    <a:pt x="31029" y="32707"/>
                  </a:lnTo>
                  <a:cubicBezTo>
                    <a:pt x="32076" y="34516"/>
                    <a:pt x="33981" y="35564"/>
                    <a:pt x="35886" y="35564"/>
                  </a:cubicBezTo>
                  <a:cubicBezTo>
                    <a:pt x="36839" y="35564"/>
                    <a:pt x="37791" y="35374"/>
                    <a:pt x="38648" y="34802"/>
                  </a:cubicBezTo>
                  <a:cubicBezTo>
                    <a:pt x="41315" y="33278"/>
                    <a:pt x="42268" y="29849"/>
                    <a:pt x="40744" y="27182"/>
                  </a:cubicBezTo>
                  <a:lnTo>
                    <a:pt x="26838" y="2798"/>
                  </a:lnTo>
                  <a:cubicBezTo>
                    <a:pt x="25980" y="1274"/>
                    <a:pt x="24456" y="226"/>
                    <a:pt x="22742" y="36"/>
                  </a:cubicBezTo>
                  <a:cubicBezTo>
                    <a:pt x="21027" y="-155"/>
                    <a:pt x="19312" y="417"/>
                    <a:pt x="18074" y="1655"/>
                  </a:cubicBezTo>
                  <a:lnTo>
                    <a:pt x="1596" y="18610"/>
                  </a:lnTo>
                  <a:cubicBezTo>
                    <a:pt x="-595" y="20800"/>
                    <a:pt x="-499" y="24325"/>
                    <a:pt x="1691" y="26515"/>
                  </a:cubicBezTo>
                  <a:lnTo>
                    <a:pt x="1691" y="265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7" name="Google Shape;1267;p27"/>
          <p:cNvSpPr/>
          <p:nvPr/>
        </p:nvSpPr>
        <p:spPr>
          <a:xfrm>
            <a:off x="5729787" y="1300175"/>
            <a:ext cx="290916" cy="426933"/>
          </a:xfrm>
          <a:custGeom>
            <a:rect b="b" l="l" r="r" t="t"/>
            <a:pathLst>
              <a:path extrusionOk="0" h="381190" w="259746">
                <a:moveTo>
                  <a:pt x="247364" y="163449"/>
                </a:moveTo>
                <a:lnTo>
                  <a:pt x="222790" y="163449"/>
                </a:lnTo>
                <a:cubicBezTo>
                  <a:pt x="215741" y="163449"/>
                  <a:pt x="210026" y="169164"/>
                  <a:pt x="210026" y="176117"/>
                </a:cubicBezTo>
                <a:lnTo>
                  <a:pt x="210026" y="183452"/>
                </a:lnTo>
                <a:cubicBezTo>
                  <a:pt x="210026" y="187928"/>
                  <a:pt x="212407" y="191929"/>
                  <a:pt x="215932" y="194215"/>
                </a:cubicBezTo>
                <a:lnTo>
                  <a:pt x="215932" y="231743"/>
                </a:lnTo>
                <a:cubicBezTo>
                  <a:pt x="215932" y="232505"/>
                  <a:pt x="215646" y="233267"/>
                  <a:pt x="215265" y="233934"/>
                </a:cubicBezTo>
                <a:cubicBezTo>
                  <a:pt x="211169" y="226600"/>
                  <a:pt x="204025" y="221361"/>
                  <a:pt x="195453" y="219837"/>
                </a:cubicBezTo>
                <a:lnTo>
                  <a:pt x="189357" y="181356"/>
                </a:lnTo>
                <a:cubicBezTo>
                  <a:pt x="186214" y="161735"/>
                  <a:pt x="184595" y="141732"/>
                  <a:pt x="184404" y="121730"/>
                </a:cubicBezTo>
                <a:cubicBezTo>
                  <a:pt x="184404" y="118682"/>
                  <a:pt x="181927" y="116205"/>
                  <a:pt x="178784" y="116205"/>
                </a:cubicBezTo>
                <a:lnTo>
                  <a:pt x="178784" y="116205"/>
                </a:lnTo>
                <a:cubicBezTo>
                  <a:pt x="175736" y="116205"/>
                  <a:pt x="173260" y="118777"/>
                  <a:pt x="173260" y="121825"/>
                </a:cubicBezTo>
                <a:cubicBezTo>
                  <a:pt x="173450" y="142399"/>
                  <a:pt x="175165" y="162973"/>
                  <a:pt x="178403" y="183166"/>
                </a:cubicBezTo>
                <a:lnTo>
                  <a:pt x="184213" y="219456"/>
                </a:lnTo>
                <a:lnTo>
                  <a:pt x="135731" y="219456"/>
                </a:lnTo>
                <a:lnTo>
                  <a:pt x="135731" y="61627"/>
                </a:lnTo>
                <a:lnTo>
                  <a:pt x="177069" y="61627"/>
                </a:lnTo>
                <a:cubicBezTo>
                  <a:pt x="175450" y="73247"/>
                  <a:pt x="174403" y="85058"/>
                  <a:pt x="173831" y="96774"/>
                </a:cubicBezTo>
                <a:cubicBezTo>
                  <a:pt x="173641" y="99822"/>
                  <a:pt x="176022" y="102489"/>
                  <a:pt x="179165" y="102584"/>
                </a:cubicBezTo>
                <a:cubicBezTo>
                  <a:pt x="179165" y="102584"/>
                  <a:pt x="179356" y="102584"/>
                  <a:pt x="179451" y="102584"/>
                </a:cubicBezTo>
                <a:cubicBezTo>
                  <a:pt x="182403" y="102584"/>
                  <a:pt x="184880" y="100298"/>
                  <a:pt x="184975" y="97250"/>
                </a:cubicBezTo>
                <a:cubicBezTo>
                  <a:pt x="185642" y="84487"/>
                  <a:pt x="186880" y="71819"/>
                  <a:pt x="188690" y="59245"/>
                </a:cubicBezTo>
                <a:cubicBezTo>
                  <a:pt x="197358" y="55340"/>
                  <a:pt x="203454" y="46577"/>
                  <a:pt x="203454" y="36481"/>
                </a:cubicBezTo>
                <a:lnTo>
                  <a:pt x="203454" y="24955"/>
                </a:lnTo>
                <a:cubicBezTo>
                  <a:pt x="203359" y="11239"/>
                  <a:pt x="192119" y="0"/>
                  <a:pt x="178308" y="0"/>
                </a:cubicBezTo>
                <a:lnTo>
                  <a:pt x="80867" y="0"/>
                </a:lnTo>
                <a:cubicBezTo>
                  <a:pt x="67056" y="0"/>
                  <a:pt x="55816" y="11239"/>
                  <a:pt x="55816" y="25051"/>
                </a:cubicBezTo>
                <a:lnTo>
                  <a:pt x="55816" y="36576"/>
                </a:lnTo>
                <a:cubicBezTo>
                  <a:pt x="55816" y="46673"/>
                  <a:pt x="61913" y="55436"/>
                  <a:pt x="70580" y="59341"/>
                </a:cubicBezTo>
                <a:cubicBezTo>
                  <a:pt x="76486" y="99917"/>
                  <a:pt x="76295" y="140970"/>
                  <a:pt x="69818" y="181451"/>
                </a:cubicBezTo>
                <a:lnTo>
                  <a:pt x="63722" y="219932"/>
                </a:lnTo>
                <a:cubicBezTo>
                  <a:pt x="55531" y="221361"/>
                  <a:pt x="48482" y="226314"/>
                  <a:pt x="44386" y="233172"/>
                </a:cubicBezTo>
                <a:cubicBezTo>
                  <a:pt x="44196" y="232696"/>
                  <a:pt x="44101" y="232315"/>
                  <a:pt x="44101" y="231839"/>
                </a:cubicBezTo>
                <a:lnTo>
                  <a:pt x="44101" y="194310"/>
                </a:lnTo>
                <a:cubicBezTo>
                  <a:pt x="47625" y="192024"/>
                  <a:pt x="50006" y="188119"/>
                  <a:pt x="50006" y="183547"/>
                </a:cubicBezTo>
                <a:lnTo>
                  <a:pt x="50006" y="176213"/>
                </a:lnTo>
                <a:cubicBezTo>
                  <a:pt x="50006" y="169164"/>
                  <a:pt x="44291" y="163544"/>
                  <a:pt x="37242" y="163544"/>
                </a:cubicBezTo>
                <a:lnTo>
                  <a:pt x="12668" y="163544"/>
                </a:lnTo>
                <a:cubicBezTo>
                  <a:pt x="5620" y="163544"/>
                  <a:pt x="0" y="169259"/>
                  <a:pt x="0" y="176213"/>
                </a:cubicBezTo>
                <a:lnTo>
                  <a:pt x="0" y="183547"/>
                </a:lnTo>
                <a:cubicBezTo>
                  <a:pt x="0" y="190595"/>
                  <a:pt x="5715" y="196310"/>
                  <a:pt x="12668" y="196310"/>
                </a:cubicBezTo>
                <a:lnTo>
                  <a:pt x="14288" y="196310"/>
                </a:lnTo>
                <a:lnTo>
                  <a:pt x="14288" y="231934"/>
                </a:lnTo>
                <a:cubicBezTo>
                  <a:pt x="14288" y="250412"/>
                  <a:pt x="29337" y="265462"/>
                  <a:pt x="47815" y="265462"/>
                </a:cubicBezTo>
                <a:lnTo>
                  <a:pt x="98584" y="265462"/>
                </a:lnTo>
                <a:lnTo>
                  <a:pt x="98584" y="276225"/>
                </a:lnTo>
                <a:cubicBezTo>
                  <a:pt x="98584" y="283274"/>
                  <a:pt x="104394" y="289084"/>
                  <a:pt x="111442" y="289084"/>
                </a:cubicBezTo>
                <a:lnTo>
                  <a:pt x="114871" y="289084"/>
                </a:lnTo>
                <a:lnTo>
                  <a:pt x="114871" y="294227"/>
                </a:lnTo>
                <a:lnTo>
                  <a:pt x="94964" y="301181"/>
                </a:lnTo>
                <a:cubicBezTo>
                  <a:pt x="92011" y="302228"/>
                  <a:pt x="90488" y="305372"/>
                  <a:pt x="91535" y="308324"/>
                </a:cubicBezTo>
                <a:cubicBezTo>
                  <a:pt x="92297" y="310610"/>
                  <a:pt x="94488" y="312039"/>
                  <a:pt x="96774" y="312039"/>
                </a:cubicBezTo>
                <a:cubicBezTo>
                  <a:pt x="97346" y="312039"/>
                  <a:pt x="98012" y="311944"/>
                  <a:pt x="98584" y="311753"/>
                </a:cubicBezTo>
                <a:lnTo>
                  <a:pt x="114776" y="306134"/>
                </a:lnTo>
                <a:lnTo>
                  <a:pt x="114776" y="313563"/>
                </a:lnTo>
                <a:lnTo>
                  <a:pt x="62960" y="331661"/>
                </a:lnTo>
                <a:cubicBezTo>
                  <a:pt x="59531" y="332804"/>
                  <a:pt x="56769" y="335090"/>
                  <a:pt x="54864" y="338042"/>
                </a:cubicBezTo>
                <a:cubicBezTo>
                  <a:pt x="52768" y="336995"/>
                  <a:pt x="50482" y="336233"/>
                  <a:pt x="48006" y="335851"/>
                </a:cubicBezTo>
                <a:cubicBezTo>
                  <a:pt x="50673" y="330899"/>
                  <a:pt x="55150" y="326993"/>
                  <a:pt x="60579" y="325088"/>
                </a:cubicBezTo>
                <a:lnTo>
                  <a:pt x="75057" y="320040"/>
                </a:lnTo>
                <a:cubicBezTo>
                  <a:pt x="78010" y="318992"/>
                  <a:pt x="79534" y="315849"/>
                  <a:pt x="78486" y="312896"/>
                </a:cubicBezTo>
                <a:cubicBezTo>
                  <a:pt x="77438" y="309944"/>
                  <a:pt x="74295" y="308420"/>
                  <a:pt x="71342" y="309467"/>
                </a:cubicBezTo>
                <a:lnTo>
                  <a:pt x="56864" y="314516"/>
                </a:lnTo>
                <a:cubicBezTo>
                  <a:pt x="46291" y="318230"/>
                  <a:pt x="38195" y="326898"/>
                  <a:pt x="35338" y="337566"/>
                </a:cubicBezTo>
                <a:cubicBezTo>
                  <a:pt x="27432" y="341090"/>
                  <a:pt x="21812" y="349091"/>
                  <a:pt x="21812" y="358331"/>
                </a:cubicBezTo>
                <a:cubicBezTo>
                  <a:pt x="21812" y="370904"/>
                  <a:pt x="32004" y="381095"/>
                  <a:pt x="44577" y="381095"/>
                </a:cubicBezTo>
                <a:cubicBezTo>
                  <a:pt x="57150" y="381095"/>
                  <a:pt x="67342" y="370904"/>
                  <a:pt x="67342" y="358331"/>
                </a:cubicBezTo>
                <a:cubicBezTo>
                  <a:pt x="67342" y="353663"/>
                  <a:pt x="65913" y="349282"/>
                  <a:pt x="63436" y="345662"/>
                </a:cubicBezTo>
                <a:cubicBezTo>
                  <a:pt x="63722" y="344043"/>
                  <a:pt x="64865" y="342710"/>
                  <a:pt x="66484" y="342233"/>
                </a:cubicBezTo>
                <a:lnTo>
                  <a:pt x="114681" y="325469"/>
                </a:lnTo>
                <a:lnTo>
                  <a:pt x="114681" y="341376"/>
                </a:lnTo>
                <a:cubicBezTo>
                  <a:pt x="110014" y="345567"/>
                  <a:pt x="106966" y="351663"/>
                  <a:pt x="106966" y="358426"/>
                </a:cubicBezTo>
                <a:cubicBezTo>
                  <a:pt x="106966" y="370999"/>
                  <a:pt x="117157" y="381191"/>
                  <a:pt x="129730" y="381191"/>
                </a:cubicBezTo>
                <a:cubicBezTo>
                  <a:pt x="142304" y="381191"/>
                  <a:pt x="152495" y="370999"/>
                  <a:pt x="152495" y="358426"/>
                </a:cubicBezTo>
                <a:cubicBezTo>
                  <a:pt x="152495" y="351187"/>
                  <a:pt x="149161" y="344805"/>
                  <a:pt x="143923" y="340614"/>
                </a:cubicBezTo>
                <a:lnTo>
                  <a:pt x="143923" y="326041"/>
                </a:lnTo>
                <a:lnTo>
                  <a:pt x="190405" y="342233"/>
                </a:lnTo>
                <a:cubicBezTo>
                  <a:pt x="192310" y="342900"/>
                  <a:pt x="193548" y="344615"/>
                  <a:pt x="193548" y="346615"/>
                </a:cubicBezTo>
                <a:lnTo>
                  <a:pt x="193548" y="350520"/>
                </a:lnTo>
                <a:cubicBezTo>
                  <a:pt x="192691" y="352997"/>
                  <a:pt x="192119" y="355664"/>
                  <a:pt x="192119" y="358426"/>
                </a:cubicBezTo>
                <a:cubicBezTo>
                  <a:pt x="192119" y="370999"/>
                  <a:pt x="202311" y="381191"/>
                  <a:pt x="214884" y="381191"/>
                </a:cubicBezTo>
                <a:cubicBezTo>
                  <a:pt x="227457" y="381191"/>
                  <a:pt x="237649" y="370999"/>
                  <a:pt x="237649" y="358426"/>
                </a:cubicBezTo>
                <a:cubicBezTo>
                  <a:pt x="237649" y="348044"/>
                  <a:pt x="230695" y="339281"/>
                  <a:pt x="221266" y="336518"/>
                </a:cubicBezTo>
                <a:cubicBezTo>
                  <a:pt x="218122" y="326326"/>
                  <a:pt x="210217" y="318040"/>
                  <a:pt x="200025" y="314516"/>
                </a:cubicBezTo>
                <a:lnTo>
                  <a:pt x="143923" y="294894"/>
                </a:lnTo>
                <a:lnTo>
                  <a:pt x="143923" y="289084"/>
                </a:lnTo>
                <a:lnTo>
                  <a:pt x="148209" y="289084"/>
                </a:lnTo>
                <a:cubicBezTo>
                  <a:pt x="155257" y="289084"/>
                  <a:pt x="161068" y="283274"/>
                  <a:pt x="161068" y="276225"/>
                </a:cubicBezTo>
                <a:lnTo>
                  <a:pt x="161068" y="265462"/>
                </a:lnTo>
                <a:lnTo>
                  <a:pt x="211836" y="265462"/>
                </a:lnTo>
                <a:cubicBezTo>
                  <a:pt x="230314" y="265462"/>
                  <a:pt x="245364" y="250412"/>
                  <a:pt x="245364" y="231934"/>
                </a:cubicBezTo>
                <a:lnTo>
                  <a:pt x="245364" y="196406"/>
                </a:lnTo>
                <a:lnTo>
                  <a:pt x="246983" y="196406"/>
                </a:lnTo>
                <a:cubicBezTo>
                  <a:pt x="254032" y="196406"/>
                  <a:pt x="259746" y="190691"/>
                  <a:pt x="259746" y="183642"/>
                </a:cubicBezTo>
                <a:lnTo>
                  <a:pt x="259746" y="176308"/>
                </a:lnTo>
                <a:cubicBezTo>
                  <a:pt x="259746" y="169259"/>
                  <a:pt x="254032" y="163640"/>
                  <a:pt x="246983" y="163640"/>
                </a:cubicBezTo>
                <a:lnTo>
                  <a:pt x="246983" y="163640"/>
                </a:lnTo>
                <a:close/>
                <a:moveTo>
                  <a:pt x="44863" y="369856"/>
                </a:moveTo>
                <a:cubicBezTo>
                  <a:pt x="38481" y="369856"/>
                  <a:pt x="33242" y="364617"/>
                  <a:pt x="33242" y="358235"/>
                </a:cubicBezTo>
                <a:cubicBezTo>
                  <a:pt x="33242" y="351854"/>
                  <a:pt x="38481" y="346615"/>
                  <a:pt x="44863" y="346615"/>
                </a:cubicBezTo>
                <a:cubicBezTo>
                  <a:pt x="51244" y="346615"/>
                  <a:pt x="56483" y="351854"/>
                  <a:pt x="56483" y="358235"/>
                </a:cubicBezTo>
                <a:cubicBezTo>
                  <a:pt x="56483" y="364617"/>
                  <a:pt x="51244" y="369856"/>
                  <a:pt x="44863" y="369856"/>
                </a:cubicBezTo>
                <a:lnTo>
                  <a:pt x="44863" y="369856"/>
                </a:lnTo>
                <a:close/>
                <a:moveTo>
                  <a:pt x="66961" y="25051"/>
                </a:moveTo>
                <a:cubicBezTo>
                  <a:pt x="66961" y="17431"/>
                  <a:pt x="73152" y="11144"/>
                  <a:pt x="80867" y="11144"/>
                </a:cubicBezTo>
                <a:lnTo>
                  <a:pt x="178308" y="11144"/>
                </a:lnTo>
                <a:cubicBezTo>
                  <a:pt x="185928" y="11144"/>
                  <a:pt x="192214" y="17336"/>
                  <a:pt x="192214" y="25051"/>
                </a:cubicBezTo>
                <a:lnTo>
                  <a:pt x="192214" y="36576"/>
                </a:lnTo>
                <a:cubicBezTo>
                  <a:pt x="192214" y="44196"/>
                  <a:pt x="186023" y="50483"/>
                  <a:pt x="178308" y="50483"/>
                </a:cubicBezTo>
                <a:lnTo>
                  <a:pt x="80867" y="50483"/>
                </a:lnTo>
                <a:cubicBezTo>
                  <a:pt x="73247" y="50483"/>
                  <a:pt x="66961" y="44291"/>
                  <a:pt x="66961" y="36576"/>
                </a:cubicBezTo>
                <a:lnTo>
                  <a:pt x="66961" y="25051"/>
                </a:lnTo>
                <a:close/>
                <a:moveTo>
                  <a:pt x="68485" y="230696"/>
                </a:moveTo>
                <a:lnTo>
                  <a:pt x="92869" y="230696"/>
                </a:lnTo>
                <a:cubicBezTo>
                  <a:pt x="95917" y="230696"/>
                  <a:pt x="98488" y="228219"/>
                  <a:pt x="98488" y="225076"/>
                </a:cubicBezTo>
                <a:cubicBezTo>
                  <a:pt x="98488" y="221933"/>
                  <a:pt x="96012" y="219456"/>
                  <a:pt x="92869" y="219456"/>
                </a:cubicBezTo>
                <a:lnTo>
                  <a:pt x="75057" y="219456"/>
                </a:lnTo>
                <a:lnTo>
                  <a:pt x="80867" y="183166"/>
                </a:lnTo>
                <a:cubicBezTo>
                  <a:pt x="87249" y="142875"/>
                  <a:pt x="87725" y="102013"/>
                  <a:pt x="82201" y="61532"/>
                </a:cubicBezTo>
                <a:lnTo>
                  <a:pt x="124492" y="61532"/>
                </a:lnTo>
                <a:lnTo>
                  <a:pt x="124492" y="219456"/>
                </a:lnTo>
                <a:lnTo>
                  <a:pt x="117729" y="219456"/>
                </a:lnTo>
                <a:cubicBezTo>
                  <a:pt x="114681" y="219456"/>
                  <a:pt x="112109" y="221933"/>
                  <a:pt x="112109" y="225076"/>
                </a:cubicBezTo>
                <a:cubicBezTo>
                  <a:pt x="112109" y="228219"/>
                  <a:pt x="114586" y="230696"/>
                  <a:pt x="117729" y="230696"/>
                </a:cubicBezTo>
                <a:lnTo>
                  <a:pt x="190690" y="230696"/>
                </a:lnTo>
                <a:cubicBezTo>
                  <a:pt x="198406" y="230696"/>
                  <a:pt x="204883" y="235839"/>
                  <a:pt x="206978" y="242888"/>
                </a:cubicBezTo>
                <a:cubicBezTo>
                  <a:pt x="206978" y="242888"/>
                  <a:pt x="206978" y="242888"/>
                  <a:pt x="206978" y="242888"/>
                </a:cubicBezTo>
                <a:cubicBezTo>
                  <a:pt x="207454" y="244412"/>
                  <a:pt x="207645" y="246031"/>
                  <a:pt x="207645" y="247650"/>
                </a:cubicBezTo>
                <a:cubicBezTo>
                  <a:pt x="207645" y="251269"/>
                  <a:pt x="204692" y="254222"/>
                  <a:pt x="201073" y="254222"/>
                </a:cubicBezTo>
                <a:lnTo>
                  <a:pt x="58102" y="254222"/>
                </a:lnTo>
                <a:cubicBezTo>
                  <a:pt x="54483" y="254222"/>
                  <a:pt x="51530" y="251269"/>
                  <a:pt x="51530" y="247650"/>
                </a:cubicBezTo>
                <a:cubicBezTo>
                  <a:pt x="51530" y="238316"/>
                  <a:pt x="59150" y="230696"/>
                  <a:pt x="68485" y="230696"/>
                </a:cubicBezTo>
                <a:lnTo>
                  <a:pt x="68485" y="230696"/>
                </a:lnTo>
                <a:close/>
                <a:moveTo>
                  <a:pt x="11239" y="183547"/>
                </a:moveTo>
                <a:lnTo>
                  <a:pt x="11239" y="176213"/>
                </a:lnTo>
                <a:cubicBezTo>
                  <a:pt x="11239" y="175355"/>
                  <a:pt x="11906" y="174689"/>
                  <a:pt x="12763" y="174689"/>
                </a:cubicBezTo>
                <a:lnTo>
                  <a:pt x="37338" y="174689"/>
                </a:lnTo>
                <a:cubicBezTo>
                  <a:pt x="38195" y="174689"/>
                  <a:pt x="38862" y="175355"/>
                  <a:pt x="38862" y="176213"/>
                </a:cubicBezTo>
                <a:lnTo>
                  <a:pt x="38862" y="183547"/>
                </a:lnTo>
                <a:cubicBezTo>
                  <a:pt x="38862" y="184404"/>
                  <a:pt x="38195" y="185071"/>
                  <a:pt x="37338" y="185071"/>
                </a:cubicBezTo>
                <a:lnTo>
                  <a:pt x="20002" y="185071"/>
                </a:lnTo>
                <a:cubicBezTo>
                  <a:pt x="20002" y="185071"/>
                  <a:pt x="20002" y="185071"/>
                  <a:pt x="20002" y="185071"/>
                </a:cubicBezTo>
                <a:cubicBezTo>
                  <a:pt x="20002" y="185071"/>
                  <a:pt x="20002" y="185071"/>
                  <a:pt x="20002" y="185071"/>
                </a:cubicBezTo>
                <a:lnTo>
                  <a:pt x="12859" y="185071"/>
                </a:lnTo>
                <a:cubicBezTo>
                  <a:pt x="12001" y="185071"/>
                  <a:pt x="11335" y="184404"/>
                  <a:pt x="11335" y="183547"/>
                </a:cubicBezTo>
                <a:lnTo>
                  <a:pt x="11335" y="183547"/>
                </a:lnTo>
                <a:close/>
                <a:moveTo>
                  <a:pt x="25527" y="231839"/>
                </a:moveTo>
                <a:lnTo>
                  <a:pt x="25527" y="196215"/>
                </a:lnTo>
                <a:lnTo>
                  <a:pt x="32956" y="196215"/>
                </a:lnTo>
                <a:lnTo>
                  <a:pt x="32956" y="231839"/>
                </a:lnTo>
                <a:cubicBezTo>
                  <a:pt x="32956" y="237363"/>
                  <a:pt x="36004" y="242221"/>
                  <a:pt x="40481" y="244793"/>
                </a:cubicBezTo>
                <a:cubicBezTo>
                  <a:pt x="40481" y="245745"/>
                  <a:pt x="40386" y="246698"/>
                  <a:pt x="40386" y="247650"/>
                </a:cubicBezTo>
                <a:cubicBezTo>
                  <a:pt x="40386" y="249555"/>
                  <a:pt x="40672" y="251460"/>
                  <a:pt x="41243" y="253175"/>
                </a:cubicBezTo>
                <a:cubicBezTo>
                  <a:pt x="32099" y="250317"/>
                  <a:pt x="25527" y="241840"/>
                  <a:pt x="25527" y="231743"/>
                </a:cubicBezTo>
                <a:lnTo>
                  <a:pt x="25527" y="231743"/>
                </a:lnTo>
                <a:close/>
                <a:moveTo>
                  <a:pt x="130016" y="369856"/>
                </a:moveTo>
                <a:cubicBezTo>
                  <a:pt x="123634" y="369856"/>
                  <a:pt x="118396" y="364617"/>
                  <a:pt x="118396" y="358235"/>
                </a:cubicBezTo>
                <a:cubicBezTo>
                  <a:pt x="118396" y="351854"/>
                  <a:pt x="123634" y="346615"/>
                  <a:pt x="130016" y="346615"/>
                </a:cubicBezTo>
                <a:cubicBezTo>
                  <a:pt x="136398" y="346615"/>
                  <a:pt x="141637" y="351854"/>
                  <a:pt x="141637" y="358235"/>
                </a:cubicBezTo>
                <a:cubicBezTo>
                  <a:pt x="141637" y="364617"/>
                  <a:pt x="136398" y="369856"/>
                  <a:pt x="130016" y="369856"/>
                </a:cubicBezTo>
                <a:lnTo>
                  <a:pt x="130016" y="369856"/>
                </a:lnTo>
                <a:close/>
                <a:moveTo>
                  <a:pt x="226886" y="358235"/>
                </a:moveTo>
                <a:cubicBezTo>
                  <a:pt x="226886" y="364617"/>
                  <a:pt x="221646" y="369856"/>
                  <a:pt x="215265" y="369856"/>
                </a:cubicBezTo>
                <a:cubicBezTo>
                  <a:pt x="208883" y="369856"/>
                  <a:pt x="203645" y="364617"/>
                  <a:pt x="203645" y="358235"/>
                </a:cubicBezTo>
                <a:cubicBezTo>
                  <a:pt x="203645" y="351854"/>
                  <a:pt x="208883" y="346615"/>
                  <a:pt x="215265" y="346615"/>
                </a:cubicBezTo>
                <a:cubicBezTo>
                  <a:pt x="215646" y="346615"/>
                  <a:pt x="216027" y="346615"/>
                  <a:pt x="216408" y="346615"/>
                </a:cubicBezTo>
                <a:cubicBezTo>
                  <a:pt x="216408" y="346615"/>
                  <a:pt x="216503" y="346615"/>
                  <a:pt x="216598" y="346615"/>
                </a:cubicBezTo>
                <a:cubicBezTo>
                  <a:pt x="222409" y="347282"/>
                  <a:pt x="226886" y="352235"/>
                  <a:pt x="226886" y="358140"/>
                </a:cubicBezTo>
                <a:lnTo>
                  <a:pt x="226886" y="358140"/>
                </a:lnTo>
                <a:close/>
                <a:moveTo>
                  <a:pt x="196691" y="324898"/>
                </a:moveTo>
                <a:cubicBezTo>
                  <a:pt x="202311" y="326898"/>
                  <a:pt x="206883" y="330994"/>
                  <a:pt x="209550" y="336137"/>
                </a:cubicBezTo>
                <a:cubicBezTo>
                  <a:pt x="207264" y="336709"/>
                  <a:pt x="205073" y="337661"/>
                  <a:pt x="203073" y="338900"/>
                </a:cubicBezTo>
                <a:cubicBezTo>
                  <a:pt x="201263" y="335471"/>
                  <a:pt x="198215" y="332804"/>
                  <a:pt x="194310" y="331470"/>
                </a:cubicBezTo>
                <a:lnTo>
                  <a:pt x="144208" y="313944"/>
                </a:lnTo>
                <a:lnTo>
                  <a:pt x="144208" y="306515"/>
                </a:lnTo>
                <a:lnTo>
                  <a:pt x="196691" y="324803"/>
                </a:lnTo>
                <a:close/>
                <a:moveTo>
                  <a:pt x="133064" y="335661"/>
                </a:moveTo>
                <a:cubicBezTo>
                  <a:pt x="132112" y="335566"/>
                  <a:pt x="131064" y="335471"/>
                  <a:pt x="130016" y="335471"/>
                </a:cubicBezTo>
                <a:cubicBezTo>
                  <a:pt x="128683" y="335471"/>
                  <a:pt x="127349" y="335566"/>
                  <a:pt x="126016" y="335851"/>
                </a:cubicBezTo>
                <a:lnTo>
                  <a:pt x="126016" y="289084"/>
                </a:lnTo>
                <a:lnTo>
                  <a:pt x="133064" y="289084"/>
                </a:lnTo>
                <a:lnTo>
                  <a:pt x="133064" y="335756"/>
                </a:lnTo>
                <a:close/>
                <a:moveTo>
                  <a:pt x="150304" y="276130"/>
                </a:moveTo>
                <a:cubicBezTo>
                  <a:pt x="150304" y="277082"/>
                  <a:pt x="149542" y="277844"/>
                  <a:pt x="148590" y="277844"/>
                </a:cubicBezTo>
                <a:lnTo>
                  <a:pt x="111538" y="277844"/>
                </a:lnTo>
                <a:cubicBezTo>
                  <a:pt x="110585" y="277844"/>
                  <a:pt x="109823" y="277082"/>
                  <a:pt x="109823" y="276130"/>
                </a:cubicBezTo>
                <a:lnTo>
                  <a:pt x="109823" y="265367"/>
                </a:lnTo>
                <a:lnTo>
                  <a:pt x="150304" y="265367"/>
                </a:lnTo>
                <a:lnTo>
                  <a:pt x="150304" y="276130"/>
                </a:lnTo>
                <a:close/>
                <a:moveTo>
                  <a:pt x="234601" y="231839"/>
                </a:moveTo>
                <a:cubicBezTo>
                  <a:pt x="234601" y="242221"/>
                  <a:pt x="227457" y="250984"/>
                  <a:pt x="217837" y="253556"/>
                </a:cubicBezTo>
                <a:cubicBezTo>
                  <a:pt x="218504" y="251746"/>
                  <a:pt x="218789" y="249746"/>
                  <a:pt x="218789" y="247745"/>
                </a:cubicBezTo>
                <a:cubicBezTo>
                  <a:pt x="218789" y="246888"/>
                  <a:pt x="218789" y="246126"/>
                  <a:pt x="218694" y="245364"/>
                </a:cubicBezTo>
                <a:cubicBezTo>
                  <a:pt x="223647" y="242888"/>
                  <a:pt x="227171" y="237839"/>
                  <a:pt x="227171" y="231934"/>
                </a:cubicBezTo>
                <a:lnTo>
                  <a:pt x="227171" y="196310"/>
                </a:lnTo>
                <a:lnTo>
                  <a:pt x="234601" y="196310"/>
                </a:lnTo>
                <a:lnTo>
                  <a:pt x="234601" y="231934"/>
                </a:lnTo>
                <a:close/>
                <a:moveTo>
                  <a:pt x="248888" y="183547"/>
                </a:moveTo>
                <a:cubicBezTo>
                  <a:pt x="248888" y="184404"/>
                  <a:pt x="248221" y="185071"/>
                  <a:pt x="247364" y="185071"/>
                </a:cubicBezTo>
                <a:lnTo>
                  <a:pt x="222790" y="185071"/>
                </a:lnTo>
                <a:cubicBezTo>
                  <a:pt x="221932" y="185071"/>
                  <a:pt x="221266" y="184404"/>
                  <a:pt x="221266" y="183547"/>
                </a:cubicBezTo>
                <a:lnTo>
                  <a:pt x="221266" y="176213"/>
                </a:lnTo>
                <a:cubicBezTo>
                  <a:pt x="221266" y="175355"/>
                  <a:pt x="221932" y="174689"/>
                  <a:pt x="222790" y="174689"/>
                </a:cubicBezTo>
                <a:lnTo>
                  <a:pt x="247364" y="174689"/>
                </a:lnTo>
                <a:cubicBezTo>
                  <a:pt x="248221" y="174689"/>
                  <a:pt x="248888" y="175355"/>
                  <a:pt x="248888" y="176213"/>
                </a:cubicBezTo>
                <a:lnTo>
                  <a:pt x="248888" y="18354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8" name="Google Shape;1268;p27"/>
          <p:cNvGrpSpPr/>
          <p:nvPr/>
        </p:nvGrpSpPr>
        <p:grpSpPr>
          <a:xfrm>
            <a:off x="4807029" y="1300161"/>
            <a:ext cx="397987" cy="426030"/>
            <a:chOff x="6303930" y="2038326"/>
            <a:chExt cx="355854" cy="380928"/>
          </a:xfrm>
        </p:grpSpPr>
        <p:sp>
          <p:nvSpPr>
            <p:cNvPr id="1269" name="Google Shape;1269;p27"/>
            <p:cNvSpPr/>
            <p:nvPr/>
          </p:nvSpPr>
          <p:spPr>
            <a:xfrm>
              <a:off x="6303930" y="2038326"/>
              <a:ext cx="355854" cy="380928"/>
            </a:xfrm>
            <a:custGeom>
              <a:rect b="b" l="l" r="r" t="t"/>
              <a:pathLst>
                <a:path extrusionOk="0" h="380928" w="355854">
                  <a:moveTo>
                    <a:pt x="342233" y="346734"/>
                  </a:moveTo>
                  <a:lnTo>
                    <a:pt x="339471" y="346734"/>
                  </a:lnTo>
                  <a:lnTo>
                    <a:pt x="339471" y="337209"/>
                  </a:lnTo>
                  <a:cubicBezTo>
                    <a:pt x="339471" y="329684"/>
                    <a:pt x="333375" y="323588"/>
                    <a:pt x="325850" y="323588"/>
                  </a:cubicBezTo>
                  <a:lnTo>
                    <a:pt x="316040" y="323588"/>
                  </a:lnTo>
                  <a:lnTo>
                    <a:pt x="316040" y="189762"/>
                  </a:lnTo>
                  <a:cubicBezTo>
                    <a:pt x="322326" y="188047"/>
                    <a:pt x="326898" y="182428"/>
                    <a:pt x="326898" y="175570"/>
                  </a:cubicBezTo>
                  <a:lnTo>
                    <a:pt x="326898" y="162425"/>
                  </a:lnTo>
                  <a:cubicBezTo>
                    <a:pt x="333947" y="161854"/>
                    <a:pt x="339471" y="155948"/>
                    <a:pt x="339471" y="148804"/>
                  </a:cubicBezTo>
                  <a:lnTo>
                    <a:pt x="339471" y="132136"/>
                  </a:lnTo>
                  <a:cubicBezTo>
                    <a:pt x="339471" y="124611"/>
                    <a:pt x="333375" y="118515"/>
                    <a:pt x="325850" y="118515"/>
                  </a:cubicBezTo>
                  <a:lnTo>
                    <a:pt x="319088" y="118515"/>
                  </a:lnTo>
                  <a:lnTo>
                    <a:pt x="186595" y="3358"/>
                  </a:lnTo>
                  <a:cubicBezTo>
                    <a:pt x="181451" y="-1119"/>
                    <a:pt x="173831" y="-1119"/>
                    <a:pt x="168688" y="3358"/>
                  </a:cubicBezTo>
                  <a:lnTo>
                    <a:pt x="36195" y="118515"/>
                  </a:lnTo>
                  <a:lnTo>
                    <a:pt x="29433" y="118515"/>
                  </a:lnTo>
                  <a:cubicBezTo>
                    <a:pt x="21908" y="118515"/>
                    <a:pt x="15812" y="124611"/>
                    <a:pt x="15812" y="132136"/>
                  </a:cubicBezTo>
                  <a:lnTo>
                    <a:pt x="15812" y="148804"/>
                  </a:lnTo>
                  <a:cubicBezTo>
                    <a:pt x="15812" y="156139"/>
                    <a:pt x="21622" y="162139"/>
                    <a:pt x="28956" y="162425"/>
                  </a:cubicBezTo>
                  <a:lnTo>
                    <a:pt x="28956" y="175570"/>
                  </a:lnTo>
                  <a:cubicBezTo>
                    <a:pt x="28956" y="182332"/>
                    <a:pt x="33623" y="188047"/>
                    <a:pt x="39815" y="189762"/>
                  </a:cubicBezTo>
                  <a:lnTo>
                    <a:pt x="39815" y="323588"/>
                  </a:lnTo>
                  <a:lnTo>
                    <a:pt x="29433" y="323588"/>
                  </a:lnTo>
                  <a:cubicBezTo>
                    <a:pt x="21908" y="323588"/>
                    <a:pt x="15812" y="329684"/>
                    <a:pt x="15812" y="337209"/>
                  </a:cubicBezTo>
                  <a:lnTo>
                    <a:pt x="15812" y="346734"/>
                  </a:lnTo>
                  <a:lnTo>
                    <a:pt x="13621" y="346734"/>
                  </a:lnTo>
                  <a:cubicBezTo>
                    <a:pt x="6096" y="346734"/>
                    <a:pt x="0" y="352830"/>
                    <a:pt x="0" y="360355"/>
                  </a:cubicBezTo>
                  <a:lnTo>
                    <a:pt x="0" y="367308"/>
                  </a:lnTo>
                  <a:cubicBezTo>
                    <a:pt x="0" y="374833"/>
                    <a:pt x="6096" y="380929"/>
                    <a:pt x="13621" y="380929"/>
                  </a:cubicBezTo>
                  <a:lnTo>
                    <a:pt x="342233" y="380929"/>
                  </a:lnTo>
                  <a:cubicBezTo>
                    <a:pt x="349758" y="380929"/>
                    <a:pt x="355854" y="374833"/>
                    <a:pt x="355854" y="367308"/>
                  </a:cubicBezTo>
                  <a:lnTo>
                    <a:pt x="355854" y="360355"/>
                  </a:lnTo>
                  <a:cubicBezTo>
                    <a:pt x="355854" y="352830"/>
                    <a:pt x="349758" y="346734"/>
                    <a:pt x="342233" y="346734"/>
                  </a:cubicBezTo>
                  <a:lnTo>
                    <a:pt x="342233" y="346734"/>
                  </a:lnTo>
                  <a:close/>
                  <a:moveTo>
                    <a:pt x="294704" y="323588"/>
                  </a:moveTo>
                  <a:lnTo>
                    <a:pt x="294704" y="190238"/>
                  </a:lnTo>
                  <a:lnTo>
                    <a:pt x="304895" y="190238"/>
                  </a:lnTo>
                  <a:lnTo>
                    <a:pt x="304895" y="323588"/>
                  </a:lnTo>
                  <a:lnTo>
                    <a:pt x="294704" y="323588"/>
                  </a:lnTo>
                  <a:close/>
                  <a:moveTo>
                    <a:pt x="273272" y="323588"/>
                  </a:moveTo>
                  <a:lnTo>
                    <a:pt x="273272" y="257199"/>
                  </a:lnTo>
                  <a:cubicBezTo>
                    <a:pt x="273272" y="254151"/>
                    <a:pt x="270796" y="251579"/>
                    <a:pt x="267653" y="251579"/>
                  </a:cubicBezTo>
                  <a:cubicBezTo>
                    <a:pt x="264509" y="251579"/>
                    <a:pt x="262033" y="254056"/>
                    <a:pt x="262033" y="257199"/>
                  </a:cubicBezTo>
                  <a:lnTo>
                    <a:pt x="262033" y="323588"/>
                  </a:lnTo>
                  <a:lnTo>
                    <a:pt x="204502" y="323588"/>
                  </a:lnTo>
                  <a:lnTo>
                    <a:pt x="204502" y="189762"/>
                  </a:lnTo>
                  <a:cubicBezTo>
                    <a:pt x="210788" y="188047"/>
                    <a:pt x="215360" y="182428"/>
                    <a:pt x="215360" y="175570"/>
                  </a:cubicBezTo>
                  <a:lnTo>
                    <a:pt x="215360" y="162425"/>
                  </a:lnTo>
                  <a:lnTo>
                    <a:pt x="251079" y="162425"/>
                  </a:lnTo>
                  <a:lnTo>
                    <a:pt x="251079" y="175570"/>
                  </a:lnTo>
                  <a:cubicBezTo>
                    <a:pt x="251079" y="182332"/>
                    <a:pt x="255746" y="188047"/>
                    <a:pt x="261938" y="189762"/>
                  </a:cubicBezTo>
                  <a:lnTo>
                    <a:pt x="261938" y="232434"/>
                  </a:lnTo>
                  <a:cubicBezTo>
                    <a:pt x="261938" y="235482"/>
                    <a:pt x="264414" y="238054"/>
                    <a:pt x="267558" y="238054"/>
                  </a:cubicBezTo>
                  <a:cubicBezTo>
                    <a:pt x="270701" y="238054"/>
                    <a:pt x="273177" y="235577"/>
                    <a:pt x="273177" y="232434"/>
                  </a:cubicBezTo>
                  <a:lnTo>
                    <a:pt x="273177" y="190238"/>
                  </a:lnTo>
                  <a:lnTo>
                    <a:pt x="283369" y="190238"/>
                  </a:lnTo>
                  <a:lnTo>
                    <a:pt x="283369" y="323588"/>
                  </a:lnTo>
                  <a:lnTo>
                    <a:pt x="273177" y="323588"/>
                  </a:lnTo>
                  <a:close/>
                  <a:moveTo>
                    <a:pt x="183261" y="323588"/>
                  </a:moveTo>
                  <a:lnTo>
                    <a:pt x="183261" y="190238"/>
                  </a:lnTo>
                  <a:lnTo>
                    <a:pt x="193453" y="190238"/>
                  </a:lnTo>
                  <a:lnTo>
                    <a:pt x="193453" y="323588"/>
                  </a:lnTo>
                  <a:lnTo>
                    <a:pt x="183261" y="323588"/>
                  </a:lnTo>
                  <a:close/>
                  <a:moveTo>
                    <a:pt x="161830" y="323588"/>
                  </a:moveTo>
                  <a:lnTo>
                    <a:pt x="161830" y="190238"/>
                  </a:lnTo>
                  <a:lnTo>
                    <a:pt x="172022" y="190238"/>
                  </a:lnTo>
                  <a:lnTo>
                    <a:pt x="172022" y="323588"/>
                  </a:lnTo>
                  <a:lnTo>
                    <a:pt x="161830" y="323588"/>
                  </a:lnTo>
                  <a:close/>
                  <a:moveTo>
                    <a:pt x="93821" y="323588"/>
                  </a:moveTo>
                  <a:lnTo>
                    <a:pt x="93821" y="189762"/>
                  </a:lnTo>
                  <a:cubicBezTo>
                    <a:pt x="100108" y="188047"/>
                    <a:pt x="104680" y="182428"/>
                    <a:pt x="104680" y="175570"/>
                  </a:cubicBezTo>
                  <a:lnTo>
                    <a:pt x="104680" y="162425"/>
                  </a:lnTo>
                  <a:lnTo>
                    <a:pt x="139827" y="162425"/>
                  </a:lnTo>
                  <a:lnTo>
                    <a:pt x="139827" y="175570"/>
                  </a:lnTo>
                  <a:cubicBezTo>
                    <a:pt x="139827" y="182332"/>
                    <a:pt x="144494" y="188047"/>
                    <a:pt x="150686" y="189762"/>
                  </a:cubicBezTo>
                  <a:lnTo>
                    <a:pt x="150686" y="323588"/>
                  </a:lnTo>
                  <a:lnTo>
                    <a:pt x="93821" y="323588"/>
                  </a:lnTo>
                  <a:close/>
                  <a:moveTo>
                    <a:pt x="72390" y="323588"/>
                  </a:moveTo>
                  <a:lnTo>
                    <a:pt x="72390" y="190238"/>
                  </a:lnTo>
                  <a:lnTo>
                    <a:pt x="82582" y="190238"/>
                  </a:lnTo>
                  <a:lnTo>
                    <a:pt x="82582" y="323588"/>
                  </a:lnTo>
                  <a:lnTo>
                    <a:pt x="72390" y="323588"/>
                  </a:lnTo>
                  <a:close/>
                  <a:moveTo>
                    <a:pt x="43625" y="179094"/>
                  </a:moveTo>
                  <a:cubicBezTo>
                    <a:pt x="41720" y="179094"/>
                    <a:pt x="40100" y="177570"/>
                    <a:pt x="40100" y="175570"/>
                  </a:cubicBezTo>
                  <a:lnTo>
                    <a:pt x="40100" y="162425"/>
                  </a:lnTo>
                  <a:lnTo>
                    <a:pt x="93441" y="162425"/>
                  </a:lnTo>
                  <a:lnTo>
                    <a:pt x="93441" y="175570"/>
                  </a:lnTo>
                  <a:cubicBezTo>
                    <a:pt x="93441" y="177475"/>
                    <a:pt x="91916" y="179094"/>
                    <a:pt x="89916" y="179094"/>
                  </a:cubicBezTo>
                  <a:lnTo>
                    <a:pt x="43529" y="179094"/>
                  </a:lnTo>
                  <a:close/>
                  <a:moveTo>
                    <a:pt x="204311" y="162425"/>
                  </a:moveTo>
                  <a:lnTo>
                    <a:pt x="204311" y="175570"/>
                  </a:lnTo>
                  <a:cubicBezTo>
                    <a:pt x="204311" y="177475"/>
                    <a:pt x="202787" y="179094"/>
                    <a:pt x="200787" y="179094"/>
                  </a:cubicBezTo>
                  <a:lnTo>
                    <a:pt x="154400" y="179094"/>
                  </a:lnTo>
                  <a:cubicBezTo>
                    <a:pt x="152495" y="179094"/>
                    <a:pt x="150876" y="177570"/>
                    <a:pt x="150876" y="175570"/>
                  </a:cubicBezTo>
                  <a:lnTo>
                    <a:pt x="150876" y="162425"/>
                  </a:lnTo>
                  <a:lnTo>
                    <a:pt x="204216" y="162425"/>
                  </a:lnTo>
                  <a:close/>
                  <a:moveTo>
                    <a:pt x="315754" y="162425"/>
                  </a:moveTo>
                  <a:lnTo>
                    <a:pt x="315754" y="175570"/>
                  </a:lnTo>
                  <a:cubicBezTo>
                    <a:pt x="315754" y="177475"/>
                    <a:pt x="314230" y="179094"/>
                    <a:pt x="312230" y="179094"/>
                  </a:cubicBezTo>
                  <a:lnTo>
                    <a:pt x="265843" y="179094"/>
                  </a:lnTo>
                  <a:cubicBezTo>
                    <a:pt x="263938" y="179094"/>
                    <a:pt x="262319" y="177570"/>
                    <a:pt x="262319" y="175570"/>
                  </a:cubicBezTo>
                  <a:lnTo>
                    <a:pt x="262319" y="162425"/>
                  </a:lnTo>
                  <a:lnTo>
                    <a:pt x="315659" y="162425"/>
                  </a:lnTo>
                  <a:close/>
                  <a:moveTo>
                    <a:pt x="26956" y="148804"/>
                  </a:moveTo>
                  <a:lnTo>
                    <a:pt x="26956" y="132136"/>
                  </a:lnTo>
                  <a:cubicBezTo>
                    <a:pt x="26956" y="130802"/>
                    <a:pt x="28099" y="129659"/>
                    <a:pt x="29433" y="129659"/>
                  </a:cubicBezTo>
                  <a:lnTo>
                    <a:pt x="79629" y="129659"/>
                  </a:lnTo>
                  <a:cubicBezTo>
                    <a:pt x="82677" y="129659"/>
                    <a:pt x="85249" y="127183"/>
                    <a:pt x="85249" y="124039"/>
                  </a:cubicBezTo>
                  <a:cubicBezTo>
                    <a:pt x="85249" y="120896"/>
                    <a:pt x="82772" y="118420"/>
                    <a:pt x="79629" y="118420"/>
                  </a:cubicBezTo>
                  <a:lnTo>
                    <a:pt x="53245" y="118420"/>
                  </a:lnTo>
                  <a:lnTo>
                    <a:pt x="176022" y="11740"/>
                  </a:lnTo>
                  <a:cubicBezTo>
                    <a:pt x="176975" y="10882"/>
                    <a:pt x="178308" y="10882"/>
                    <a:pt x="179356" y="11740"/>
                  </a:cubicBezTo>
                  <a:lnTo>
                    <a:pt x="302133" y="118420"/>
                  </a:lnTo>
                  <a:lnTo>
                    <a:pt x="219551" y="118420"/>
                  </a:lnTo>
                  <a:cubicBezTo>
                    <a:pt x="225076" y="110323"/>
                    <a:pt x="228314" y="100608"/>
                    <a:pt x="228314" y="90130"/>
                  </a:cubicBezTo>
                  <a:cubicBezTo>
                    <a:pt x="228314" y="62413"/>
                    <a:pt x="205740" y="39838"/>
                    <a:pt x="178022" y="39838"/>
                  </a:cubicBezTo>
                  <a:cubicBezTo>
                    <a:pt x="150304" y="39838"/>
                    <a:pt x="127730" y="62413"/>
                    <a:pt x="127730" y="90130"/>
                  </a:cubicBezTo>
                  <a:cubicBezTo>
                    <a:pt x="127730" y="100608"/>
                    <a:pt x="130969" y="110323"/>
                    <a:pt x="136493" y="118420"/>
                  </a:cubicBezTo>
                  <a:lnTo>
                    <a:pt x="104585" y="118420"/>
                  </a:lnTo>
                  <a:cubicBezTo>
                    <a:pt x="101537" y="118420"/>
                    <a:pt x="98965" y="120896"/>
                    <a:pt x="98965" y="124039"/>
                  </a:cubicBezTo>
                  <a:cubicBezTo>
                    <a:pt x="98965" y="127183"/>
                    <a:pt x="101441" y="129659"/>
                    <a:pt x="104585" y="129659"/>
                  </a:cubicBezTo>
                  <a:lnTo>
                    <a:pt x="146971" y="129659"/>
                  </a:lnTo>
                  <a:cubicBezTo>
                    <a:pt x="155543" y="136422"/>
                    <a:pt x="166307" y="140518"/>
                    <a:pt x="178118" y="140518"/>
                  </a:cubicBezTo>
                  <a:cubicBezTo>
                    <a:pt x="189929" y="140518"/>
                    <a:pt x="200692" y="136422"/>
                    <a:pt x="209264" y="129659"/>
                  </a:cubicBezTo>
                  <a:lnTo>
                    <a:pt x="326041" y="129659"/>
                  </a:lnTo>
                  <a:cubicBezTo>
                    <a:pt x="327375" y="129659"/>
                    <a:pt x="328517" y="130802"/>
                    <a:pt x="328517" y="132136"/>
                  </a:cubicBezTo>
                  <a:lnTo>
                    <a:pt x="328517" y="148804"/>
                  </a:lnTo>
                  <a:cubicBezTo>
                    <a:pt x="328517" y="150138"/>
                    <a:pt x="327375" y="151281"/>
                    <a:pt x="326041" y="151281"/>
                  </a:cubicBezTo>
                  <a:lnTo>
                    <a:pt x="321564" y="151281"/>
                  </a:lnTo>
                  <a:cubicBezTo>
                    <a:pt x="321564" y="151281"/>
                    <a:pt x="321564" y="151281"/>
                    <a:pt x="321564" y="151281"/>
                  </a:cubicBezTo>
                  <a:cubicBezTo>
                    <a:pt x="321564" y="151281"/>
                    <a:pt x="321564" y="151281"/>
                    <a:pt x="321564" y="151281"/>
                  </a:cubicBezTo>
                  <a:lnTo>
                    <a:pt x="257080" y="151281"/>
                  </a:lnTo>
                  <a:cubicBezTo>
                    <a:pt x="257080" y="151281"/>
                    <a:pt x="257080" y="151281"/>
                    <a:pt x="257080" y="151281"/>
                  </a:cubicBezTo>
                  <a:cubicBezTo>
                    <a:pt x="257080" y="151281"/>
                    <a:pt x="257080" y="151281"/>
                    <a:pt x="257080" y="151281"/>
                  </a:cubicBezTo>
                  <a:lnTo>
                    <a:pt x="210217" y="151281"/>
                  </a:lnTo>
                  <a:cubicBezTo>
                    <a:pt x="210217" y="151281"/>
                    <a:pt x="210217" y="151281"/>
                    <a:pt x="210217" y="151281"/>
                  </a:cubicBezTo>
                  <a:cubicBezTo>
                    <a:pt x="210217" y="151281"/>
                    <a:pt x="210217" y="151281"/>
                    <a:pt x="210217" y="151281"/>
                  </a:cubicBezTo>
                  <a:lnTo>
                    <a:pt x="145733" y="151281"/>
                  </a:lnTo>
                  <a:cubicBezTo>
                    <a:pt x="145733" y="151281"/>
                    <a:pt x="145733" y="151281"/>
                    <a:pt x="145733" y="151281"/>
                  </a:cubicBezTo>
                  <a:cubicBezTo>
                    <a:pt x="145733" y="151281"/>
                    <a:pt x="145733" y="151281"/>
                    <a:pt x="145733" y="151281"/>
                  </a:cubicBezTo>
                  <a:lnTo>
                    <a:pt x="99441" y="151281"/>
                  </a:lnTo>
                  <a:cubicBezTo>
                    <a:pt x="99441" y="151281"/>
                    <a:pt x="99441" y="151281"/>
                    <a:pt x="99441" y="151281"/>
                  </a:cubicBezTo>
                  <a:cubicBezTo>
                    <a:pt x="99441" y="151281"/>
                    <a:pt x="99441" y="151281"/>
                    <a:pt x="99441" y="151281"/>
                  </a:cubicBezTo>
                  <a:lnTo>
                    <a:pt x="34957" y="151281"/>
                  </a:lnTo>
                  <a:cubicBezTo>
                    <a:pt x="34957" y="151281"/>
                    <a:pt x="34957" y="151281"/>
                    <a:pt x="34957" y="151281"/>
                  </a:cubicBezTo>
                  <a:cubicBezTo>
                    <a:pt x="34957" y="151281"/>
                    <a:pt x="34957" y="151281"/>
                    <a:pt x="34957" y="151281"/>
                  </a:cubicBezTo>
                  <a:lnTo>
                    <a:pt x="29909" y="151281"/>
                  </a:lnTo>
                  <a:cubicBezTo>
                    <a:pt x="28575" y="151281"/>
                    <a:pt x="27432" y="150138"/>
                    <a:pt x="27432" y="148804"/>
                  </a:cubicBezTo>
                  <a:lnTo>
                    <a:pt x="27432" y="148804"/>
                  </a:lnTo>
                  <a:close/>
                  <a:moveTo>
                    <a:pt x="138779" y="90130"/>
                  </a:moveTo>
                  <a:cubicBezTo>
                    <a:pt x="138779" y="68509"/>
                    <a:pt x="156305" y="50983"/>
                    <a:pt x="177927" y="50983"/>
                  </a:cubicBezTo>
                  <a:cubicBezTo>
                    <a:pt x="199549" y="50983"/>
                    <a:pt x="217075" y="68509"/>
                    <a:pt x="217075" y="90130"/>
                  </a:cubicBezTo>
                  <a:cubicBezTo>
                    <a:pt x="217075" y="111752"/>
                    <a:pt x="199549" y="129278"/>
                    <a:pt x="177927" y="129278"/>
                  </a:cubicBezTo>
                  <a:cubicBezTo>
                    <a:pt x="156305" y="129278"/>
                    <a:pt x="138779" y="111752"/>
                    <a:pt x="138779" y="90130"/>
                  </a:cubicBezTo>
                  <a:lnTo>
                    <a:pt x="138779" y="90130"/>
                  </a:lnTo>
                  <a:close/>
                  <a:moveTo>
                    <a:pt x="51054" y="190238"/>
                  </a:moveTo>
                  <a:lnTo>
                    <a:pt x="61246" y="190238"/>
                  </a:lnTo>
                  <a:lnTo>
                    <a:pt x="61246" y="323588"/>
                  </a:lnTo>
                  <a:lnTo>
                    <a:pt x="51054" y="323588"/>
                  </a:lnTo>
                  <a:lnTo>
                    <a:pt x="51054" y="190238"/>
                  </a:lnTo>
                  <a:close/>
                  <a:moveTo>
                    <a:pt x="344805" y="367403"/>
                  </a:moveTo>
                  <a:cubicBezTo>
                    <a:pt x="344805" y="368737"/>
                    <a:pt x="343662" y="369880"/>
                    <a:pt x="342329" y="369880"/>
                  </a:cubicBezTo>
                  <a:lnTo>
                    <a:pt x="13716" y="369880"/>
                  </a:lnTo>
                  <a:cubicBezTo>
                    <a:pt x="12383" y="369880"/>
                    <a:pt x="11240" y="368737"/>
                    <a:pt x="11240" y="367403"/>
                  </a:cubicBezTo>
                  <a:lnTo>
                    <a:pt x="11240" y="360450"/>
                  </a:lnTo>
                  <a:cubicBezTo>
                    <a:pt x="11240" y="359116"/>
                    <a:pt x="12383" y="357973"/>
                    <a:pt x="13716" y="357973"/>
                  </a:cubicBezTo>
                  <a:lnTo>
                    <a:pt x="97346" y="357973"/>
                  </a:lnTo>
                  <a:cubicBezTo>
                    <a:pt x="100394" y="357973"/>
                    <a:pt x="102966" y="355497"/>
                    <a:pt x="102966" y="352354"/>
                  </a:cubicBezTo>
                  <a:cubicBezTo>
                    <a:pt x="102966" y="349210"/>
                    <a:pt x="100489" y="346734"/>
                    <a:pt x="97346" y="346734"/>
                  </a:cubicBezTo>
                  <a:lnTo>
                    <a:pt x="27051" y="346734"/>
                  </a:lnTo>
                  <a:lnTo>
                    <a:pt x="27051" y="337209"/>
                  </a:lnTo>
                  <a:cubicBezTo>
                    <a:pt x="27051" y="335875"/>
                    <a:pt x="28194" y="334732"/>
                    <a:pt x="29528" y="334732"/>
                  </a:cubicBezTo>
                  <a:lnTo>
                    <a:pt x="325850" y="334732"/>
                  </a:lnTo>
                  <a:cubicBezTo>
                    <a:pt x="327184" y="334732"/>
                    <a:pt x="328327" y="335875"/>
                    <a:pt x="328327" y="337209"/>
                  </a:cubicBezTo>
                  <a:lnTo>
                    <a:pt x="328327" y="346734"/>
                  </a:lnTo>
                  <a:lnTo>
                    <a:pt x="122111" y="346734"/>
                  </a:lnTo>
                  <a:cubicBezTo>
                    <a:pt x="119063" y="346734"/>
                    <a:pt x="116491" y="349210"/>
                    <a:pt x="116491" y="352354"/>
                  </a:cubicBezTo>
                  <a:cubicBezTo>
                    <a:pt x="116491" y="355497"/>
                    <a:pt x="118967" y="357973"/>
                    <a:pt x="122111" y="357973"/>
                  </a:cubicBezTo>
                  <a:lnTo>
                    <a:pt x="342329" y="357973"/>
                  </a:lnTo>
                  <a:cubicBezTo>
                    <a:pt x="343662" y="357973"/>
                    <a:pt x="344805" y="359116"/>
                    <a:pt x="344805" y="360450"/>
                  </a:cubicBezTo>
                  <a:lnTo>
                    <a:pt x="344805" y="36740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27"/>
            <p:cNvSpPr/>
            <p:nvPr/>
          </p:nvSpPr>
          <p:spPr>
            <a:xfrm>
              <a:off x="6463854" y="2097214"/>
              <a:ext cx="36099" cy="62674"/>
            </a:xfrm>
            <a:custGeom>
              <a:rect b="b" l="l" r="r" t="t"/>
              <a:pathLst>
                <a:path extrusionOk="0" h="62674" w="36099">
                  <a:moveTo>
                    <a:pt x="23622" y="56960"/>
                  </a:moveTo>
                  <a:lnTo>
                    <a:pt x="23622" y="56102"/>
                  </a:lnTo>
                  <a:cubicBezTo>
                    <a:pt x="30671" y="54864"/>
                    <a:pt x="36100" y="48673"/>
                    <a:pt x="36100" y="41243"/>
                  </a:cubicBezTo>
                  <a:cubicBezTo>
                    <a:pt x="36100" y="32861"/>
                    <a:pt x="29337" y="26099"/>
                    <a:pt x="20955" y="26099"/>
                  </a:cubicBezTo>
                  <a:lnTo>
                    <a:pt x="15145" y="26099"/>
                  </a:lnTo>
                  <a:cubicBezTo>
                    <a:pt x="12954" y="26099"/>
                    <a:pt x="11144" y="24289"/>
                    <a:pt x="11144" y="22098"/>
                  </a:cubicBezTo>
                  <a:cubicBezTo>
                    <a:pt x="11144" y="19907"/>
                    <a:pt x="12954" y="18098"/>
                    <a:pt x="15145" y="18098"/>
                  </a:cubicBezTo>
                  <a:lnTo>
                    <a:pt x="20955" y="18098"/>
                  </a:lnTo>
                  <a:cubicBezTo>
                    <a:pt x="22288" y="18098"/>
                    <a:pt x="23527" y="18764"/>
                    <a:pt x="24289" y="19812"/>
                  </a:cubicBezTo>
                  <a:cubicBezTo>
                    <a:pt x="26003" y="22384"/>
                    <a:pt x="29528" y="23051"/>
                    <a:pt x="32004" y="21336"/>
                  </a:cubicBezTo>
                  <a:cubicBezTo>
                    <a:pt x="34576" y="19622"/>
                    <a:pt x="35243" y="16097"/>
                    <a:pt x="33528" y="13621"/>
                  </a:cubicBezTo>
                  <a:cubicBezTo>
                    <a:pt x="31242" y="10192"/>
                    <a:pt x="27622" y="7906"/>
                    <a:pt x="23717" y="7239"/>
                  </a:cubicBezTo>
                  <a:lnTo>
                    <a:pt x="23717" y="5620"/>
                  </a:lnTo>
                  <a:cubicBezTo>
                    <a:pt x="23717" y="2572"/>
                    <a:pt x="21241" y="0"/>
                    <a:pt x="18097" y="0"/>
                  </a:cubicBezTo>
                  <a:cubicBezTo>
                    <a:pt x="14954" y="0"/>
                    <a:pt x="12478" y="2477"/>
                    <a:pt x="12478" y="5620"/>
                  </a:cubicBezTo>
                  <a:lnTo>
                    <a:pt x="12478" y="7239"/>
                  </a:lnTo>
                  <a:cubicBezTo>
                    <a:pt x="5429" y="8477"/>
                    <a:pt x="0" y="14669"/>
                    <a:pt x="0" y="22098"/>
                  </a:cubicBezTo>
                  <a:cubicBezTo>
                    <a:pt x="0" y="30480"/>
                    <a:pt x="6763" y="37243"/>
                    <a:pt x="15145" y="37243"/>
                  </a:cubicBezTo>
                  <a:lnTo>
                    <a:pt x="20955" y="37243"/>
                  </a:lnTo>
                  <a:cubicBezTo>
                    <a:pt x="23146" y="37243"/>
                    <a:pt x="24955" y="39053"/>
                    <a:pt x="24955" y="41243"/>
                  </a:cubicBezTo>
                  <a:cubicBezTo>
                    <a:pt x="24955" y="43434"/>
                    <a:pt x="23146" y="45244"/>
                    <a:pt x="20955" y="45244"/>
                  </a:cubicBezTo>
                  <a:lnTo>
                    <a:pt x="15145" y="45244"/>
                  </a:lnTo>
                  <a:cubicBezTo>
                    <a:pt x="13526" y="45244"/>
                    <a:pt x="12097" y="44291"/>
                    <a:pt x="11525" y="42863"/>
                  </a:cubicBezTo>
                  <a:cubicBezTo>
                    <a:pt x="10287" y="40005"/>
                    <a:pt x="7048" y="38672"/>
                    <a:pt x="4191" y="39910"/>
                  </a:cubicBezTo>
                  <a:cubicBezTo>
                    <a:pt x="1334" y="41148"/>
                    <a:pt x="0" y="44387"/>
                    <a:pt x="1238" y="47244"/>
                  </a:cubicBezTo>
                  <a:cubicBezTo>
                    <a:pt x="3238" y="52007"/>
                    <a:pt x="7525" y="55340"/>
                    <a:pt x="12478" y="56198"/>
                  </a:cubicBezTo>
                  <a:lnTo>
                    <a:pt x="12478" y="57055"/>
                  </a:lnTo>
                  <a:cubicBezTo>
                    <a:pt x="12478" y="60103"/>
                    <a:pt x="14954" y="62675"/>
                    <a:pt x="18097" y="62675"/>
                  </a:cubicBezTo>
                  <a:cubicBezTo>
                    <a:pt x="21241" y="62675"/>
                    <a:pt x="23717" y="60198"/>
                    <a:pt x="23717" y="57055"/>
                  </a:cubicBezTo>
                  <a:lnTo>
                    <a:pt x="23717" y="570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1" name="Google Shape;1271;p27"/>
          <p:cNvGrpSpPr/>
          <p:nvPr/>
        </p:nvGrpSpPr>
        <p:grpSpPr>
          <a:xfrm>
            <a:off x="3923915" y="1319043"/>
            <a:ext cx="426003" cy="388399"/>
            <a:chOff x="5514307" y="2055209"/>
            <a:chExt cx="380904" cy="347281"/>
          </a:xfrm>
        </p:grpSpPr>
        <p:sp>
          <p:nvSpPr>
            <p:cNvPr id="1272" name="Google Shape;1272;p27"/>
            <p:cNvSpPr/>
            <p:nvPr/>
          </p:nvSpPr>
          <p:spPr>
            <a:xfrm>
              <a:off x="5514307" y="2055209"/>
              <a:ext cx="380904" cy="347281"/>
            </a:xfrm>
            <a:custGeom>
              <a:rect b="b" l="l" r="r" t="t"/>
              <a:pathLst>
                <a:path extrusionOk="0" h="347281" w="380904">
                  <a:moveTo>
                    <a:pt x="380905" y="96488"/>
                  </a:moveTo>
                  <a:cubicBezTo>
                    <a:pt x="380905" y="84582"/>
                    <a:pt x="371189" y="74867"/>
                    <a:pt x="359283" y="74867"/>
                  </a:cubicBezTo>
                  <a:lnTo>
                    <a:pt x="332613" y="74867"/>
                  </a:lnTo>
                  <a:cubicBezTo>
                    <a:pt x="330327" y="70580"/>
                    <a:pt x="325755" y="67532"/>
                    <a:pt x="320516" y="67532"/>
                  </a:cubicBezTo>
                  <a:lnTo>
                    <a:pt x="298037" y="67532"/>
                  </a:lnTo>
                  <a:cubicBezTo>
                    <a:pt x="297180" y="67532"/>
                    <a:pt x="296323" y="67532"/>
                    <a:pt x="295466" y="67818"/>
                  </a:cubicBezTo>
                  <a:cubicBezTo>
                    <a:pt x="294799" y="62198"/>
                    <a:pt x="290989" y="57626"/>
                    <a:pt x="285750" y="55912"/>
                  </a:cubicBezTo>
                  <a:lnTo>
                    <a:pt x="285750" y="23336"/>
                  </a:lnTo>
                  <a:cubicBezTo>
                    <a:pt x="285750" y="10477"/>
                    <a:pt x="275272" y="0"/>
                    <a:pt x="262414" y="0"/>
                  </a:cubicBezTo>
                  <a:lnTo>
                    <a:pt x="118396" y="0"/>
                  </a:lnTo>
                  <a:cubicBezTo>
                    <a:pt x="105537" y="0"/>
                    <a:pt x="95060" y="10477"/>
                    <a:pt x="95060" y="23336"/>
                  </a:cubicBezTo>
                  <a:lnTo>
                    <a:pt x="95060" y="55912"/>
                  </a:lnTo>
                  <a:cubicBezTo>
                    <a:pt x="89916" y="57626"/>
                    <a:pt x="86011" y="62198"/>
                    <a:pt x="85344" y="67818"/>
                  </a:cubicBezTo>
                  <a:cubicBezTo>
                    <a:pt x="84487" y="67628"/>
                    <a:pt x="83629" y="67532"/>
                    <a:pt x="82772" y="67532"/>
                  </a:cubicBezTo>
                  <a:lnTo>
                    <a:pt x="60293" y="67532"/>
                  </a:lnTo>
                  <a:cubicBezTo>
                    <a:pt x="55054" y="67532"/>
                    <a:pt x="50483" y="70485"/>
                    <a:pt x="48292" y="74867"/>
                  </a:cubicBezTo>
                  <a:lnTo>
                    <a:pt x="21622" y="74867"/>
                  </a:lnTo>
                  <a:cubicBezTo>
                    <a:pt x="9716" y="74867"/>
                    <a:pt x="0" y="84582"/>
                    <a:pt x="0" y="96488"/>
                  </a:cubicBezTo>
                  <a:lnTo>
                    <a:pt x="0" y="163163"/>
                  </a:lnTo>
                  <a:cubicBezTo>
                    <a:pt x="0" y="168688"/>
                    <a:pt x="2096" y="173927"/>
                    <a:pt x="5715" y="177832"/>
                  </a:cubicBezTo>
                  <a:lnTo>
                    <a:pt x="5715" y="325660"/>
                  </a:lnTo>
                  <a:cubicBezTo>
                    <a:pt x="5715" y="337566"/>
                    <a:pt x="15430" y="347282"/>
                    <a:pt x="27337" y="347282"/>
                  </a:cubicBezTo>
                  <a:lnTo>
                    <a:pt x="353663" y="347282"/>
                  </a:lnTo>
                  <a:cubicBezTo>
                    <a:pt x="365570" y="347282"/>
                    <a:pt x="375285" y="337566"/>
                    <a:pt x="375285" y="325660"/>
                  </a:cubicBezTo>
                  <a:lnTo>
                    <a:pt x="375285" y="281178"/>
                  </a:lnTo>
                  <a:cubicBezTo>
                    <a:pt x="375285" y="278130"/>
                    <a:pt x="372809" y="275558"/>
                    <a:pt x="369665" y="275558"/>
                  </a:cubicBezTo>
                  <a:cubicBezTo>
                    <a:pt x="366522" y="275558"/>
                    <a:pt x="364046" y="278035"/>
                    <a:pt x="364046" y="281178"/>
                  </a:cubicBezTo>
                  <a:lnTo>
                    <a:pt x="364046" y="325660"/>
                  </a:lnTo>
                  <a:cubicBezTo>
                    <a:pt x="364046" y="331470"/>
                    <a:pt x="359378" y="336137"/>
                    <a:pt x="353568" y="336137"/>
                  </a:cubicBezTo>
                  <a:lnTo>
                    <a:pt x="27242" y="336137"/>
                  </a:lnTo>
                  <a:cubicBezTo>
                    <a:pt x="21431" y="336137"/>
                    <a:pt x="16764" y="331470"/>
                    <a:pt x="16764" y="325660"/>
                  </a:cubicBezTo>
                  <a:lnTo>
                    <a:pt x="16764" y="184595"/>
                  </a:lnTo>
                  <a:cubicBezTo>
                    <a:pt x="23336" y="187071"/>
                    <a:pt x="33147" y="190310"/>
                    <a:pt x="46672" y="193453"/>
                  </a:cubicBezTo>
                  <a:lnTo>
                    <a:pt x="46672" y="224028"/>
                  </a:lnTo>
                  <a:cubicBezTo>
                    <a:pt x="46672" y="237744"/>
                    <a:pt x="57817" y="248888"/>
                    <a:pt x="71533" y="248888"/>
                  </a:cubicBezTo>
                  <a:cubicBezTo>
                    <a:pt x="85249" y="248888"/>
                    <a:pt x="96393" y="237744"/>
                    <a:pt x="96393" y="224028"/>
                  </a:cubicBezTo>
                  <a:lnTo>
                    <a:pt x="96393" y="201740"/>
                  </a:lnTo>
                  <a:cubicBezTo>
                    <a:pt x="112490" y="203549"/>
                    <a:pt x="130016" y="204883"/>
                    <a:pt x="148590" y="205645"/>
                  </a:cubicBezTo>
                  <a:lnTo>
                    <a:pt x="148590" y="220885"/>
                  </a:lnTo>
                  <a:cubicBezTo>
                    <a:pt x="148590" y="228791"/>
                    <a:pt x="154972" y="235172"/>
                    <a:pt x="162878" y="235172"/>
                  </a:cubicBezTo>
                  <a:lnTo>
                    <a:pt x="177165" y="235172"/>
                  </a:lnTo>
                  <a:cubicBezTo>
                    <a:pt x="180213" y="235172"/>
                    <a:pt x="182785" y="232696"/>
                    <a:pt x="182785" y="229553"/>
                  </a:cubicBezTo>
                  <a:cubicBezTo>
                    <a:pt x="182785" y="226409"/>
                    <a:pt x="180308" y="223933"/>
                    <a:pt x="177165" y="223933"/>
                  </a:cubicBezTo>
                  <a:lnTo>
                    <a:pt x="162878" y="223933"/>
                  </a:lnTo>
                  <a:cubicBezTo>
                    <a:pt x="161163" y="223933"/>
                    <a:pt x="159734" y="222504"/>
                    <a:pt x="159734" y="220790"/>
                  </a:cubicBezTo>
                  <a:lnTo>
                    <a:pt x="159734" y="189833"/>
                  </a:lnTo>
                  <a:cubicBezTo>
                    <a:pt x="159734" y="188119"/>
                    <a:pt x="161163" y="186690"/>
                    <a:pt x="162878" y="186690"/>
                  </a:cubicBezTo>
                  <a:lnTo>
                    <a:pt x="217837" y="186690"/>
                  </a:lnTo>
                  <a:cubicBezTo>
                    <a:pt x="219551" y="186690"/>
                    <a:pt x="220980" y="188119"/>
                    <a:pt x="220980" y="189833"/>
                  </a:cubicBezTo>
                  <a:lnTo>
                    <a:pt x="220980" y="220790"/>
                  </a:lnTo>
                  <a:cubicBezTo>
                    <a:pt x="220980" y="222504"/>
                    <a:pt x="219551" y="223933"/>
                    <a:pt x="217837" y="223933"/>
                  </a:cubicBezTo>
                  <a:lnTo>
                    <a:pt x="201930" y="223933"/>
                  </a:lnTo>
                  <a:cubicBezTo>
                    <a:pt x="198882" y="223933"/>
                    <a:pt x="196310" y="226409"/>
                    <a:pt x="196310" y="229553"/>
                  </a:cubicBezTo>
                  <a:cubicBezTo>
                    <a:pt x="196310" y="232696"/>
                    <a:pt x="198787" y="235172"/>
                    <a:pt x="201930" y="235172"/>
                  </a:cubicBezTo>
                  <a:lnTo>
                    <a:pt x="217837" y="235172"/>
                  </a:lnTo>
                  <a:cubicBezTo>
                    <a:pt x="225743" y="235172"/>
                    <a:pt x="232124" y="228791"/>
                    <a:pt x="232124" y="220885"/>
                  </a:cubicBezTo>
                  <a:lnTo>
                    <a:pt x="232124" y="205645"/>
                  </a:lnTo>
                  <a:cubicBezTo>
                    <a:pt x="250698" y="204883"/>
                    <a:pt x="268224" y="203549"/>
                    <a:pt x="284321" y="201740"/>
                  </a:cubicBezTo>
                  <a:lnTo>
                    <a:pt x="284321" y="224028"/>
                  </a:lnTo>
                  <a:cubicBezTo>
                    <a:pt x="284321" y="237744"/>
                    <a:pt x="295466" y="248888"/>
                    <a:pt x="309182" y="248888"/>
                  </a:cubicBezTo>
                  <a:cubicBezTo>
                    <a:pt x="322897" y="248888"/>
                    <a:pt x="334042" y="237744"/>
                    <a:pt x="334042" y="224028"/>
                  </a:cubicBezTo>
                  <a:lnTo>
                    <a:pt x="334042" y="193453"/>
                  </a:lnTo>
                  <a:cubicBezTo>
                    <a:pt x="347567" y="190310"/>
                    <a:pt x="357378" y="187071"/>
                    <a:pt x="363950" y="184595"/>
                  </a:cubicBezTo>
                  <a:lnTo>
                    <a:pt x="363950" y="256318"/>
                  </a:lnTo>
                  <a:cubicBezTo>
                    <a:pt x="363950" y="259366"/>
                    <a:pt x="366427" y="261938"/>
                    <a:pt x="369570" y="261938"/>
                  </a:cubicBezTo>
                  <a:cubicBezTo>
                    <a:pt x="372713" y="261938"/>
                    <a:pt x="375190" y="259461"/>
                    <a:pt x="375190" y="256318"/>
                  </a:cubicBezTo>
                  <a:lnTo>
                    <a:pt x="375190" y="177832"/>
                  </a:lnTo>
                  <a:cubicBezTo>
                    <a:pt x="378809" y="173927"/>
                    <a:pt x="380905" y="168783"/>
                    <a:pt x="380905" y="163163"/>
                  </a:cubicBezTo>
                  <a:lnTo>
                    <a:pt x="380905" y="96488"/>
                  </a:lnTo>
                  <a:lnTo>
                    <a:pt x="380905" y="96488"/>
                  </a:lnTo>
                  <a:close/>
                  <a:moveTo>
                    <a:pt x="298037" y="78677"/>
                  </a:moveTo>
                  <a:lnTo>
                    <a:pt x="320516" y="78677"/>
                  </a:lnTo>
                  <a:cubicBezTo>
                    <a:pt x="321850" y="78677"/>
                    <a:pt x="322993" y="79820"/>
                    <a:pt x="322993" y="81153"/>
                  </a:cubicBezTo>
                  <a:lnTo>
                    <a:pt x="322993" y="117824"/>
                  </a:lnTo>
                  <a:lnTo>
                    <a:pt x="295561" y="117824"/>
                  </a:lnTo>
                  <a:lnTo>
                    <a:pt x="295561" y="81153"/>
                  </a:lnTo>
                  <a:cubicBezTo>
                    <a:pt x="295561" y="79820"/>
                    <a:pt x="296704" y="78677"/>
                    <a:pt x="298037" y="78677"/>
                  </a:cubicBezTo>
                  <a:lnTo>
                    <a:pt x="298037" y="78677"/>
                  </a:lnTo>
                  <a:close/>
                  <a:moveTo>
                    <a:pt x="252127" y="69437"/>
                  </a:moveTo>
                  <a:cubicBezTo>
                    <a:pt x="252127" y="67913"/>
                    <a:pt x="253175" y="66675"/>
                    <a:pt x="254603" y="66389"/>
                  </a:cubicBezTo>
                  <a:cubicBezTo>
                    <a:pt x="255175" y="66580"/>
                    <a:pt x="281273" y="66580"/>
                    <a:pt x="281845" y="66389"/>
                  </a:cubicBezTo>
                  <a:cubicBezTo>
                    <a:pt x="283274" y="66675"/>
                    <a:pt x="284321" y="67913"/>
                    <a:pt x="284321" y="69437"/>
                  </a:cubicBezTo>
                  <a:lnTo>
                    <a:pt x="284321" y="74867"/>
                  </a:lnTo>
                  <a:lnTo>
                    <a:pt x="252032" y="74867"/>
                  </a:lnTo>
                  <a:lnTo>
                    <a:pt x="252032" y="69437"/>
                  </a:lnTo>
                  <a:close/>
                  <a:moveTo>
                    <a:pt x="118396" y="11144"/>
                  </a:moveTo>
                  <a:lnTo>
                    <a:pt x="262414" y="11144"/>
                  </a:lnTo>
                  <a:cubicBezTo>
                    <a:pt x="269177" y="11144"/>
                    <a:pt x="274606" y="16574"/>
                    <a:pt x="274606" y="23336"/>
                  </a:cubicBezTo>
                  <a:lnTo>
                    <a:pt x="274606" y="55150"/>
                  </a:lnTo>
                  <a:lnTo>
                    <a:pt x="261938" y="55150"/>
                  </a:lnTo>
                  <a:lnTo>
                    <a:pt x="261938" y="29432"/>
                  </a:lnTo>
                  <a:cubicBezTo>
                    <a:pt x="261938" y="26384"/>
                    <a:pt x="259461" y="23813"/>
                    <a:pt x="256318" y="23813"/>
                  </a:cubicBezTo>
                  <a:lnTo>
                    <a:pt x="124396" y="23813"/>
                  </a:lnTo>
                  <a:cubicBezTo>
                    <a:pt x="121349" y="23813"/>
                    <a:pt x="118777" y="26289"/>
                    <a:pt x="118777" y="29432"/>
                  </a:cubicBezTo>
                  <a:lnTo>
                    <a:pt x="118777" y="55150"/>
                  </a:lnTo>
                  <a:lnTo>
                    <a:pt x="106109" y="55150"/>
                  </a:lnTo>
                  <a:lnTo>
                    <a:pt x="106109" y="23336"/>
                  </a:lnTo>
                  <a:cubicBezTo>
                    <a:pt x="106109" y="16574"/>
                    <a:pt x="111538" y="11144"/>
                    <a:pt x="118301" y="11144"/>
                  </a:cubicBezTo>
                  <a:lnTo>
                    <a:pt x="118301" y="11144"/>
                  </a:lnTo>
                  <a:close/>
                  <a:moveTo>
                    <a:pt x="96393" y="69437"/>
                  </a:moveTo>
                  <a:cubicBezTo>
                    <a:pt x="96393" y="67913"/>
                    <a:pt x="97441" y="66675"/>
                    <a:pt x="98870" y="66389"/>
                  </a:cubicBezTo>
                  <a:cubicBezTo>
                    <a:pt x="99441" y="66580"/>
                    <a:pt x="125539" y="66580"/>
                    <a:pt x="126111" y="66389"/>
                  </a:cubicBezTo>
                  <a:cubicBezTo>
                    <a:pt x="127540" y="66675"/>
                    <a:pt x="128588" y="67913"/>
                    <a:pt x="128588" y="69437"/>
                  </a:cubicBezTo>
                  <a:lnTo>
                    <a:pt x="128588" y="74867"/>
                  </a:lnTo>
                  <a:lnTo>
                    <a:pt x="96298" y="74867"/>
                  </a:lnTo>
                  <a:lnTo>
                    <a:pt x="96298" y="69437"/>
                  </a:lnTo>
                  <a:lnTo>
                    <a:pt x="96298" y="69437"/>
                  </a:lnTo>
                  <a:close/>
                  <a:moveTo>
                    <a:pt x="60293" y="78677"/>
                  </a:moveTo>
                  <a:lnTo>
                    <a:pt x="82772" y="78677"/>
                  </a:lnTo>
                  <a:cubicBezTo>
                    <a:pt x="84106" y="78677"/>
                    <a:pt x="85249" y="79820"/>
                    <a:pt x="85249" y="81153"/>
                  </a:cubicBezTo>
                  <a:lnTo>
                    <a:pt x="85249" y="117824"/>
                  </a:lnTo>
                  <a:lnTo>
                    <a:pt x="57817" y="117824"/>
                  </a:lnTo>
                  <a:lnTo>
                    <a:pt x="57817" y="81153"/>
                  </a:lnTo>
                  <a:cubicBezTo>
                    <a:pt x="57817" y="79820"/>
                    <a:pt x="58960" y="78677"/>
                    <a:pt x="60293" y="78677"/>
                  </a:cubicBezTo>
                  <a:lnTo>
                    <a:pt x="60293" y="78677"/>
                  </a:lnTo>
                  <a:close/>
                  <a:moveTo>
                    <a:pt x="71533" y="237744"/>
                  </a:moveTo>
                  <a:cubicBezTo>
                    <a:pt x="64008" y="237744"/>
                    <a:pt x="57817" y="231648"/>
                    <a:pt x="57817" y="224028"/>
                  </a:cubicBezTo>
                  <a:lnTo>
                    <a:pt x="57817" y="157639"/>
                  </a:lnTo>
                  <a:lnTo>
                    <a:pt x="85249" y="157639"/>
                  </a:lnTo>
                  <a:lnTo>
                    <a:pt x="85249" y="224028"/>
                  </a:lnTo>
                  <a:cubicBezTo>
                    <a:pt x="85249" y="231553"/>
                    <a:pt x="79058" y="237744"/>
                    <a:pt x="71533" y="237744"/>
                  </a:cubicBezTo>
                  <a:lnTo>
                    <a:pt x="71533" y="237744"/>
                  </a:lnTo>
                  <a:close/>
                  <a:moveTo>
                    <a:pt x="309277" y="237744"/>
                  </a:moveTo>
                  <a:cubicBezTo>
                    <a:pt x="301752" y="237744"/>
                    <a:pt x="295561" y="231648"/>
                    <a:pt x="295561" y="224028"/>
                  </a:cubicBezTo>
                  <a:lnTo>
                    <a:pt x="295561" y="157639"/>
                  </a:lnTo>
                  <a:lnTo>
                    <a:pt x="322993" y="157639"/>
                  </a:lnTo>
                  <a:lnTo>
                    <a:pt x="322993" y="224028"/>
                  </a:lnTo>
                  <a:cubicBezTo>
                    <a:pt x="322993" y="231553"/>
                    <a:pt x="316802" y="237744"/>
                    <a:pt x="309277" y="237744"/>
                  </a:cubicBezTo>
                  <a:lnTo>
                    <a:pt x="309277" y="237744"/>
                  </a:lnTo>
                  <a:close/>
                  <a:moveTo>
                    <a:pt x="334137" y="182023"/>
                  </a:moveTo>
                  <a:lnTo>
                    <a:pt x="334137" y="157639"/>
                  </a:lnTo>
                  <a:lnTo>
                    <a:pt x="334994" y="157639"/>
                  </a:lnTo>
                  <a:cubicBezTo>
                    <a:pt x="338042" y="157639"/>
                    <a:pt x="340614" y="155162"/>
                    <a:pt x="340614" y="152019"/>
                  </a:cubicBezTo>
                  <a:cubicBezTo>
                    <a:pt x="340614" y="148876"/>
                    <a:pt x="338138" y="146399"/>
                    <a:pt x="334994" y="146399"/>
                  </a:cubicBezTo>
                  <a:lnTo>
                    <a:pt x="283559" y="146399"/>
                  </a:lnTo>
                  <a:cubicBezTo>
                    <a:pt x="280511" y="146399"/>
                    <a:pt x="277939" y="148876"/>
                    <a:pt x="277939" y="152019"/>
                  </a:cubicBezTo>
                  <a:cubicBezTo>
                    <a:pt x="277939" y="155162"/>
                    <a:pt x="280416" y="157639"/>
                    <a:pt x="283559" y="157639"/>
                  </a:cubicBezTo>
                  <a:lnTo>
                    <a:pt x="284417" y="157639"/>
                  </a:lnTo>
                  <a:lnTo>
                    <a:pt x="284417" y="190500"/>
                  </a:lnTo>
                  <a:cubicBezTo>
                    <a:pt x="268319" y="192405"/>
                    <a:pt x="250793" y="193739"/>
                    <a:pt x="232220" y="194501"/>
                  </a:cubicBezTo>
                  <a:lnTo>
                    <a:pt x="232220" y="189928"/>
                  </a:lnTo>
                  <a:cubicBezTo>
                    <a:pt x="232220" y="182023"/>
                    <a:pt x="225838" y="175641"/>
                    <a:pt x="217932" y="175641"/>
                  </a:cubicBezTo>
                  <a:lnTo>
                    <a:pt x="162973" y="175641"/>
                  </a:lnTo>
                  <a:cubicBezTo>
                    <a:pt x="155067" y="175641"/>
                    <a:pt x="148685" y="182023"/>
                    <a:pt x="148685" y="189928"/>
                  </a:cubicBezTo>
                  <a:lnTo>
                    <a:pt x="148685" y="194501"/>
                  </a:lnTo>
                  <a:cubicBezTo>
                    <a:pt x="130016" y="193739"/>
                    <a:pt x="112586" y="192405"/>
                    <a:pt x="96488" y="190500"/>
                  </a:cubicBezTo>
                  <a:lnTo>
                    <a:pt x="96488" y="157639"/>
                  </a:lnTo>
                  <a:lnTo>
                    <a:pt x="97346" y="157639"/>
                  </a:lnTo>
                  <a:cubicBezTo>
                    <a:pt x="100394" y="157639"/>
                    <a:pt x="102965" y="155162"/>
                    <a:pt x="102965" y="152019"/>
                  </a:cubicBezTo>
                  <a:cubicBezTo>
                    <a:pt x="102965" y="148876"/>
                    <a:pt x="100489" y="146399"/>
                    <a:pt x="97346" y="146399"/>
                  </a:cubicBezTo>
                  <a:lnTo>
                    <a:pt x="45911" y="146399"/>
                  </a:lnTo>
                  <a:cubicBezTo>
                    <a:pt x="42863" y="146399"/>
                    <a:pt x="40291" y="148876"/>
                    <a:pt x="40291" y="152019"/>
                  </a:cubicBezTo>
                  <a:cubicBezTo>
                    <a:pt x="40291" y="155162"/>
                    <a:pt x="42767" y="157639"/>
                    <a:pt x="45911" y="157639"/>
                  </a:cubicBezTo>
                  <a:lnTo>
                    <a:pt x="46768" y="157639"/>
                  </a:lnTo>
                  <a:lnTo>
                    <a:pt x="46768" y="182023"/>
                  </a:lnTo>
                  <a:cubicBezTo>
                    <a:pt x="32671" y="178594"/>
                    <a:pt x="23241" y="175260"/>
                    <a:pt x="17621" y="172879"/>
                  </a:cubicBezTo>
                  <a:cubicBezTo>
                    <a:pt x="13716" y="171260"/>
                    <a:pt x="11144" y="167450"/>
                    <a:pt x="11144" y="163163"/>
                  </a:cubicBezTo>
                  <a:lnTo>
                    <a:pt x="11144" y="96488"/>
                  </a:lnTo>
                  <a:cubicBezTo>
                    <a:pt x="11144" y="90678"/>
                    <a:pt x="15812" y="86011"/>
                    <a:pt x="21622" y="86011"/>
                  </a:cubicBezTo>
                  <a:lnTo>
                    <a:pt x="46768" y="86011"/>
                  </a:lnTo>
                  <a:lnTo>
                    <a:pt x="46768" y="117824"/>
                  </a:lnTo>
                  <a:lnTo>
                    <a:pt x="45911" y="117824"/>
                  </a:lnTo>
                  <a:cubicBezTo>
                    <a:pt x="42863" y="117824"/>
                    <a:pt x="40291" y="120301"/>
                    <a:pt x="40291" y="123444"/>
                  </a:cubicBezTo>
                  <a:cubicBezTo>
                    <a:pt x="40291" y="126587"/>
                    <a:pt x="42767" y="129064"/>
                    <a:pt x="45911" y="129064"/>
                  </a:cubicBezTo>
                  <a:lnTo>
                    <a:pt x="97346" y="129064"/>
                  </a:lnTo>
                  <a:cubicBezTo>
                    <a:pt x="100394" y="129064"/>
                    <a:pt x="102965" y="126587"/>
                    <a:pt x="102965" y="123444"/>
                  </a:cubicBezTo>
                  <a:cubicBezTo>
                    <a:pt x="102965" y="120301"/>
                    <a:pt x="100489" y="117824"/>
                    <a:pt x="97346" y="117824"/>
                  </a:cubicBezTo>
                  <a:lnTo>
                    <a:pt x="96488" y="117824"/>
                  </a:lnTo>
                  <a:lnTo>
                    <a:pt x="96488" y="86011"/>
                  </a:lnTo>
                  <a:lnTo>
                    <a:pt x="161068" y="86011"/>
                  </a:lnTo>
                  <a:cubicBezTo>
                    <a:pt x="164116" y="86011"/>
                    <a:pt x="166688" y="83534"/>
                    <a:pt x="166688" y="80391"/>
                  </a:cubicBezTo>
                  <a:cubicBezTo>
                    <a:pt x="166688" y="77248"/>
                    <a:pt x="164211" y="74771"/>
                    <a:pt x="161068" y="74771"/>
                  </a:cubicBezTo>
                  <a:lnTo>
                    <a:pt x="139922" y="74771"/>
                  </a:lnTo>
                  <a:lnTo>
                    <a:pt x="139922" y="69342"/>
                  </a:lnTo>
                  <a:cubicBezTo>
                    <a:pt x="139922" y="63056"/>
                    <a:pt x="135827" y="57722"/>
                    <a:pt x="130112" y="55817"/>
                  </a:cubicBezTo>
                  <a:lnTo>
                    <a:pt x="130112" y="34957"/>
                  </a:lnTo>
                  <a:lnTo>
                    <a:pt x="250888" y="34957"/>
                  </a:lnTo>
                  <a:lnTo>
                    <a:pt x="250888" y="55817"/>
                  </a:lnTo>
                  <a:cubicBezTo>
                    <a:pt x="245174" y="57722"/>
                    <a:pt x="241078" y="63056"/>
                    <a:pt x="241078" y="69342"/>
                  </a:cubicBezTo>
                  <a:lnTo>
                    <a:pt x="241078" y="74771"/>
                  </a:lnTo>
                  <a:lnTo>
                    <a:pt x="185928" y="74771"/>
                  </a:lnTo>
                  <a:cubicBezTo>
                    <a:pt x="182880" y="74771"/>
                    <a:pt x="180308" y="77248"/>
                    <a:pt x="180308" y="80391"/>
                  </a:cubicBezTo>
                  <a:cubicBezTo>
                    <a:pt x="180308" y="83534"/>
                    <a:pt x="182785" y="86011"/>
                    <a:pt x="185928" y="86011"/>
                  </a:cubicBezTo>
                  <a:lnTo>
                    <a:pt x="284512" y="86011"/>
                  </a:lnTo>
                  <a:lnTo>
                    <a:pt x="284512" y="117824"/>
                  </a:lnTo>
                  <a:lnTo>
                    <a:pt x="283655" y="117824"/>
                  </a:lnTo>
                  <a:cubicBezTo>
                    <a:pt x="280607" y="117824"/>
                    <a:pt x="278035" y="120301"/>
                    <a:pt x="278035" y="123444"/>
                  </a:cubicBezTo>
                  <a:cubicBezTo>
                    <a:pt x="278035" y="126587"/>
                    <a:pt x="280511" y="129064"/>
                    <a:pt x="283655" y="129064"/>
                  </a:cubicBezTo>
                  <a:lnTo>
                    <a:pt x="335089" y="129064"/>
                  </a:lnTo>
                  <a:cubicBezTo>
                    <a:pt x="338138" y="129064"/>
                    <a:pt x="340709" y="126587"/>
                    <a:pt x="340709" y="123444"/>
                  </a:cubicBezTo>
                  <a:cubicBezTo>
                    <a:pt x="340709" y="120301"/>
                    <a:pt x="338233" y="117824"/>
                    <a:pt x="335089" y="117824"/>
                  </a:cubicBezTo>
                  <a:lnTo>
                    <a:pt x="334232" y="117824"/>
                  </a:lnTo>
                  <a:lnTo>
                    <a:pt x="334232" y="86011"/>
                  </a:lnTo>
                  <a:lnTo>
                    <a:pt x="359378" y="86011"/>
                  </a:lnTo>
                  <a:cubicBezTo>
                    <a:pt x="365188" y="86011"/>
                    <a:pt x="369856" y="90678"/>
                    <a:pt x="369856" y="96488"/>
                  </a:cubicBezTo>
                  <a:lnTo>
                    <a:pt x="369856" y="163163"/>
                  </a:lnTo>
                  <a:cubicBezTo>
                    <a:pt x="369856" y="167450"/>
                    <a:pt x="367284" y="171260"/>
                    <a:pt x="363379" y="172879"/>
                  </a:cubicBezTo>
                  <a:cubicBezTo>
                    <a:pt x="357759" y="175260"/>
                    <a:pt x="348329" y="178594"/>
                    <a:pt x="334232" y="182023"/>
                  </a:cubicBezTo>
                  <a:lnTo>
                    <a:pt x="334232" y="18202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27"/>
            <p:cNvSpPr/>
            <p:nvPr/>
          </p:nvSpPr>
          <p:spPr>
            <a:xfrm>
              <a:off x="5558884" y="2326005"/>
              <a:ext cx="86011" cy="44672"/>
            </a:xfrm>
            <a:custGeom>
              <a:rect b="b" l="l" r="r" t="t"/>
              <a:pathLst>
                <a:path extrusionOk="0" h="44672" w="86011">
                  <a:moveTo>
                    <a:pt x="14288" y="0"/>
                  </a:moveTo>
                  <a:cubicBezTo>
                    <a:pt x="6382" y="0"/>
                    <a:pt x="0" y="6382"/>
                    <a:pt x="0" y="14288"/>
                  </a:cubicBezTo>
                  <a:lnTo>
                    <a:pt x="0" y="30385"/>
                  </a:lnTo>
                  <a:cubicBezTo>
                    <a:pt x="0" y="38291"/>
                    <a:pt x="6382" y="44672"/>
                    <a:pt x="14288" y="44672"/>
                  </a:cubicBezTo>
                  <a:lnTo>
                    <a:pt x="71724" y="44672"/>
                  </a:lnTo>
                  <a:cubicBezTo>
                    <a:pt x="79629" y="44672"/>
                    <a:pt x="86011" y="38291"/>
                    <a:pt x="86011" y="30385"/>
                  </a:cubicBezTo>
                  <a:lnTo>
                    <a:pt x="86011" y="14288"/>
                  </a:lnTo>
                  <a:cubicBezTo>
                    <a:pt x="86011" y="6382"/>
                    <a:pt x="79629" y="0"/>
                    <a:pt x="71724" y="0"/>
                  </a:cubicBezTo>
                  <a:lnTo>
                    <a:pt x="14288" y="0"/>
                  </a:lnTo>
                  <a:close/>
                  <a:moveTo>
                    <a:pt x="74771" y="14288"/>
                  </a:moveTo>
                  <a:lnTo>
                    <a:pt x="74771" y="30385"/>
                  </a:lnTo>
                  <a:cubicBezTo>
                    <a:pt x="74771" y="32099"/>
                    <a:pt x="73343" y="33528"/>
                    <a:pt x="71628" y="33528"/>
                  </a:cubicBezTo>
                  <a:lnTo>
                    <a:pt x="14192" y="33528"/>
                  </a:lnTo>
                  <a:cubicBezTo>
                    <a:pt x="12478" y="33528"/>
                    <a:pt x="11049" y="32099"/>
                    <a:pt x="11049" y="30385"/>
                  </a:cubicBezTo>
                  <a:lnTo>
                    <a:pt x="11049" y="14288"/>
                  </a:lnTo>
                  <a:cubicBezTo>
                    <a:pt x="11049" y="12573"/>
                    <a:pt x="12478" y="11144"/>
                    <a:pt x="14192" y="11144"/>
                  </a:cubicBezTo>
                  <a:lnTo>
                    <a:pt x="71628" y="11144"/>
                  </a:lnTo>
                  <a:cubicBezTo>
                    <a:pt x="73343" y="11144"/>
                    <a:pt x="74771" y="12573"/>
                    <a:pt x="74771" y="14288"/>
                  </a:cubicBezTo>
                  <a:lnTo>
                    <a:pt x="74771" y="142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4" name="Google Shape;1274;p27"/>
          <p:cNvGrpSpPr/>
          <p:nvPr/>
        </p:nvGrpSpPr>
        <p:grpSpPr>
          <a:xfrm>
            <a:off x="3055502" y="1300188"/>
            <a:ext cx="424512" cy="426429"/>
            <a:chOff x="4737829" y="2038350"/>
            <a:chExt cx="379571" cy="381285"/>
          </a:xfrm>
        </p:grpSpPr>
        <p:sp>
          <p:nvSpPr>
            <p:cNvPr id="1275" name="Google Shape;1275;p27"/>
            <p:cNvSpPr/>
            <p:nvPr/>
          </p:nvSpPr>
          <p:spPr>
            <a:xfrm>
              <a:off x="4737829" y="2038350"/>
              <a:ext cx="379571" cy="381285"/>
            </a:xfrm>
            <a:custGeom>
              <a:rect b="b" l="l" r="r" t="t"/>
              <a:pathLst>
                <a:path extrusionOk="0" h="381285" w="379571">
                  <a:moveTo>
                    <a:pt x="356140" y="69437"/>
                  </a:moveTo>
                  <a:cubicBezTo>
                    <a:pt x="360045" y="73343"/>
                    <a:pt x="365950" y="74581"/>
                    <a:pt x="371094" y="72390"/>
                  </a:cubicBezTo>
                  <a:cubicBezTo>
                    <a:pt x="376238" y="70295"/>
                    <a:pt x="379571" y="65246"/>
                    <a:pt x="379571" y="59627"/>
                  </a:cubicBezTo>
                  <a:lnTo>
                    <a:pt x="379571" y="13716"/>
                  </a:lnTo>
                  <a:cubicBezTo>
                    <a:pt x="379571" y="6191"/>
                    <a:pt x="373380" y="0"/>
                    <a:pt x="365855" y="0"/>
                  </a:cubicBezTo>
                  <a:lnTo>
                    <a:pt x="320040" y="0"/>
                  </a:lnTo>
                  <a:cubicBezTo>
                    <a:pt x="314515" y="0"/>
                    <a:pt x="309467" y="3334"/>
                    <a:pt x="307372" y="8477"/>
                  </a:cubicBezTo>
                  <a:cubicBezTo>
                    <a:pt x="305276" y="13621"/>
                    <a:pt x="306419" y="19526"/>
                    <a:pt x="310324" y="23432"/>
                  </a:cubicBezTo>
                  <a:lnTo>
                    <a:pt x="315658" y="28766"/>
                  </a:lnTo>
                  <a:lnTo>
                    <a:pt x="258223" y="86392"/>
                  </a:lnTo>
                  <a:cubicBezTo>
                    <a:pt x="237935" y="72866"/>
                    <a:pt x="214408" y="65818"/>
                    <a:pt x="189738" y="65818"/>
                  </a:cubicBezTo>
                  <a:cubicBezTo>
                    <a:pt x="165068" y="65818"/>
                    <a:pt x="140970" y="73438"/>
                    <a:pt x="121348" y="86487"/>
                  </a:cubicBezTo>
                  <a:lnTo>
                    <a:pt x="102965" y="68009"/>
                  </a:lnTo>
                  <a:cubicBezTo>
                    <a:pt x="100775" y="65818"/>
                    <a:pt x="97250" y="65818"/>
                    <a:pt x="95059" y="68009"/>
                  </a:cubicBezTo>
                  <a:cubicBezTo>
                    <a:pt x="92869" y="70199"/>
                    <a:pt x="92869" y="73724"/>
                    <a:pt x="95059" y="75914"/>
                  </a:cubicBezTo>
                  <a:lnTo>
                    <a:pt x="112204" y="93155"/>
                  </a:lnTo>
                  <a:cubicBezTo>
                    <a:pt x="105061" y="98965"/>
                    <a:pt x="98488" y="105442"/>
                    <a:pt x="92773" y="112681"/>
                  </a:cubicBezTo>
                  <a:lnTo>
                    <a:pt x="32575" y="52292"/>
                  </a:lnTo>
                  <a:cubicBezTo>
                    <a:pt x="31528" y="51245"/>
                    <a:pt x="30099" y="50673"/>
                    <a:pt x="28575" y="50673"/>
                  </a:cubicBezTo>
                  <a:cubicBezTo>
                    <a:pt x="27051" y="50673"/>
                    <a:pt x="25622" y="51245"/>
                    <a:pt x="24670" y="52292"/>
                  </a:cubicBezTo>
                  <a:lnTo>
                    <a:pt x="15430" y="61532"/>
                  </a:lnTo>
                  <a:cubicBezTo>
                    <a:pt x="14383" y="62579"/>
                    <a:pt x="13240" y="62294"/>
                    <a:pt x="12668" y="62103"/>
                  </a:cubicBezTo>
                  <a:cubicBezTo>
                    <a:pt x="12192" y="61913"/>
                    <a:pt x="11049" y="61246"/>
                    <a:pt x="11049" y="59722"/>
                  </a:cubicBezTo>
                  <a:lnTo>
                    <a:pt x="11049" y="13716"/>
                  </a:lnTo>
                  <a:cubicBezTo>
                    <a:pt x="11049" y="12287"/>
                    <a:pt x="12192" y="11144"/>
                    <a:pt x="13621" y="11144"/>
                  </a:cubicBezTo>
                  <a:lnTo>
                    <a:pt x="59436" y="11144"/>
                  </a:lnTo>
                  <a:cubicBezTo>
                    <a:pt x="60960" y="11144"/>
                    <a:pt x="61531" y="12097"/>
                    <a:pt x="61817" y="12764"/>
                  </a:cubicBezTo>
                  <a:cubicBezTo>
                    <a:pt x="62008" y="13240"/>
                    <a:pt x="62389" y="14478"/>
                    <a:pt x="61246" y="15621"/>
                  </a:cubicBezTo>
                  <a:lnTo>
                    <a:pt x="52006" y="24860"/>
                  </a:lnTo>
                  <a:cubicBezTo>
                    <a:pt x="49816" y="27051"/>
                    <a:pt x="49816" y="30575"/>
                    <a:pt x="52006" y="32766"/>
                  </a:cubicBezTo>
                  <a:lnTo>
                    <a:pt x="77533" y="58388"/>
                  </a:lnTo>
                  <a:cubicBezTo>
                    <a:pt x="79724" y="60579"/>
                    <a:pt x="83248" y="60579"/>
                    <a:pt x="85439" y="58388"/>
                  </a:cubicBezTo>
                  <a:cubicBezTo>
                    <a:pt x="87630" y="56198"/>
                    <a:pt x="87630" y="52673"/>
                    <a:pt x="85439" y="50483"/>
                  </a:cubicBezTo>
                  <a:lnTo>
                    <a:pt x="63817" y="28766"/>
                  </a:lnTo>
                  <a:lnTo>
                    <a:pt x="69151" y="23432"/>
                  </a:lnTo>
                  <a:cubicBezTo>
                    <a:pt x="73057" y="19431"/>
                    <a:pt x="74295" y="13621"/>
                    <a:pt x="72104" y="8382"/>
                  </a:cubicBezTo>
                  <a:cubicBezTo>
                    <a:pt x="70009" y="3334"/>
                    <a:pt x="65056" y="0"/>
                    <a:pt x="59531" y="0"/>
                  </a:cubicBezTo>
                  <a:lnTo>
                    <a:pt x="13716" y="0"/>
                  </a:lnTo>
                  <a:cubicBezTo>
                    <a:pt x="6191" y="0"/>
                    <a:pt x="0" y="6191"/>
                    <a:pt x="0" y="13716"/>
                  </a:cubicBezTo>
                  <a:lnTo>
                    <a:pt x="0" y="59722"/>
                  </a:lnTo>
                  <a:cubicBezTo>
                    <a:pt x="0" y="65342"/>
                    <a:pt x="3334" y="70295"/>
                    <a:pt x="8477" y="72485"/>
                  </a:cubicBezTo>
                  <a:cubicBezTo>
                    <a:pt x="13621" y="74581"/>
                    <a:pt x="19526" y="73438"/>
                    <a:pt x="23431" y="69533"/>
                  </a:cubicBezTo>
                  <a:lnTo>
                    <a:pt x="28765" y="64198"/>
                  </a:lnTo>
                  <a:lnTo>
                    <a:pt x="86201" y="121920"/>
                  </a:lnTo>
                  <a:cubicBezTo>
                    <a:pt x="73152" y="141637"/>
                    <a:pt x="65627" y="165259"/>
                    <a:pt x="65627" y="190595"/>
                  </a:cubicBezTo>
                  <a:cubicBezTo>
                    <a:pt x="65627" y="215932"/>
                    <a:pt x="73247" y="239554"/>
                    <a:pt x="86201" y="259271"/>
                  </a:cubicBezTo>
                  <a:lnTo>
                    <a:pt x="28765" y="316992"/>
                  </a:lnTo>
                  <a:lnTo>
                    <a:pt x="23431" y="311658"/>
                  </a:lnTo>
                  <a:cubicBezTo>
                    <a:pt x="19526" y="307753"/>
                    <a:pt x="13621" y="306515"/>
                    <a:pt x="8477" y="308705"/>
                  </a:cubicBezTo>
                  <a:cubicBezTo>
                    <a:pt x="3334" y="310801"/>
                    <a:pt x="0" y="315849"/>
                    <a:pt x="0" y="321469"/>
                  </a:cubicBezTo>
                  <a:lnTo>
                    <a:pt x="0" y="367475"/>
                  </a:lnTo>
                  <a:cubicBezTo>
                    <a:pt x="0" y="375095"/>
                    <a:pt x="6191" y="381191"/>
                    <a:pt x="13716" y="381191"/>
                  </a:cubicBezTo>
                  <a:lnTo>
                    <a:pt x="59531" y="381191"/>
                  </a:lnTo>
                  <a:cubicBezTo>
                    <a:pt x="65056" y="381191"/>
                    <a:pt x="70104" y="377857"/>
                    <a:pt x="72200" y="372713"/>
                  </a:cubicBezTo>
                  <a:cubicBezTo>
                    <a:pt x="74295" y="367570"/>
                    <a:pt x="73152" y="361664"/>
                    <a:pt x="69247" y="357759"/>
                  </a:cubicBezTo>
                  <a:lnTo>
                    <a:pt x="63913" y="352425"/>
                  </a:lnTo>
                  <a:lnTo>
                    <a:pt x="121348" y="294704"/>
                  </a:lnTo>
                  <a:cubicBezTo>
                    <a:pt x="140970" y="307753"/>
                    <a:pt x="164497" y="315373"/>
                    <a:pt x="189738" y="315373"/>
                  </a:cubicBezTo>
                  <a:cubicBezTo>
                    <a:pt x="214979" y="315373"/>
                    <a:pt x="238506" y="307753"/>
                    <a:pt x="258128" y="294704"/>
                  </a:cubicBezTo>
                  <a:lnTo>
                    <a:pt x="315563" y="352425"/>
                  </a:lnTo>
                  <a:lnTo>
                    <a:pt x="310229" y="357759"/>
                  </a:lnTo>
                  <a:cubicBezTo>
                    <a:pt x="306324" y="361760"/>
                    <a:pt x="305086" y="367570"/>
                    <a:pt x="307277" y="372809"/>
                  </a:cubicBezTo>
                  <a:cubicBezTo>
                    <a:pt x="309372" y="377952"/>
                    <a:pt x="314420" y="381286"/>
                    <a:pt x="319945" y="381286"/>
                  </a:cubicBezTo>
                  <a:lnTo>
                    <a:pt x="365760" y="381286"/>
                  </a:lnTo>
                  <a:cubicBezTo>
                    <a:pt x="373285" y="381286"/>
                    <a:pt x="379476" y="375095"/>
                    <a:pt x="379476" y="367570"/>
                  </a:cubicBezTo>
                  <a:lnTo>
                    <a:pt x="379476" y="321564"/>
                  </a:lnTo>
                  <a:cubicBezTo>
                    <a:pt x="379476" y="315944"/>
                    <a:pt x="376142" y="310991"/>
                    <a:pt x="370999" y="308800"/>
                  </a:cubicBezTo>
                  <a:cubicBezTo>
                    <a:pt x="365855" y="306705"/>
                    <a:pt x="359950" y="307848"/>
                    <a:pt x="356045" y="311753"/>
                  </a:cubicBezTo>
                  <a:lnTo>
                    <a:pt x="350711" y="317087"/>
                  </a:lnTo>
                  <a:lnTo>
                    <a:pt x="293275" y="259366"/>
                  </a:lnTo>
                  <a:cubicBezTo>
                    <a:pt x="306324" y="239649"/>
                    <a:pt x="313849" y="216027"/>
                    <a:pt x="313849" y="190691"/>
                  </a:cubicBezTo>
                  <a:cubicBezTo>
                    <a:pt x="313849" y="186881"/>
                    <a:pt x="313658" y="182975"/>
                    <a:pt x="313277" y="179070"/>
                  </a:cubicBezTo>
                  <a:cubicBezTo>
                    <a:pt x="312991" y="176022"/>
                    <a:pt x="310229" y="173736"/>
                    <a:pt x="307181" y="174022"/>
                  </a:cubicBezTo>
                  <a:cubicBezTo>
                    <a:pt x="304133" y="174308"/>
                    <a:pt x="301847" y="177070"/>
                    <a:pt x="302133" y="180118"/>
                  </a:cubicBezTo>
                  <a:cubicBezTo>
                    <a:pt x="302323" y="181832"/>
                    <a:pt x="302419" y="183452"/>
                    <a:pt x="302514" y="185166"/>
                  </a:cubicBezTo>
                  <a:lnTo>
                    <a:pt x="291084" y="185166"/>
                  </a:lnTo>
                  <a:cubicBezTo>
                    <a:pt x="290513" y="175355"/>
                    <a:pt x="288607" y="165830"/>
                    <a:pt x="285464" y="156877"/>
                  </a:cubicBezTo>
                  <a:lnTo>
                    <a:pt x="296037" y="152495"/>
                  </a:lnTo>
                  <a:cubicBezTo>
                    <a:pt x="296513" y="153924"/>
                    <a:pt x="297085" y="155448"/>
                    <a:pt x="297561" y="156972"/>
                  </a:cubicBezTo>
                  <a:cubicBezTo>
                    <a:pt x="298513" y="159925"/>
                    <a:pt x="301562" y="161544"/>
                    <a:pt x="304514" y="160687"/>
                  </a:cubicBezTo>
                  <a:cubicBezTo>
                    <a:pt x="307467" y="159734"/>
                    <a:pt x="309086" y="156686"/>
                    <a:pt x="308229" y="153734"/>
                  </a:cubicBezTo>
                  <a:cubicBezTo>
                    <a:pt x="304800" y="142589"/>
                    <a:pt x="299656" y="131921"/>
                    <a:pt x="293180" y="122111"/>
                  </a:cubicBezTo>
                  <a:lnTo>
                    <a:pt x="350615" y="64389"/>
                  </a:lnTo>
                  <a:lnTo>
                    <a:pt x="355854" y="69723"/>
                  </a:lnTo>
                  <a:close/>
                  <a:moveTo>
                    <a:pt x="291274" y="196120"/>
                  </a:moveTo>
                  <a:lnTo>
                    <a:pt x="302705" y="196120"/>
                  </a:lnTo>
                  <a:cubicBezTo>
                    <a:pt x="302133" y="207550"/>
                    <a:pt x="299942" y="218504"/>
                    <a:pt x="296228" y="228791"/>
                  </a:cubicBezTo>
                  <a:lnTo>
                    <a:pt x="285655" y="224409"/>
                  </a:lnTo>
                  <a:cubicBezTo>
                    <a:pt x="288798" y="215456"/>
                    <a:pt x="290703" y="206026"/>
                    <a:pt x="291274" y="196120"/>
                  </a:cubicBezTo>
                  <a:lnTo>
                    <a:pt x="291274" y="196120"/>
                  </a:lnTo>
                  <a:close/>
                  <a:moveTo>
                    <a:pt x="273463" y="266605"/>
                  </a:moveTo>
                  <a:lnTo>
                    <a:pt x="265366" y="258509"/>
                  </a:lnTo>
                  <a:cubicBezTo>
                    <a:pt x="271748" y="251365"/>
                    <a:pt x="277178" y="243364"/>
                    <a:pt x="281369" y="234601"/>
                  </a:cubicBezTo>
                  <a:lnTo>
                    <a:pt x="291941" y="238982"/>
                  </a:lnTo>
                  <a:cubicBezTo>
                    <a:pt x="287179" y="249079"/>
                    <a:pt x="280892" y="258413"/>
                    <a:pt x="273558" y="266605"/>
                  </a:cubicBezTo>
                  <a:lnTo>
                    <a:pt x="273558" y="266605"/>
                  </a:lnTo>
                  <a:close/>
                  <a:moveTo>
                    <a:pt x="238125" y="293084"/>
                  </a:moveTo>
                  <a:lnTo>
                    <a:pt x="233744" y="282512"/>
                  </a:lnTo>
                  <a:cubicBezTo>
                    <a:pt x="242411" y="278321"/>
                    <a:pt x="250412" y="272891"/>
                    <a:pt x="257556" y="266510"/>
                  </a:cubicBezTo>
                  <a:lnTo>
                    <a:pt x="265652" y="274606"/>
                  </a:lnTo>
                  <a:cubicBezTo>
                    <a:pt x="257461" y="282035"/>
                    <a:pt x="248221" y="288322"/>
                    <a:pt x="238125" y="293084"/>
                  </a:cubicBezTo>
                  <a:lnTo>
                    <a:pt x="238125" y="293084"/>
                  </a:lnTo>
                  <a:close/>
                  <a:moveTo>
                    <a:pt x="113919" y="274511"/>
                  </a:moveTo>
                  <a:lnTo>
                    <a:pt x="122015" y="266414"/>
                  </a:lnTo>
                  <a:cubicBezTo>
                    <a:pt x="129159" y="272796"/>
                    <a:pt x="137160" y="278225"/>
                    <a:pt x="145828" y="282416"/>
                  </a:cubicBezTo>
                  <a:lnTo>
                    <a:pt x="141446" y="292989"/>
                  </a:lnTo>
                  <a:cubicBezTo>
                    <a:pt x="131350" y="288227"/>
                    <a:pt x="122111" y="281940"/>
                    <a:pt x="113919" y="274511"/>
                  </a:cubicBezTo>
                  <a:lnTo>
                    <a:pt x="113919" y="274511"/>
                  </a:lnTo>
                  <a:close/>
                  <a:moveTo>
                    <a:pt x="87630" y="238982"/>
                  </a:moveTo>
                  <a:lnTo>
                    <a:pt x="98203" y="234601"/>
                  </a:lnTo>
                  <a:cubicBezTo>
                    <a:pt x="102394" y="243364"/>
                    <a:pt x="107823" y="251365"/>
                    <a:pt x="114205" y="258509"/>
                  </a:cubicBezTo>
                  <a:lnTo>
                    <a:pt x="106108" y="266605"/>
                  </a:lnTo>
                  <a:cubicBezTo>
                    <a:pt x="98679" y="258413"/>
                    <a:pt x="92488" y="249079"/>
                    <a:pt x="87725" y="238982"/>
                  </a:cubicBezTo>
                  <a:lnTo>
                    <a:pt x="87725" y="238982"/>
                  </a:lnTo>
                  <a:close/>
                  <a:moveTo>
                    <a:pt x="76867" y="196120"/>
                  </a:moveTo>
                  <a:lnTo>
                    <a:pt x="88297" y="196120"/>
                  </a:lnTo>
                  <a:cubicBezTo>
                    <a:pt x="88868" y="205931"/>
                    <a:pt x="90773" y="215456"/>
                    <a:pt x="93917" y="224409"/>
                  </a:cubicBezTo>
                  <a:lnTo>
                    <a:pt x="83344" y="228791"/>
                  </a:lnTo>
                  <a:cubicBezTo>
                    <a:pt x="79629" y="218504"/>
                    <a:pt x="77438" y="207550"/>
                    <a:pt x="76867" y="196120"/>
                  </a:cubicBezTo>
                  <a:lnTo>
                    <a:pt x="76867" y="196120"/>
                  </a:lnTo>
                  <a:close/>
                  <a:moveTo>
                    <a:pt x="83344" y="152305"/>
                  </a:moveTo>
                  <a:lnTo>
                    <a:pt x="93917" y="156686"/>
                  </a:lnTo>
                  <a:cubicBezTo>
                    <a:pt x="90773" y="165640"/>
                    <a:pt x="88868" y="175069"/>
                    <a:pt x="88297" y="184976"/>
                  </a:cubicBezTo>
                  <a:lnTo>
                    <a:pt x="76867" y="184976"/>
                  </a:lnTo>
                  <a:cubicBezTo>
                    <a:pt x="77438" y="173546"/>
                    <a:pt x="79629" y="162592"/>
                    <a:pt x="83344" y="152305"/>
                  </a:cubicBezTo>
                  <a:lnTo>
                    <a:pt x="83344" y="152305"/>
                  </a:lnTo>
                  <a:close/>
                  <a:moveTo>
                    <a:pt x="106013" y="114300"/>
                  </a:moveTo>
                  <a:lnTo>
                    <a:pt x="114109" y="122396"/>
                  </a:lnTo>
                  <a:cubicBezTo>
                    <a:pt x="107728" y="129540"/>
                    <a:pt x="102298" y="137541"/>
                    <a:pt x="98108" y="146304"/>
                  </a:cubicBezTo>
                  <a:lnTo>
                    <a:pt x="87535" y="141923"/>
                  </a:lnTo>
                  <a:cubicBezTo>
                    <a:pt x="92297" y="131826"/>
                    <a:pt x="98584" y="122492"/>
                    <a:pt x="105918" y="114300"/>
                  </a:cubicBezTo>
                  <a:lnTo>
                    <a:pt x="105918" y="114300"/>
                  </a:lnTo>
                  <a:close/>
                  <a:moveTo>
                    <a:pt x="141446" y="87916"/>
                  </a:moveTo>
                  <a:lnTo>
                    <a:pt x="145828" y="98489"/>
                  </a:lnTo>
                  <a:cubicBezTo>
                    <a:pt x="137160" y="102680"/>
                    <a:pt x="129159" y="108109"/>
                    <a:pt x="122015" y="114491"/>
                  </a:cubicBezTo>
                  <a:lnTo>
                    <a:pt x="113919" y="106394"/>
                  </a:lnTo>
                  <a:cubicBezTo>
                    <a:pt x="122111" y="98965"/>
                    <a:pt x="131350" y="92678"/>
                    <a:pt x="141446" y="87916"/>
                  </a:cubicBezTo>
                  <a:lnTo>
                    <a:pt x="141446" y="87916"/>
                  </a:lnTo>
                  <a:close/>
                  <a:moveTo>
                    <a:pt x="195358" y="88678"/>
                  </a:moveTo>
                  <a:lnTo>
                    <a:pt x="195358" y="77153"/>
                  </a:lnTo>
                  <a:cubicBezTo>
                    <a:pt x="206692" y="77724"/>
                    <a:pt x="217551" y="79915"/>
                    <a:pt x="227838" y="83534"/>
                  </a:cubicBezTo>
                  <a:lnTo>
                    <a:pt x="223456" y="94202"/>
                  </a:lnTo>
                  <a:cubicBezTo>
                    <a:pt x="214598" y="91059"/>
                    <a:pt x="205169" y="89154"/>
                    <a:pt x="195358" y="88583"/>
                  </a:cubicBezTo>
                  <a:lnTo>
                    <a:pt x="195358" y="88583"/>
                  </a:lnTo>
                  <a:close/>
                  <a:moveTo>
                    <a:pt x="184213" y="88678"/>
                  </a:moveTo>
                  <a:cubicBezTo>
                    <a:pt x="174403" y="89249"/>
                    <a:pt x="164973" y="91154"/>
                    <a:pt x="156115" y="94298"/>
                  </a:cubicBezTo>
                  <a:lnTo>
                    <a:pt x="151733" y="83725"/>
                  </a:lnTo>
                  <a:cubicBezTo>
                    <a:pt x="161925" y="80010"/>
                    <a:pt x="172879" y="77819"/>
                    <a:pt x="184213" y="77248"/>
                  </a:cubicBezTo>
                  <a:lnTo>
                    <a:pt x="184213" y="88773"/>
                  </a:lnTo>
                  <a:close/>
                  <a:moveTo>
                    <a:pt x="156115" y="286703"/>
                  </a:moveTo>
                  <a:cubicBezTo>
                    <a:pt x="164973" y="289846"/>
                    <a:pt x="174403" y="291751"/>
                    <a:pt x="184213" y="292322"/>
                  </a:cubicBezTo>
                  <a:lnTo>
                    <a:pt x="184213" y="303848"/>
                  </a:lnTo>
                  <a:cubicBezTo>
                    <a:pt x="172879" y="303276"/>
                    <a:pt x="161925" y="301085"/>
                    <a:pt x="151733" y="297371"/>
                  </a:cubicBezTo>
                  <a:lnTo>
                    <a:pt x="156115" y="286798"/>
                  </a:lnTo>
                  <a:close/>
                  <a:moveTo>
                    <a:pt x="195358" y="292322"/>
                  </a:moveTo>
                  <a:cubicBezTo>
                    <a:pt x="205169" y="291751"/>
                    <a:pt x="214598" y="289846"/>
                    <a:pt x="223456" y="286703"/>
                  </a:cubicBezTo>
                  <a:lnTo>
                    <a:pt x="227838" y="297275"/>
                  </a:lnTo>
                  <a:cubicBezTo>
                    <a:pt x="217646" y="300990"/>
                    <a:pt x="206692" y="303181"/>
                    <a:pt x="195358" y="303752"/>
                  </a:cubicBezTo>
                  <a:lnTo>
                    <a:pt x="195358" y="292227"/>
                  </a:lnTo>
                  <a:close/>
                  <a:moveTo>
                    <a:pt x="280225" y="190500"/>
                  </a:moveTo>
                  <a:cubicBezTo>
                    <a:pt x="280225" y="240602"/>
                    <a:pt x="239649" y="281369"/>
                    <a:pt x="189738" y="281369"/>
                  </a:cubicBezTo>
                  <a:cubicBezTo>
                    <a:pt x="139827" y="281369"/>
                    <a:pt x="99250" y="240602"/>
                    <a:pt x="99250" y="190500"/>
                  </a:cubicBezTo>
                  <a:cubicBezTo>
                    <a:pt x="99250" y="140399"/>
                    <a:pt x="139827" y="99632"/>
                    <a:pt x="189738" y="99632"/>
                  </a:cubicBezTo>
                  <a:cubicBezTo>
                    <a:pt x="239649" y="99632"/>
                    <a:pt x="280225" y="140399"/>
                    <a:pt x="280225" y="190500"/>
                  </a:cubicBezTo>
                  <a:lnTo>
                    <a:pt x="280225" y="190500"/>
                  </a:lnTo>
                  <a:close/>
                  <a:moveTo>
                    <a:pt x="257556" y="114586"/>
                  </a:moveTo>
                  <a:cubicBezTo>
                    <a:pt x="250412" y="108204"/>
                    <a:pt x="242411" y="102775"/>
                    <a:pt x="233744" y="98584"/>
                  </a:cubicBezTo>
                  <a:lnTo>
                    <a:pt x="238125" y="87821"/>
                  </a:lnTo>
                  <a:cubicBezTo>
                    <a:pt x="248221" y="92583"/>
                    <a:pt x="257461" y="98774"/>
                    <a:pt x="265747" y="106299"/>
                  </a:cubicBezTo>
                  <a:lnTo>
                    <a:pt x="257556" y="114586"/>
                  </a:lnTo>
                  <a:close/>
                  <a:moveTo>
                    <a:pt x="52102" y="348234"/>
                  </a:moveTo>
                  <a:cubicBezTo>
                    <a:pt x="49911" y="350425"/>
                    <a:pt x="49911" y="353949"/>
                    <a:pt x="52102" y="356140"/>
                  </a:cubicBezTo>
                  <a:lnTo>
                    <a:pt x="61341" y="365379"/>
                  </a:lnTo>
                  <a:cubicBezTo>
                    <a:pt x="62484" y="366522"/>
                    <a:pt x="62103" y="367760"/>
                    <a:pt x="61913" y="368237"/>
                  </a:cubicBezTo>
                  <a:cubicBezTo>
                    <a:pt x="61627" y="368808"/>
                    <a:pt x="61055" y="369856"/>
                    <a:pt x="59531" y="369856"/>
                  </a:cubicBezTo>
                  <a:lnTo>
                    <a:pt x="13716" y="369856"/>
                  </a:lnTo>
                  <a:cubicBezTo>
                    <a:pt x="12287" y="369856"/>
                    <a:pt x="11144" y="368713"/>
                    <a:pt x="11144" y="367284"/>
                  </a:cubicBezTo>
                  <a:lnTo>
                    <a:pt x="11144" y="321278"/>
                  </a:lnTo>
                  <a:cubicBezTo>
                    <a:pt x="11144" y="319659"/>
                    <a:pt x="12287" y="319088"/>
                    <a:pt x="12763" y="318897"/>
                  </a:cubicBezTo>
                  <a:cubicBezTo>
                    <a:pt x="13335" y="318611"/>
                    <a:pt x="14478" y="318421"/>
                    <a:pt x="15526" y="319469"/>
                  </a:cubicBezTo>
                  <a:lnTo>
                    <a:pt x="24765" y="328708"/>
                  </a:lnTo>
                  <a:cubicBezTo>
                    <a:pt x="25813" y="329756"/>
                    <a:pt x="27242" y="330327"/>
                    <a:pt x="28670" y="330327"/>
                  </a:cubicBezTo>
                  <a:cubicBezTo>
                    <a:pt x="30099" y="330327"/>
                    <a:pt x="31623" y="329756"/>
                    <a:pt x="32671" y="328708"/>
                  </a:cubicBezTo>
                  <a:lnTo>
                    <a:pt x="92869" y="268319"/>
                  </a:lnTo>
                  <a:cubicBezTo>
                    <a:pt x="98584" y="275558"/>
                    <a:pt x="105156" y="282035"/>
                    <a:pt x="112300" y="287846"/>
                  </a:cubicBezTo>
                  <a:lnTo>
                    <a:pt x="52102" y="348234"/>
                  </a:lnTo>
                  <a:close/>
                  <a:moveTo>
                    <a:pt x="346900" y="328708"/>
                  </a:moveTo>
                  <a:cubicBezTo>
                    <a:pt x="347948" y="329756"/>
                    <a:pt x="349377" y="330327"/>
                    <a:pt x="350901" y="330327"/>
                  </a:cubicBezTo>
                  <a:cubicBezTo>
                    <a:pt x="352425" y="330327"/>
                    <a:pt x="353854" y="329756"/>
                    <a:pt x="354902" y="328708"/>
                  </a:cubicBezTo>
                  <a:lnTo>
                    <a:pt x="364141" y="319469"/>
                  </a:lnTo>
                  <a:cubicBezTo>
                    <a:pt x="365188" y="318421"/>
                    <a:pt x="366331" y="318707"/>
                    <a:pt x="366903" y="318897"/>
                  </a:cubicBezTo>
                  <a:cubicBezTo>
                    <a:pt x="367379" y="319088"/>
                    <a:pt x="368522" y="319754"/>
                    <a:pt x="368522" y="321278"/>
                  </a:cubicBezTo>
                  <a:lnTo>
                    <a:pt x="368522" y="367284"/>
                  </a:lnTo>
                  <a:cubicBezTo>
                    <a:pt x="368522" y="368713"/>
                    <a:pt x="367379" y="369856"/>
                    <a:pt x="365950" y="369856"/>
                  </a:cubicBezTo>
                  <a:lnTo>
                    <a:pt x="320135" y="369856"/>
                  </a:lnTo>
                  <a:cubicBezTo>
                    <a:pt x="318611" y="369856"/>
                    <a:pt x="318040" y="368903"/>
                    <a:pt x="317754" y="368237"/>
                  </a:cubicBezTo>
                  <a:cubicBezTo>
                    <a:pt x="317563" y="367760"/>
                    <a:pt x="317182" y="366522"/>
                    <a:pt x="318325" y="365379"/>
                  </a:cubicBezTo>
                  <a:lnTo>
                    <a:pt x="327565" y="356140"/>
                  </a:lnTo>
                  <a:cubicBezTo>
                    <a:pt x="329755" y="353949"/>
                    <a:pt x="329755" y="350425"/>
                    <a:pt x="327565" y="348234"/>
                  </a:cubicBezTo>
                  <a:lnTo>
                    <a:pt x="267367" y="287846"/>
                  </a:lnTo>
                  <a:cubicBezTo>
                    <a:pt x="274511" y="282035"/>
                    <a:pt x="281083" y="275558"/>
                    <a:pt x="286798" y="268319"/>
                  </a:cubicBezTo>
                  <a:lnTo>
                    <a:pt x="346996" y="328708"/>
                  </a:lnTo>
                  <a:close/>
                  <a:moveTo>
                    <a:pt x="281369" y="146399"/>
                  </a:moveTo>
                  <a:cubicBezTo>
                    <a:pt x="277178" y="137636"/>
                    <a:pt x="271748" y="129635"/>
                    <a:pt x="265366" y="122492"/>
                  </a:cubicBezTo>
                  <a:lnTo>
                    <a:pt x="273558" y="114300"/>
                  </a:lnTo>
                  <a:cubicBezTo>
                    <a:pt x="280892" y="122492"/>
                    <a:pt x="287083" y="131826"/>
                    <a:pt x="291941" y="142018"/>
                  </a:cubicBezTo>
                  <a:lnTo>
                    <a:pt x="281369" y="146399"/>
                  </a:lnTo>
                  <a:close/>
                  <a:moveTo>
                    <a:pt x="286703" y="112681"/>
                  </a:moveTo>
                  <a:cubicBezTo>
                    <a:pt x="280988" y="105442"/>
                    <a:pt x="274415" y="98870"/>
                    <a:pt x="267271" y="93155"/>
                  </a:cubicBezTo>
                  <a:lnTo>
                    <a:pt x="327470" y="32766"/>
                  </a:lnTo>
                  <a:cubicBezTo>
                    <a:pt x="329660" y="30575"/>
                    <a:pt x="329660" y="27051"/>
                    <a:pt x="327470" y="24860"/>
                  </a:cubicBezTo>
                  <a:lnTo>
                    <a:pt x="318230" y="15621"/>
                  </a:lnTo>
                  <a:cubicBezTo>
                    <a:pt x="317087" y="14478"/>
                    <a:pt x="317468" y="13240"/>
                    <a:pt x="317659" y="12764"/>
                  </a:cubicBezTo>
                  <a:cubicBezTo>
                    <a:pt x="317945" y="12192"/>
                    <a:pt x="318516" y="11144"/>
                    <a:pt x="320040" y="11144"/>
                  </a:cubicBezTo>
                  <a:lnTo>
                    <a:pt x="365855" y="11144"/>
                  </a:lnTo>
                  <a:cubicBezTo>
                    <a:pt x="367284" y="11144"/>
                    <a:pt x="368427" y="12287"/>
                    <a:pt x="368427" y="13716"/>
                  </a:cubicBezTo>
                  <a:lnTo>
                    <a:pt x="368427" y="59722"/>
                  </a:lnTo>
                  <a:cubicBezTo>
                    <a:pt x="368427" y="61341"/>
                    <a:pt x="367284" y="61913"/>
                    <a:pt x="366808" y="62103"/>
                  </a:cubicBezTo>
                  <a:cubicBezTo>
                    <a:pt x="366236" y="62389"/>
                    <a:pt x="365093" y="62579"/>
                    <a:pt x="364046" y="61532"/>
                  </a:cubicBezTo>
                  <a:lnTo>
                    <a:pt x="354806" y="52292"/>
                  </a:lnTo>
                  <a:cubicBezTo>
                    <a:pt x="353758" y="51245"/>
                    <a:pt x="352330" y="50673"/>
                    <a:pt x="350806" y="50673"/>
                  </a:cubicBezTo>
                  <a:cubicBezTo>
                    <a:pt x="349282" y="50673"/>
                    <a:pt x="347853" y="51245"/>
                    <a:pt x="346805" y="52292"/>
                  </a:cubicBezTo>
                  <a:lnTo>
                    <a:pt x="286703" y="11268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27"/>
            <p:cNvSpPr/>
            <p:nvPr/>
          </p:nvSpPr>
          <p:spPr>
            <a:xfrm>
              <a:off x="4908994" y="2196465"/>
              <a:ext cx="37147" cy="65151"/>
            </a:xfrm>
            <a:custGeom>
              <a:rect b="b" l="l" r="r" t="t"/>
              <a:pathLst>
                <a:path extrusionOk="0" h="65151" w="37147">
                  <a:moveTo>
                    <a:pt x="24194" y="59341"/>
                  </a:moveTo>
                  <a:lnTo>
                    <a:pt x="24194" y="58198"/>
                  </a:lnTo>
                  <a:cubicBezTo>
                    <a:pt x="31528" y="56959"/>
                    <a:pt x="37147" y="50578"/>
                    <a:pt x="37147" y="42863"/>
                  </a:cubicBezTo>
                  <a:cubicBezTo>
                    <a:pt x="37147" y="34290"/>
                    <a:pt x="30194" y="27241"/>
                    <a:pt x="21622" y="27241"/>
                  </a:cubicBezTo>
                  <a:lnTo>
                    <a:pt x="15621" y="27241"/>
                  </a:lnTo>
                  <a:cubicBezTo>
                    <a:pt x="13240" y="27241"/>
                    <a:pt x="11239" y="25241"/>
                    <a:pt x="11239" y="22860"/>
                  </a:cubicBezTo>
                  <a:cubicBezTo>
                    <a:pt x="11239" y="20479"/>
                    <a:pt x="13240" y="18479"/>
                    <a:pt x="15621" y="18479"/>
                  </a:cubicBezTo>
                  <a:lnTo>
                    <a:pt x="21622" y="18479"/>
                  </a:lnTo>
                  <a:cubicBezTo>
                    <a:pt x="23050" y="18479"/>
                    <a:pt x="24479" y="19241"/>
                    <a:pt x="25241" y="20383"/>
                  </a:cubicBezTo>
                  <a:cubicBezTo>
                    <a:pt x="26956" y="22955"/>
                    <a:pt x="30385" y="23622"/>
                    <a:pt x="32956" y="21907"/>
                  </a:cubicBezTo>
                  <a:cubicBezTo>
                    <a:pt x="35528" y="20193"/>
                    <a:pt x="36195" y="16764"/>
                    <a:pt x="34480" y="14192"/>
                  </a:cubicBezTo>
                  <a:cubicBezTo>
                    <a:pt x="32099" y="10573"/>
                    <a:pt x="28289" y="8191"/>
                    <a:pt x="24194" y="7525"/>
                  </a:cubicBezTo>
                  <a:lnTo>
                    <a:pt x="24194" y="5620"/>
                  </a:lnTo>
                  <a:cubicBezTo>
                    <a:pt x="24194" y="2572"/>
                    <a:pt x="21717" y="0"/>
                    <a:pt x="18574" y="0"/>
                  </a:cubicBezTo>
                  <a:cubicBezTo>
                    <a:pt x="15430" y="0"/>
                    <a:pt x="12954" y="2477"/>
                    <a:pt x="12954" y="5620"/>
                  </a:cubicBezTo>
                  <a:lnTo>
                    <a:pt x="12954" y="7525"/>
                  </a:lnTo>
                  <a:cubicBezTo>
                    <a:pt x="5620" y="8763"/>
                    <a:pt x="0" y="15145"/>
                    <a:pt x="0" y="22860"/>
                  </a:cubicBezTo>
                  <a:cubicBezTo>
                    <a:pt x="0" y="31432"/>
                    <a:pt x="6953" y="38481"/>
                    <a:pt x="15526" y="38481"/>
                  </a:cubicBezTo>
                  <a:lnTo>
                    <a:pt x="21527" y="38481"/>
                  </a:lnTo>
                  <a:cubicBezTo>
                    <a:pt x="23908" y="38481"/>
                    <a:pt x="25908" y="40481"/>
                    <a:pt x="25908" y="42863"/>
                  </a:cubicBezTo>
                  <a:cubicBezTo>
                    <a:pt x="25908" y="45244"/>
                    <a:pt x="23908" y="47339"/>
                    <a:pt x="21527" y="47339"/>
                  </a:cubicBezTo>
                  <a:lnTo>
                    <a:pt x="15526" y="47339"/>
                  </a:lnTo>
                  <a:cubicBezTo>
                    <a:pt x="13716" y="47339"/>
                    <a:pt x="12192" y="46291"/>
                    <a:pt x="11525" y="44672"/>
                  </a:cubicBezTo>
                  <a:cubicBezTo>
                    <a:pt x="10287" y="41815"/>
                    <a:pt x="7048" y="40481"/>
                    <a:pt x="4191" y="41719"/>
                  </a:cubicBezTo>
                  <a:cubicBezTo>
                    <a:pt x="1333" y="42958"/>
                    <a:pt x="0" y="46196"/>
                    <a:pt x="1238" y="49054"/>
                  </a:cubicBezTo>
                  <a:cubicBezTo>
                    <a:pt x="3334" y="54007"/>
                    <a:pt x="7811" y="57531"/>
                    <a:pt x="13049" y="58388"/>
                  </a:cubicBezTo>
                  <a:lnTo>
                    <a:pt x="13049" y="59531"/>
                  </a:lnTo>
                  <a:cubicBezTo>
                    <a:pt x="13049" y="62579"/>
                    <a:pt x="15526" y="65151"/>
                    <a:pt x="18669" y="65151"/>
                  </a:cubicBezTo>
                  <a:cubicBezTo>
                    <a:pt x="21812" y="65151"/>
                    <a:pt x="24289" y="62675"/>
                    <a:pt x="24289" y="59531"/>
                  </a:cubicBezTo>
                  <a:lnTo>
                    <a:pt x="24289" y="595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27"/>
            <p:cNvSpPr/>
            <p:nvPr/>
          </p:nvSpPr>
          <p:spPr>
            <a:xfrm>
              <a:off x="4852606" y="2153602"/>
              <a:ext cx="149923" cy="149447"/>
            </a:xfrm>
            <a:custGeom>
              <a:rect b="b" l="l" r="r" t="t"/>
              <a:pathLst>
                <a:path extrusionOk="0" h="149447" w="149923">
                  <a:moveTo>
                    <a:pt x="74962" y="0"/>
                  </a:moveTo>
                  <a:cubicBezTo>
                    <a:pt x="33623" y="0"/>
                    <a:pt x="0" y="33719"/>
                    <a:pt x="0" y="75248"/>
                  </a:cubicBezTo>
                  <a:cubicBezTo>
                    <a:pt x="0" y="111538"/>
                    <a:pt x="25813" y="142685"/>
                    <a:pt x="61246" y="149257"/>
                  </a:cubicBezTo>
                  <a:cubicBezTo>
                    <a:pt x="64294" y="149828"/>
                    <a:pt x="67151" y="147828"/>
                    <a:pt x="67723" y="144780"/>
                  </a:cubicBezTo>
                  <a:cubicBezTo>
                    <a:pt x="68294" y="141732"/>
                    <a:pt x="66294" y="138875"/>
                    <a:pt x="63246" y="138303"/>
                  </a:cubicBezTo>
                  <a:cubicBezTo>
                    <a:pt x="33052" y="132683"/>
                    <a:pt x="11144" y="106204"/>
                    <a:pt x="11144" y="75343"/>
                  </a:cubicBezTo>
                  <a:cubicBezTo>
                    <a:pt x="11144" y="40005"/>
                    <a:pt x="39815" y="11239"/>
                    <a:pt x="74962" y="11239"/>
                  </a:cubicBezTo>
                  <a:cubicBezTo>
                    <a:pt x="110109" y="11239"/>
                    <a:pt x="138779" y="40005"/>
                    <a:pt x="138779" y="75343"/>
                  </a:cubicBezTo>
                  <a:cubicBezTo>
                    <a:pt x="138779" y="106490"/>
                    <a:pt x="116586" y="133064"/>
                    <a:pt x="86106" y="138398"/>
                  </a:cubicBezTo>
                  <a:cubicBezTo>
                    <a:pt x="83058" y="138970"/>
                    <a:pt x="81058" y="141827"/>
                    <a:pt x="81534" y="144875"/>
                  </a:cubicBezTo>
                  <a:cubicBezTo>
                    <a:pt x="82010" y="147542"/>
                    <a:pt x="84392" y="149447"/>
                    <a:pt x="87058" y="149447"/>
                  </a:cubicBezTo>
                  <a:cubicBezTo>
                    <a:pt x="87344" y="149447"/>
                    <a:pt x="87725" y="149447"/>
                    <a:pt x="88011" y="149447"/>
                  </a:cubicBezTo>
                  <a:cubicBezTo>
                    <a:pt x="123920" y="143066"/>
                    <a:pt x="149924" y="111919"/>
                    <a:pt x="149924" y="75343"/>
                  </a:cubicBezTo>
                  <a:cubicBezTo>
                    <a:pt x="149924" y="33814"/>
                    <a:pt x="116300" y="95"/>
                    <a:pt x="74962" y="95"/>
                  </a:cubicBezTo>
                  <a:lnTo>
                    <a:pt x="74962" y="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27"/>
            <p:cNvSpPr/>
            <p:nvPr/>
          </p:nvSpPr>
          <p:spPr>
            <a:xfrm>
              <a:off x="4883668" y="2193195"/>
              <a:ext cx="16784" cy="18699"/>
            </a:xfrm>
            <a:custGeom>
              <a:rect b="b" l="l" r="r" t="t"/>
              <a:pathLst>
                <a:path extrusionOk="0" h="18699" w="16784">
                  <a:moveTo>
                    <a:pt x="14848" y="1460"/>
                  </a:moveTo>
                  <a:cubicBezTo>
                    <a:pt x="12562" y="-636"/>
                    <a:pt x="9038" y="-445"/>
                    <a:pt x="6943" y="1841"/>
                  </a:cubicBezTo>
                  <a:cubicBezTo>
                    <a:pt x="4561" y="4412"/>
                    <a:pt x="2466" y="7270"/>
                    <a:pt x="751" y="10318"/>
                  </a:cubicBezTo>
                  <a:cubicBezTo>
                    <a:pt x="-772" y="12985"/>
                    <a:pt x="85" y="16414"/>
                    <a:pt x="2752" y="17938"/>
                  </a:cubicBezTo>
                  <a:cubicBezTo>
                    <a:pt x="3609" y="18414"/>
                    <a:pt x="4561" y="18700"/>
                    <a:pt x="5609" y="18700"/>
                  </a:cubicBezTo>
                  <a:cubicBezTo>
                    <a:pt x="7514" y="18700"/>
                    <a:pt x="9419" y="17747"/>
                    <a:pt x="10467" y="15938"/>
                  </a:cubicBezTo>
                  <a:cubicBezTo>
                    <a:pt x="11800" y="13556"/>
                    <a:pt x="13420" y="11366"/>
                    <a:pt x="15324" y="9365"/>
                  </a:cubicBezTo>
                  <a:cubicBezTo>
                    <a:pt x="17420" y="7079"/>
                    <a:pt x="17230" y="3555"/>
                    <a:pt x="14944" y="1460"/>
                  </a:cubicBezTo>
                  <a:lnTo>
                    <a:pt x="14944" y="14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27"/>
            <p:cNvSpPr/>
            <p:nvPr/>
          </p:nvSpPr>
          <p:spPr>
            <a:xfrm>
              <a:off x="4955297" y="2193714"/>
              <a:ext cx="16622" cy="18848"/>
            </a:xfrm>
            <a:custGeom>
              <a:rect b="b" l="l" r="r" t="t"/>
              <a:pathLst>
                <a:path extrusionOk="0" h="18848" w="16622">
                  <a:moveTo>
                    <a:pt x="9799" y="1894"/>
                  </a:moveTo>
                  <a:cubicBezTo>
                    <a:pt x="7799" y="-392"/>
                    <a:pt x="4275" y="-678"/>
                    <a:pt x="1893" y="1417"/>
                  </a:cubicBezTo>
                  <a:cubicBezTo>
                    <a:pt x="-392" y="3418"/>
                    <a:pt x="-678" y="6942"/>
                    <a:pt x="1417" y="9323"/>
                  </a:cubicBezTo>
                  <a:cubicBezTo>
                    <a:pt x="3227" y="11323"/>
                    <a:pt x="4846" y="13609"/>
                    <a:pt x="6180" y="15991"/>
                  </a:cubicBezTo>
                  <a:cubicBezTo>
                    <a:pt x="7227" y="17800"/>
                    <a:pt x="9133" y="18848"/>
                    <a:pt x="11037" y="18848"/>
                  </a:cubicBezTo>
                  <a:cubicBezTo>
                    <a:pt x="11990" y="18848"/>
                    <a:pt x="12943" y="18658"/>
                    <a:pt x="13800" y="18086"/>
                  </a:cubicBezTo>
                  <a:cubicBezTo>
                    <a:pt x="16467" y="16562"/>
                    <a:pt x="17419" y="13133"/>
                    <a:pt x="15895" y="10466"/>
                  </a:cubicBezTo>
                  <a:cubicBezTo>
                    <a:pt x="14181" y="7418"/>
                    <a:pt x="12180" y="4561"/>
                    <a:pt x="9799" y="1894"/>
                  </a:cubicBezTo>
                  <a:lnTo>
                    <a:pt x="9799" y="189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27"/>
            <p:cNvSpPr/>
            <p:nvPr/>
          </p:nvSpPr>
          <p:spPr>
            <a:xfrm>
              <a:off x="4877561" y="2218330"/>
              <a:ext cx="11455" cy="20520"/>
            </a:xfrm>
            <a:custGeom>
              <a:rect b="b" l="l" r="r" t="t"/>
              <a:pathLst>
                <a:path extrusionOk="0" h="20520" w="11455">
                  <a:moveTo>
                    <a:pt x="6477" y="42"/>
                  </a:moveTo>
                  <a:cubicBezTo>
                    <a:pt x="3429" y="-339"/>
                    <a:pt x="667" y="1947"/>
                    <a:pt x="286" y="4995"/>
                  </a:cubicBezTo>
                  <a:cubicBezTo>
                    <a:pt x="95" y="6804"/>
                    <a:pt x="0" y="8614"/>
                    <a:pt x="0" y="10424"/>
                  </a:cubicBezTo>
                  <a:cubicBezTo>
                    <a:pt x="0" y="12043"/>
                    <a:pt x="0" y="13758"/>
                    <a:pt x="286" y="15472"/>
                  </a:cubicBezTo>
                  <a:cubicBezTo>
                    <a:pt x="572" y="18330"/>
                    <a:pt x="2953" y="20520"/>
                    <a:pt x="5810" y="20520"/>
                  </a:cubicBezTo>
                  <a:cubicBezTo>
                    <a:pt x="6001" y="20520"/>
                    <a:pt x="6191" y="20520"/>
                    <a:pt x="6382" y="20520"/>
                  </a:cubicBezTo>
                  <a:cubicBezTo>
                    <a:pt x="9430" y="20235"/>
                    <a:pt x="11716" y="17472"/>
                    <a:pt x="11430" y="14424"/>
                  </a:cubicBezTo>
                  <a:cubicBezTo>
                    <a:pt x="11335" y="13091"/>
                    <a:pt x="11240" y="11853"/>
                    <a:pt x="11240" y="10519"/>
                  </a:cubicBezTo>
                  <a:cubicBezTo>
                    <a:pt x="11240" y="9090"/>
                    <a:pt x="11240" y="7662"/>
                    <a:pt x="11430" y="6233"/>
                  </a:cubicBezTo>
                  <a:cubicBezTo>
                    <a:pt x="11716" y="3185"/>
                    <a:pt x="9525" y="423"/>
                    <a:pt x="6477" y="42"/>
                  </a:cubicBezTo>
                  <a:lnTo>
                    <a:pt x="6477" y="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27"/>
            <p:cNvSpPr/>
            <p:nvPr/>
          </p:nvSpPr>
          <p:spPr>
            <a:xfrm>
              <a:off x="4955064" y="2245719"/>
              <a:ext cx="16593" cy="18658"/>
            </a:xfrm>
            <a:custGeom>
              <a:rect b="b" l="l" r="r" t="t"/>
              <a:pathLst>
                <a:path extrusionOk="0" h="18658" w="16593">
                  <a:moveTo>
                    <a:pt x="1745" y="17230"/>
                  </a:moveTo>
                  <a:cubicBezTo>
                    <a:pt x="2793" y="18182"/>
                    <a:pt x="4126" y="18658"/>
                    <a:pt x="5460" y="18658"/>
                  </a:cubicBezTo>
                  <a:cubicBezTo>
                    <a:pt x="6984" y="18658"/>
                    <a:pt x="8508" y="17992"/>
                    <a:pt x="9651" y="16849"/>
                  </a:cubicBezTo>
                  <a:cubicBezTo>
                    <a:pt x="12032" y="14277"/>
                    <a:pt x="14033" y="11419"/>
                    <a:pt x="15842" y="8371"/>
                  </a:cubicBezTo>
                  <a:cubicBezTo>
                    <a:pt x="17366" y="5704"/>
                    <a:pt x="16509" y="2275"/>
                    <a:pt x="13842" y="751"/>
                  </a:cubicBezTo>
                  <a:cubicBezTo>
                    <a:pt x="11175" y="-773"/>
                    <a:pt x="7746" y="85"/>
                    <a:pt x="6222" y="2752"/>
                  </a:cubicBezTo>
                  <a:cubicBezTo>
                    <a:pt x="4889" y="5133"/>
                    <a:pt x="3269" y="7324"/>
                    <a:pt x="1459" y="9324"/>
                  </a:cubicBezTo>
                  <a:cubicBezTo>
                    <a:pt x="-636" y="11610"/>
                    <a:pt x="-445" y="15134"/>
                    <a:pt x="1841" y="17230"/>
                  </a:cubicBezTo>
                  <a:lnTo>
                    <a:pt x="1841" y="172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27"/>
            <p:cNvSpPr/>
            <p:nvPr/>
          </p:nvSpPr>
          <p:spPr>
            <a:xfrm>
              <a:off x="4883406" y="2245267"/>
              <a:ext cx="16584" cy="18824"/>
            </a:xfrm>
            <a:custGeom>
              <a:rect b="b" l="l" r="r" t="t"/>
              <a:pathLst>
                <a:path extrusionOk="0" h="18824" w="16584">
                  <a:moveTo>
                    <a:pt x="6823" y="16920"/>
                  </a:moveTo>
                  <a:cubicBezTo>
                    <a:pt x="7966" y="18158"/>
                    <a:pt x="9490" y="18825"/>
                    <a:pt x="11014" y="18825"/>
                  </a:cubicBezTo>
                  <a:cubicBezTo>
                    <a:pt x="12348" y="18825"/>
                    <a:pt x="13681" y="18349"/>
                    <a:pt x="14729" y="17396"/>
                  </a:cubicBezTo>
                  <a:cubicBezTo>
                    <a:pt x="17015" y="15396"/>
                    <a:pt x="17206" y="11776"/>
                    <a:pt x="15206" y="9490"/>
                  </a:cubicBezTo>
                  <a:cubicBezTo>
                    <a:pt x="13396" y="7490"/>
                    <a:pt x="11776" y="5204"/>
                    <a:pt x="10443" y="2823"/>
                  </a:cubicBezTo>
                  <a:cubicBezTo>
                    <a:pt x="8919" y="156"/>
                    <a:pt x="5490" y="-797"/>
                    <a:pt x="2823" y="727"/>
                  </a:cubicBezTo>
                  <a:cubicBezTo>
                    <a:pt x="156" y="2251"/>
                    <a:pt x="-797" y="5680"/>
                    <a:pt x="727" y="8347"/>
                  </a:cubicBezTo>
                  <a:cubicBezTo>
                    <a:pt x="2442" y="11395"/>
                    <a:pt x="4538" y="14253"/>
                    <a:pt x="6823" y="16920"/>
                  </a:cubicBezTo>
                  <a:lnTo>
                    <a:pt x="6823" y="169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27"/>
            <p:cNvSpPr/>
            <p:nvPr/>
          </p:nvSpPr>
          <p:spPr>
            <a:xfrm>
              <a:off x="4931530" y="2179663"/>
              <a:ext cx="20044" cy="14134"/>
            </a:xfrm>
            <a:custGeom>
              <a:rect b="b" l="l" r="r" t="t"/>
              <a:pathLst>
                <a:path extrusionOk="0" h="14134" w="20044">
                  <a:moveTo>
                    <a:pt x="12230" y="13659"/>
                  </a:moveTo>
                  <a:cubicBezTo>
                    <a:pt x="12992" y="14040"/>
                    <a:pt x="13754" y="14135"/>
                    <a:pt x="14516" y="14135"/>
                  </a:cubicBezTo>
                  <a:cubicBezTo>
                    <a:pt x="16611" y="14135"/>
                    <a:pt x="18612" y="12897"/>
                    <a:pt x="19564" y="10896"/>
                  </a:cubicBezTo>
                  <a:cubicBezTo>
                    <a:pt x="20802" y="8134"/>
                    <a:pt x="19564" y="4800"/>
                    <a:pt x="16802" y="3467"/>
                  </a:cubicBezTo>
                  <a:cubicBezTo>
                    <a:pt x="13563" y="2038"/>
                    <a:pt x="10230" y="895"/>
                    <a:pt x="6801" y="133"/>
                  </a:cubicBezTo>
                  <a:cubicBezTo>
                    <a:pt x="3753" y="-534"/>
                    <a:pt x="800" y="1371"/>
                    <a:pt x="133" y="4324"/>
                  </a:cubicBezTo>
                  <a:cubicBezTo>
                    <a:pt x="-534" y="7372"/>
                    <a:pt x="1371" y="10325"/>
                    <a:pt x="4324" y="10992"/>
                  </a:cubicBezTo>
                  <a:cubicBezTo>
                    <a:pt x="6991" y="11563"/>
                    <a:pt x="9563" y="12420"/>
                    <a:pt x="12039" y="13563"/>
                  </a:cubicBezTo>
                  <a:lnTo>
                    <a:pt x="12039" y="1356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27"/>
            <p:cNvSpPr/>
            <p:nvPr/>
          </p:nvSpPr>
          <p:spPr>
            <a:xfrm>
              <a:off x="4903751" y="2263993"/>
              <a:ext cx="20044" cy="14101"/>
            </a:xfrm>
            <a:custGeom>
              <a:rect b="b" l="l" r="r" t="t"/>
              <a:pathLst>
                <a:path extrusionOk="0" h="14101" w="20044">
                  <a:moveTo>
                    <a:pt x="15625" y="3052"/>
                  </a:moveTo>
                  <a:cubicBezTo>
                    <a:pt x="12958" y="2481"/>
                    <a:pt x="10387" y="1623"/>
                    <a:pt x="7910" y="480"/>
                  </a:cubicBezTo>
                  <a:cubicBezTo>
                    <a:pt x="5148" y="-758"/>
                    <a:pt x="1814" y="480"/>
                    <a:pt x="480" y="3243"/>
                  </a:cubicBezTo>
                  <a:cubicBezTo>
                    <a:pt x="-758" y="6005"/>
                    <a:pt x="480" y="9339"/>
                    <a:pt x="3243" y="10672"/>
                  </a:cubicBezTo>
                  <a:cubicBezTo>
                    <a:pt x="6481" y="12101"/>
                    <a:pt x="9815" y="13244"/>
                    <a:pt x="13244" y="14006"/>
                  </a:cubicBezTo>
                  <a:cubicBezTo>
                    <a:pt x="13625" y="14006"/>
                    <a:pt x="14006" y="14101"/>
                    <a:pt x="14482" y="14101"/>
                  </a:cubicBezTo>
                  <a:cubicBezTo>
                    <a:pt x="17054" y="14101"/>
                    <a:pt x="19340" y="12291"/>
                    <a:pt x="19912" y="9720"/>
                  </a:cubicBezTo>
                  <a:cubicBezTo>
                    <a:pt x="20578" y="6672"/>
                    <a:pt x="18673" y="3719"/>
                    <a:pt x="15625" y="3052"/>
                  </a:cubicBezTo>
                  <a:lnTo>
                    <a:pt x="15625" y="30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27"/>
            <p:cNvSpPr/>
            <p:nvPr/>
          </p:nvSpPr>
          <p:spPr>
            <a:xfrm>
              <a:off x="4904324" y="2179504"/>
              <a:ext cx="20010" cy="14007"/>
            </a:xfrm>
            <a:custGeom>
              <a:rect b="b" l="l" r="r" t="t"/>
              <a:pathLst>
                <a:path extrusionOk="0" h="14007" w="20010">
                  <a:moveTo>
                    <a:pt x="5432" y="14008"/>
                  </a:moveTo>
                  <a:cubicBezTo>
                    <a:pt x="6194" y="14008"/>
                    <a:pt x="6956" y="13817"/>
                    <a:pt x="7718" y="13531"/>
                  </a:cubicBezTo>
                  <a:cubicBezTo>
                    <a:pt x="10194" y="12484"/>
                    <a:pt x="12766" y="11626"/>
                    <a:pt x="15528" y="11055"/>
                  </a:cubicBezTo>
                  <a:cubicBezTo>
                    <a:pt x="18576" y="10388"/>
                    <a:pt x="20481" y="7531"/>
                    <a:pt x="19910" y="4483"/>
                  </a:cubicBezTo>
                  <a:cubicBezTo>
                    <a:pt x="19338" y="1435"/>
                    <a:pt x="16385" y="-470"/>
                    <a:pt x="13338" y="101"/>
                  </a:cubicBezTo>
                  <a:cubicBezTo>
                    <a:pt x="9908" y="768"/>
                    <a:pt x="6575" y="1911"/>
                    <a:pt x="3336" y="3244"/>
                  </a:cubicBezTo>
                  <a:cubicBezTo>
                    <a:pt x="479" y="4483"/>
                    <a:pt x="-760" y="7816"/>
                    <a:pt x="479" y="10579"/>
                  </a:cubicBezTo>
                  <a:cubicBezTo>
                    <a:pt x="1431" y="12674"/>
                    <a:pt x="3431" y="13912"/>
                    <a:pt x="5622" y="13912"/>
                  </a:cubicBezTo>
                  <a:lnTo>
                    <a:pt x="5622" y="139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27"/>
            <p:cNvSpPr/>
            <p:nvPr/>
          </p:nvSpPr>
          <p:spPr>
            <a:xfrm>
              <a:off x="4966197" y="2218711"/>
              <a:ext cx="11376" cy="20425"/>
            </a:xfrm>
            <a:custGeom>
              <a:rect b="b" l="l" r="r" t="t"/>
              <a:pathLst>
                <a:path extrusionOk="0" h="20425" w="11376">
                  <a:moveTo>
                    <a:pt x="4994" y="20425"/>
                  </a:moveTo>
                  <a:cubicBezTo>
                    <a:pt x="4994" y="20425"/>
                    <a:pt x="5376" y="20425"/>
                    <a:pt x="5566" y="20425"/>
                  </a:cubicBezTo>
                  <a:cubicBezTo>
                    <a:pt x="8423" y="20425"/>
                    <a:pt x="10805" y="18330"/>
                    <a:pt x="11090" y="15472"/>
                  </a:cubicBezTo>
                  <a:cubicBezTo>
                    <a:pt x="11281" y="13758"/>
                    <a:pt x="11376" y="11948"/>
                    <a:pt x="11376" y="10233"/>
                  </a:cubicBezTo>
                  <a:cubicBezTo>
                    <a:pt x="11376" y="8519"/>
                    <a:pt x="11376" y="6709"/>
                    <a:pt x="11090" y="4995"/>
                  </a:cubicBezTo>
                  <a:cubicBezTo>
                    <a:pt x="10805" y="1947"/>
                    <a:pt x="8043" y="-339"/>
                    <a:pt x="4994" y="42"/>
                  </a:cubicBezTo>
                  <a:cubicBezTo>
                    <a:pt x="1946" y="327"/>
                    <a:pt x="-340" y="3090"/>
                    <a:pt x="42" y="6138"/>
                  </a:cubicBezTo>
                  <a:cubicBezTo>
                    <a:pt x="137" y="7471"/>
                    <a:pt x="232" y="8900"/>
                    <a:pt x="232" y="10233"/>
                  </a:cubicBezTo>
                  <a:cubicBezTo>
                    <a:pt x="232" y="11567"/>
                    <a:pt x="232" y="12996"/>
                    <a:pt x="42" y="14329"/>
                  </a:cubicBezTo>
                  <a:cubicBezTo>
                    <a:pt x="-244" y="17377"/>
                    <a:pt x="1946" y="20139"/>
                    <a:pt x="4994" y="20425"/>
                  </a:cubicBezTo>
                  <a:lnTo>
                    <a:pt x="4994" y="204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27"/>
            <p:cNvSpPr/>
            <p:nvPr/>
          </p:nvSpPr>
          <p:spPr>
            <a:xfrm>
              <a:off x="4931244" y="2264090"/>
              <a:ext cx="19947" cy="14004"/>
            </a:xfrm>
            <a:custGeom>
              <a:rect b="b" l="l" r="r" t="t"/>
              <a:pathLst>
                <a:path extrusionOk="0" h="14004" w="19947">
                  <a:moveTo>
                    <a:pt x="6610" y="13909"/>
                  </a:moveTo>
                  <a:cubicBezTo>
                    <a:pt x="10039" y="13147"/>
                    <a:pt x="13373" y="12099"/>
                    <a:pt x="16611" y="10670"/>
                  </a:cubicBezTo>
                  <a:cubicBezTo>
                    <a:pt x="19469" y="9432"/>
                    <a:pt x="20707" y="6098"/>
                    <a:pt x="19469" y="3336"/>
                  </a:cubicBezTo>
                  <a:cubicBezTo>
                    <a:pt x="18230" y="479"/>
                    <a:pt x="14897" y="-760"/>
                    <a:pt x="12134" y="479"/>
                  </a:cubicBezTo>
                  <a:cubicBezTo>
                    <a:pt x="9658" y="1622"/>
                    <a:pt x="7086" y="2384"/>
                    <a:pt x="4419" y="2955"/>
                  </a:cubicBezTo>
                  <a:cubicBezTo>
                    <a:pt x="1371" y="3622"/>
                    <a:pt x="-534" y="6575"/>
                    <a:pt x="133" y="9527"/>
                  </a:cubicBezTo>
                  <a:cubicBezTo>
                    <a:pt x="704" y="12194"/>
                    <a:pt x="2990" y="14004"/>
                    <a:pt x="5562" y="14004"/>
                  </a:cubicBezTo>
                  <a:cubicBezTo>
                    <a:pt x="5943" y="14004"/>
                    <a:pt x="6324" y="14004"/>
                    <a:pt x="6705" y="13909"/>
                  </a:cubicBezTo>
                  <a:lnTo>
                    <a:pt x="6705" y="139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8" name="Google Shape;1288;p27"/>
          <p:cNvGrpSpPr/>
          <p:nvPr/>
        </p:nvGrpSpPr>
        <p:grpSpPr>
          <a:xfrm>
            <a:off x="2219261" y="1300188"/>
            <a:ext cx="358784" cy="426110"/>
            <a:chOff x="3990117" y="2038350"/>
            <a:chExt cx="320801" cy="381000"/>
          </a:xfrm>
        </p:grpSpPr>
        <p:sp>
          <p:nvSpPr>
            <p:cNvPr id="1289" name="Google Shape;1289;p27"/>
            <p:cNvSpPr/>
            <p:nvPr/>
          </p:nvSpPr>
          <p:spPr>
            <a:xfrm>
              <a:off x="3990117" y="2038350"/>
              <a:ext cx="320801" cy="381000"/>
            </a:xfrm>
            <a:custGeom>
              <a:rect b="b" l="l" r="r" t="t"/>
              <a:pathLst>
                <a:path extrusionOk="0" h="381000" w="320801">
                  <a:moveTo>
                    <a:pt x="315182" y="144971"/>
                  </a:moveTo>
                  <a:cubicBezTo>
                    <a:pt x="318230" y="144971"/>
                    <a:pt x="320802" y="142494"/>
                    <a:pt x="320802" y="139351"/>
                  </a:cubicBezTo>
                  <a:lnTo>
                    <a:pt x="320802" y="13716"/>
                  </a:lnTo>
                  <a:cubicBezTo>
                    <a:pt x="320802" y="13716"/>
                    <a:pt x="320802" y="13430"/>
                    <a:pt x="320802" y="13335"/>
                  </a:cubicBezTo>
                  <a:cubicBezTo>
                    <a:pt x="320707" y="10954"/>
                    <a:pt x="319945" y="8477"/>
                    <a:pt x="318611" y="6382"/>
                  </a:cubicBezTo>
                  <a:cubicBezTo>
                    <a:pt x="315944" y="2381"/>
                    <a:pt x="311563" y="0"/>
                    <a:pt x="306896" y="0"/>
                  </a:cubicBezTo>
                  <a:lnTo>
                    <a:pt x="64579" y="0"/>
                  </a:lnTo>
                  <a:cubicBezTo>
                    <a:pt x="59817" y="0"/>
                    <a:pt x="55531" y="2381"/>
                    <a:pt x="52959" y="6382"/>
                  </a:cubicBezTo>
                  <a:cubicBezTo>
                    <a:pt x="51625" y="8477"/>
                    <a:pt x="50863" y="10859"/>
                    <a:pt x="50768" y="13335"/>
                  </a:cubicBezTo>
                  <a:cubicBezTo>
                    <a:pt x="50768" y="13430"/>
                    <a:pt x="50768" y="13621"/>
                    <a:pt x="50768" y="13716"/>
                  </a:cubicBezTo>
                  <a:lnTo>
                    <a:pt x="50768" y="239840"/>
                  </a:lnTo>
                  <a:cubicBezTo>
                    <a:pt x="21431" y="248984"/>
                    <a:pt x="0" y="276416"/>
                    <a:pt x="0" y="308800"/>
                  </a:cubicBezTo>
                  <a:cubicBezTo>
                    <a:pt x="0" y="348615"/>
                    <a:pt x="32385" y="381000"/>
                    <a:pt x="72200" y="381000"/>
                  </a:cubicBezTo>
                  <a:cubicBezTo>
                    <a:pt x="85344" y="381000"/>
                    <a:pt x="97631" y="377476"/>
                    <a:pt x="108299" y="371285"/>
                  </a:cubicBezTo>
                  <a:lnTo>
                    <a:pt x="306896" y="371285"/>
                  </a:lnTo>
                  <a:cubicBezTo>
                    <a:pt x="311658" y="371285"/>
                    <a:pt x="315944" y="368903"/>
                    <a:pt x="318516" y="364998"/>
                  </a:cubicBezTo>
                  <a:cubicBezTo>
                    <a:pt x="319945" y="362807"/>
                    <a:pt x="320612" y="360426"/>
                    <a:pt x="320707" y="357950"/>
                  </a:cubicBezTo>
                  <a:cubicBezTo>
                    <a:pt x="320707" y="357854"/>
                    <a:pt x="320707" y="357759"/>
                    <a:pt x="320707" y="357664"/>
                  </a:cubicBezTo>
                  <a:lnTo>
                    <a:pt x="320707" y="164211"/>
                  </a:lnTo>
                  <a:cubicBezTo>
                    <a:pt x="320707" y="161163"/>
                    <a:pt x="318230" y="158591"/>
                    <a:pt x="315087" y="158591"/>
                  </a:cubicBezTo>
                  <a:cubicBezTo>
                    <a:pt x="311944" y="158591"/>
                    <a:pt x="309467" y="161068"/>
                    <a:pt x="309467" y="164211"/>
                  </a:cubicBezTo>
                  <a:lnTo>
                    <a:pt x="309467" y="329756"/>
                  </a:lnTo>
                  <a:lnTo>
                    <a:pt x="302419" y="314135"/>
                  </a:lnTo>
                  <a:cubicBezTo>
                    <a:pt x="297561" y="303276"/>
                    <a:pt x="286702" y="296228"/>
                    <a:pt x="274701" y="296228"/>
                  </a:cubicBezTo>
                  <a:lnTo>
                    <a:pt x="191167" y="296228"/>
                  </a:lnTo>
                  <a:lnTo>
                    <a:pt x="191167" y="157544"/>
                  </a:lnTo>
                  <a:cubicBezTo>
                    <a:pt x="202597" y="154972"/>
                    <a:pt x="211074" y="144780"/>
                    <a:pt x="211074" y="132683"/>
                  </a:cubicBezTo>
                  <a:lnTo>
                    <a:pt x="211074" y="75152"/>
                  </a:lnTo>
                  <a:lnTo>
                    <a:pt x="274701" y="75152"/>
                  </a:lnTo>
                  <a:cubicBezTo>
                    <a:pt x="286607" y="75152"/>
                    <a:pt x="297466" y="68104"/>
                    <a:pt x="302419" y="57245"/>
                  </a:cubicBezTo>
                  <a:lnTo>
                    <a:pt x="309467" y="41529"/>
                  </a:lnTo>
                  <a:lnTo>
                    <a:pt x="309467" y="139446"/>
                  </a:lnTo>
                  <a:cubicBezTo>
                    <a:pt x="309467" y="142494"/>
                    <a:pt x="311944" y="145066"/>
                    <a:pt x="315087" y="145066"/>
                  </a:cubicBezTo>
                  <a:lnTo>
                    <a:pt x="315087" y="145066"/>
                  </a:lnTo>
                  <a:close/>
                  <a:moveTo>
                    <a:pt x="292322" y="318707"/>
                  </a:moveTo>
                  <a:lnTo>
                    <a:pt x="309372" y="356330"/>
                  </a:lnTo>
                  <a:cubicBezTo>
                    <a:pt x="309848" y="357473"/>
                    <a:pt x="309467" y="358426"/>
                    <a:pt x="309181" y="358902"/>
                  </a:cubicBezTo>
                  <a:cubicBezTo>
                    <a:pt x="308896" y="359378"/>
                    <a:pt x="308229" y="360140"/>
                    <a:pt x="306896" y="360140"/>
                  </a:cubicBezTo>
                  <a:lnTo>
                    <a:pt x="122872" y="360140"/>
                  </a:lnTo>
                  <a:cubicBezTo>
                    <a:pt x="136112" y="346996"/>
                    <a:pt x="144399" y="328803"/>
                    <a:pt x="144399" y="308800"/>
                  </a:cubicBezTo>
                  <a:cubicBezTo>
                    <a:pt x="144399" y="308324"/>
                    <a:pt x="144399" y="307848"/>
                    <a:pt x="144399" y="307467"/>
                  </a:cubicBezTo>
                  <a:lnTo>
                    <a:pt x="274892" y="307467"/>
                  </a:lnTo>
                  <a:cubicBezTo>
                    <a:pt x="282416" y="307467"/>
                    <a:pt x="289274" y="311944"/>
                    <a:pt x="292417" y="318802"/>
                  </a:cubicBezTo>
                  <a:lnTo>
                    <a:pt x="292417" y="318802"/>
                  </a:lnTo>
                  <a:close/>
                  <a:moveTo>
                    <a:pt x="185738" y="146971"/>
                  </a:moveTo>
                  <a:cubicBezTo>
                    <a:pt x="177832" y="146971"/>
                    <a:pt x="171355" y="140494"/>
                    <a:pt x="171355" y="132588"/>
                  </a:cubicBezTo>
                  <a:cubicBezTo>
                    <a:pt x="171355" y="124682"/>
                    <a:pt x="177832" y="118205"/>
                    <a:pt x="185738" y="118205"/>
                  </a:cubicBezTo>
                  <a:cubicBezTo>
                    <a:pt x="193643" y="118205"/>
                    <a:pt x="200120" y="124682"/>
                    <a:pt x="200120" y="132588"/>
                  </a:cubicBezTo>
                  <a:cubicBezTo>
                    <a:pt x="200120" y="140494"/>
                    <a:pt x="193643" y="146971"/>
                    <a:pt x="185738" y="146971"/>
                  </a:cubicBezTo>
                  <a:lnTo>
                    <a:pt x="185738" y="146971"/>
                  </a:lnTo>
                  <a:close/>
                  <a:moveTo>
                    <a:pt x="185738" y="93440"/>
                  </a:moveTo>
                  <a:cubicBezTo>
                    <a:pt x="191071" y="93440"/>
                    <a:pt x="196025" y="91821"/>
                    <a:pt x="200120" y="88964"/>
                  </a:cubicBezTo>
                  <a:lnTo>
                    <a:pt x="200120" y="111538"/>
                  </a:lnTo>
                  <a:cubicBezTo>
                    <a:pt x="196025" y="108776"/>
                    <a:pt x="191071" y="107061"/>
                    <a:pt x="185738" y="107061"/>
                  </a:cubicBezTo>
                  <a:cubicBezTo>
                    <a:pt x="180404" y="107061"/>
                    <a:pt x="175450" y="108680"/>
                    <a:pt x="171355" y="111538"/>
                  </a:cubicBezTo>
                  <a:lnTo>
                    <a:pt x="171355" y="88964"/>
                  </a:lnTo>
                  <a:cubicBezTo>
                    <a:pt x="175450" y="91726"/>
                    <a:pt x="180404" y="93440"/>
                    <a:pt x="185738" y="93440"/>
                  </a:cubicBezTo>
                  <a:lnTo>
                    <a:pt x="185738" y="93440"/>
                  </a:lnTo>
                  <a:close/>
                  <a:moveTo>
                    <a:pt x="185738" y="82201"/>
                  </a:moveTo>
                  <a:cubicBezTo>
                    <a:pt x="177832" y="82201"/>
                    <a:pt x="171355" y="75724"/>
                    <a:pt x="171355" y="67818"/>
                  </a:cubicBezTo>
                  <a:cubicBezTo>
                    <a:pt x="171355" y="59912"/>
                    <a:pt x="177832" y="53435"/>
                    <a:pt x="185738" y="53435"/>
                  </a:cubicBezTo>
                  <a:cubicBezTo>
                    <a:pt x="193643" y="53435"/>
                    <a:pt x="200120" y="59912"/>
                    <a:pt x="200120" y="67818"/>
                  </a:cubicBezTo>
                  <a:cubicBezTo>
                    <a:pt x="200120" y="75724"/>
                    <a:pt x="193643" y="82201"/>
                    <a:pt x="185738" y="82201"/>
                  </a:cubicBezTo>
                  <a:lnTo>
                    <a:pt x="185738" y="82201"/>
                  </a:lnTo>
                  <a:close/>
                  <a:moveTo>
                    <a:pt x="292322" y="52578"/>
                  </a:moveTo>
                  <a:cubicBezTo>
                    <a:pt x="289179" y="59436"/>
                    <a:pt x="282321" y="63913"/>
                    <a:pt x="274796" y="63913"/>
                  </a:cubicBezTo>
                  <a:lnTo>
                    <a:pt x="210884" y="63913"/>
                  </a:lnTo>
                  <a:cubicBezTo>
                    <a:pt x="208979" y="51721"/>
                    <a:pt x="198406" y="42386"/>
                    <a:pt x="185642" y="42386"/>
                  </a:cubicBezTo>
                  <a:cubicBezTo>
                    <a:pt x="172879" y="42386"/>
                    <a:pt x="162401" y="51721"/>
                    <a:pt x="160401" y="63913"/>
                  </a:cubicBezTo>
                  <a:lnTo>
                    <a:pt x="136779" y="63913"/>
                  </a:lnTo>
                  <a:cubicBezTo>
                    <a:pt x="133731" y="63913"/>
                    <a:pt x="131159" y="66389"/>
                    <a:pt x="131159" y="69533"/>
                  </a:cubicBezTo>
                  <a:cubicBezTo>
                    <a:pt x="131159" y="72676"/>
                    <a:pt x="133636" y="75152"/>
                    <a:pt x="136779" y="75152"/>
                  </a:cubicBezTo>
                  <a:lnTo>
                    <a:pt x="160115" y="75152"/>
                  </a:lnTo>
                  <a:lnTo>
                    <a:pt x="160115" y="132683"/>
                  </a:lnTo>
                  <a:cubicBezTo>
                    <a:pt x="160115" y="144875"/>
                    <a:pt x="168688" y="154972"/>
                    <a:pt x="180022" y="157544"/>
                  </a:cubicBezTo>
                  <a:lnTo>
                    <a:pt x="180022" y="296228"/>
                  </a:lnTo>
                  <a:lnTo>
                    <a:pt x="143161" y="296228"/>
                  </a:lnTo>
                  <a:cubicBezTo>
                    <a:pt x="141446" y="286226"/>
                    <a:pt x="137541" y="276701"/>
                    <a:pt x="131731" y="268129"/>
                  </a:cubicBezTo>
                  <a:cubicBezTo>
                    <a:pt x="130016" y="265557"/>
                    <a:pt x="126492" y="264890"/>
                    <a:pt x="124015" y="266700"/>
                  </a:cubicBezTo>
                  <a:cubicBezTo>
                    <a:pt x="121444" y="268415"/>
                    <a:pt x="120777" y="271939"/>
                    <a:pt x="122587" y="274415"/>
                  </a:cubicBezTo>
                  <a:cubicBezTo>
                    <a:pt x="129540" y="284512"/>
                    <a:pt x="133159" y="296418"/>
                    <a:pt x="133159" y="308705"/>
                  </a:cubicBezTo>
                  <a:cubicBezTo>
                    <a:pt x="133159" y="342329"/>
                    <a:pt x="105727" y="369761"/>
                    <a:pt x="72104" y="369761"/>
                  </a:cubicBezTo>
                  <a:cubicBezTo>
                    <a:pt x="38481" y="369761"/>
                    <a:pt x="11049" y="342329"/>
                    <a:pt x="11049" y="308705"/>
                  </a:cubicBezTo>
                  <a:cubicBezTo>
                    <a:pt x="11049" y="275082"/>
                    <a:pt x="38481" y="247650"/>
                    <a:pt x="72104" y="247650"/>
                  </a:cubicBezTo>
                  <a:cubicBezTo>
                    <a:pt x="84487" y="247650"/>
                    <a:pt x="96393" y="251365"/>
                    <a:pt x="106585" y="258318"/>
                  </a:cubicBezTo>
                  <a:cubicBezTo>
                    <a:pt x="109156" y="260033"/>
                    <a:pt x="112585" y="259366"/>
                    <a:pt x="114300" y="256889"/>
                  </a:cubicBezTo>
                  <a:cubicBezTo>
                    <a:pt x="116014" y="254318"/>
                    <a:pt x="115348" y="250889"/>
                    <a:pt x="112871" y="249174"/>
                  </a:cubicBezTo>
                  <a:cubicBezTo>
                    <a:pt x="100870" y="240983"/>
                    <a:pt x="86773" y="236601"/>
                    <a:pt x="72104" y="236601"/>
                  </a:cubicBezTo>
                  <a:cubicBezTo>
                    <a:pt x="68580" y="236601"/>
                    <a:pt x="65151" y="236887"/>
                    <a:pt x="61817" y="237363"/>
                  </a:cubicBezTo>
                  <a:lnTo>
                    <a:pt x="61817" y="41529"/>
                  </a:lnTo>
                  <a:lnTo>
                    <a:pt x="68866" y="57150"/>
                  </a:lnTo>
                  <a:cubicBezTo>
                    <a:pt x="73723" y="68009"/>
                    <a:pt x="84677" y="75057"/>
                    <a:pt x="96583" y="75057"/>
                  </a:cubicBezTo>
                  <a:lnTo>
                    <a:pt x="112109" y="75057"/>
                  </a:lnTo>
                  <a:cubicBezTo>
                    <a:pt x="115157" y="75057"/>
                    <a:pt x="117729" y="72581"/>
                    <a:pt x="117729" y="69437"/>
                  </a:cubicBezTo>
                  <a:cubicBezTo>
                    <a:pt x="117729" y="66294"/>
                    <a:pt x="115252" y="63818"/>
                    <a:pt x="112109" y="63818"/>
                  </a:cubicBezTo>
                  <a:lnTo>
                    <a:pt x="96583" y="63818"/>
                  </a:lnTo>
                  <a:cubicBezTo>
                    <a:pt x="89059" y="63818"/>
                    <a:pt x="82201" y="59341"/>
                    <a:pt x="79058" y="52483"/>
                  </a:cubicBezTo>
                  <a:lnTo>
                    <a:pt x="62103" y="14859"/>
                  </a:lnTo>
                  <a:cubicBezTo>
                    <a:pt x="61627" y="13716"/>
                    <a:pt x="62008" y="12764"/>
                    <a:pt x="62293" y="12287"/>
                  </a:cubicBezTo>
                  <a:cubicBezTo>
                    <a:pt x="62579" y="11811"/>
                    <a:pt x="63246" y="11049"/>
                    <a:pt x="64579" y="11049"/>
                  </a:cubicBezTo>
                  <a:lnTo>
                    <a:pt x="306896" y="11049"/>
                  </a:lnTo>
                  <a:cubicBezTo>
                    <a:pt x="308134" y="11049"/>
                    <a:pt x="308896" y="11811"/>
                    <a:pt x="309181" y="12287"/>
                  </a:cubicBezTo>
                  <a:cubicBezTo>
                    <a:pt x="309467" y="12764"/>
                    <a:pt x="309943" y="13716"/>
                    <a:pt x="309372" y="14859"/>
                  </a:cubicBezTo>
                  <a:lnTo>
                    <a:pt x="292322" y="524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27"/>
            <p:cNvSpPr/>
            <p:nvPr/>
          </p:nvSpPr>
          <p:spPr>
            <a:xfrm>
              <a:off x="4272724" y="2309621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6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27"/>
            <p:cNvSpPr/>
            <p:nvPr/>
          </p:nvSpPr>
          <p:spPr>
            <a:xfrm>
              <a:off x="4255578" y="2309621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6" y="11240"/>
                    <a:pt x="5620" y="11240"/>
                  </a:cubicBezTo>
                  <a:cubicBezTo>
                    <a:pt x="8763" y="11240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7"/>
                    <a:pt x="8763" y="0"/>
                    <a:pt x="5620" y="0"/>
                  </a:cubicBezTo>
                  <a:cubicBezTo>
                    <a:pt x="2476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27"/>
            <p:cNvSpPr/>
            <p:nvPr/>
          </p:nvSpPr>
          <p:spPr>
            <a:xfrm>
              <a:off x="4238338" y="2309621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0" y="5620"/>
                  </a:moveTo>
                  <a:lnTo>
                    <a:pt x="0" y="5620"/>
                  </a:lnTo>
                  <a:cubicBezTo>
                    <a:pt x="0" y="8763"/>
                    <a:pt x="2476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cubicBezTo>
                    <a:pt x="2476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27"/>
            <p:cNvSpPr/>
            <p:nvPr/>
          </p:nvSpPr>
          <p:spPr>
            <a:xfrm>
              <a:off x="4204239" y="2288095"/>
              <a:ext cx="79724" cy="11239"/>
            </a:xfrm>
            <a:custGeom>
              <a:rect b="b" l="l" r="r" t="t"/>
              <a:pathLst>
                <a:path extrusionOk="0" h="11239" w="79724">
                  <a:moveTo>
                    <a:pt x="74104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6" y="11240"/>
                    <a:pt x="5620" y="11240"/>
                  </a:cubicBezTo>
                  <a:lnTo>
                    <a:pt x="74104" y="11240"/>
                  </a:lnTo>
                  <a:cubicBezTo>
                    <a:pt x="77153" y="11240"/>
                    <a:pt x="79724" y="8763"/>
                    <a:pt x="79724" y="5620"/>
                  </a:cubicBezTo>
                  <a:cubicBezTo>
                    <a:pt x="79724" y="2477"/>
                    <a:pt x="77248" y="0"/>
                    <a:pt x="74104" y="0"/>
                  </a:cubicBezTo>
                  <a:lnTo>
                    <a:pt x="741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27"/>
            <p:cNvSpPr/>
            <p:nvPr/>
          </p:nvSpPr>
          <p:spPr>
            <a:xfrm>
              <a:off x="4204239" y="2267331"/>
              <a:ext cx="29241" cy="11239"/>
            </a:xfrm>
            <a:custGeom>
              <a:rect b="b" l="l" r="r" t="t"/>
              <a:pathLst>
                <a:path extrusionOk="0" h="11239" w="29241">
                  <a:moveTo>
                    <a:pt x="5620" y="11239"/>
                  </a:moveTo>
                  <a:lnTo>
                    <a:pt x="23622" y="11239"/>
                  </a:lnTo>
                  <a:cubicBezTo>
                    <a:pt x="26670" y="11239"/>
                    <a:pt x="29242" y="8763"/>
                    <a:pt x="29242" y="5620"/>
                  </a:cubicBezTo>
                  <a:cubicBezTo>
                    <a:pt x="29242" y="2476"/>
                    <a:pt x="26765" y="0"/>
                    <a:pt x="23622" y="0"/>
                  </a:cubicBez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27"/>
            <p:cNvSpPr/>
            <p:nvPr/>
          </p:nvSpPr>
          <p:spPr>
            <a:xfrm>
              <a:off x="4243196" y="2267426"/>
              <a:ext cx="40766" cy="11239"/>
            </a:xfrm>
            <a:custGeom>
              <a:rect b="b" l="l" r="r" t="t"/>
              <a:pathLst>
                <a:path extrusionOk="0" h="11239" w="40766">
                  <a:moveTo>
                    <a:pt x="35147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35147" y="11240"/>
                  </a:lnTo>
                  <a:cubicBezTo>
                    <a:pt x="38195" y="11240"/>
                    <a:pt x="40767" y="8763"/>
                    <a:pt x="40767" y="5620"/>
                  </a:cubicBezTo>
                  <a:cubicBezTo>
                    <a:pt x="40767" y="2477"/>
                    <a:pt x="38291" y="0"/>
                    <a:pt x="35147" y="0"/>
                  </a:cubicBezTo>
                  <a:lnTo>
                    <a:pt x="351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27"/>
            <p:cNvSpPr/>
            <p:nvPr/>
          </p:nvSpPr>
          <p:spPr>
            <a:xfrm>
              <a:off x="4170235" y="2100643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6" y="11239"/>
                    <a:pt x="5620" y="11239"/>
                  </a:cubicBezTo>
                  <a:cubicBezTo>
                    <a:pt x="8763" y="11239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27"/>
            <p:cNvSpPr/>
            <p:nvPr/>
          </p:nvSpPr>
          <p:spPr>
            <a:xfrm>
              <a:off x="4170235" y="2165413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6" y="11240"/>
                    <a:pt x="5620" y="11240"/>
                  </a:cubicBezTo>
                  <a:cubicBezTo>
                    <a:pt x="8763" y="11240"/>
                    <a:pt x="11239" y="8763"/>
                    <a:pt x="11239" y="5620"/>
                  </a:cubicBezTo>
                  <a:lnTo>
                    <a:pt x="11239" y="5620"/>
                  </a:lnTo>
                  <a:cubicBezTo>
                    <a:pt x="11239" y="2477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27"/>
            <p:cNvSpPr/>
            <p:nvPr/>
          </p:nvSpPr>
          <p:spPr>
            <a:xfrm>
              <a:off x="4043647" y="2314765"/>
              <a:ext cx="37147" cy="64769"/>
            </a:xfrm>
            <a:custGeom>
              <a:rect b="b" l="l" r="r" t="t"/>
              <a:pathLst>
                <a:path extrusionOk="0" h="64769" w="37147">
                  <a:moveTo>
                    <a:pt x="21622" y="27146"/>
                  </a:moveTo>
                  <a:lnTo>
                    <a:pt x="15621" y="27146"/>
                  </a:lnTo>
                  <a:cubicBezTo>
                    <a:pt x="13240" y="27146"/>
                    <a:pt x="11240" y="25146"/>
                    <a:pt x="11240" y="22765"/>
                  </a:cubicBezTo>
                  <a:cubicBezTo>
                    <a:pt x="11240" y="20383"/>
                    <a:pt x="13240" y="18383"/>
                    <a:pt x="15621" y="18383"/>
                  </a:cubicBezTo>
                  <a:lnTo>
                    <a:pt x="21622" y="18383"/>
                  </a:lnTo>
                  <a:cubicBezTo>
                    <a:pt x="23050" y="18383"/>
                    <a:pt x="24384" y="19145"/>
                    <a:pt x="25241" y="20288"/>
                  </a:cubicBezTo>
                  <a:cubicBezTo>
                    <a:pt x="26956" y="22860"/>
                    <a:pt x="30480" y="23527"/>
                    <a:pt x="32957" y="21812"/>
                  </a:cubicBezTo>
                  <a:cubicBezTo>
                    <a:pt x="35528" y="20098"/>
                    <a:pt x="36195" y="16573"/>
                    <a:pt x="34480" y="14097"/>
                  </a:cubicBezTo>
                  <a:cubicBezTo>
                    <a:pt x="32099" y="10573"/>
                    <a:pt x="28384" y="8191"/>
                    <a:pt x="24194" y="7525"/>
                  </a:cubicBezTo>
                  <a:lnTo>
                    <a:pt x="24194" y="5620"/>
                  </a:lnTo>
                  <a:cubicBezTo>
                    <a:pt x="24194" y="2572"/>
                    <a:pt x="21717" y="0"/>
                    <a:pt x="18574" y="0"/>
                  </a:cubicBezTo>
                  <a:cubicBezTo>
                    <a:pt x="15430" y="0"/>
                    <a:pt x="12954" y="2477"/>
                    <a:pt x="12954" y="5620"/>
                  </a:cubicBezTo>
                  <a:lnTo>
                    <a:pt x="12954" y="7525"/>
                  </a:lnTo>
                  <a:cubicBezTo>
                    <a:pt x="5620" y="8763"/>
                    <a:pt x="0" y="15145"/>
                    <a:pt x="0" y="22860"/>
                  </a:cubicBezTo>
                  <a:cubicBezTo>
                    <a:pt x="0" y="31432"/>
                    <a:pt x="6953" y="38386"/>
                    <a:pt x="15526" y="38386"/>
                  </a:cubicBezTo>
                  <a:lnTo>
                    <a:pt x="21526" y="38386"/>
                  </a:lnTo>
                  <a:cubicBezTo>
                    <a:pt x="23908" y="38386"/>
                    <a:pt x="25908" y="40386"/>
                    <a:pt x="25908" y="42767"/>
                  </a:cubicBezTo>
                  <a:cubicBezTo>
                    <a:pt x="25908" y="45148"/>
                    <a:pt x="23908" y="47149"/>
                    <a:pt x="21526" y="47149"/>
                  </a:cubicBezTo>
                  <a:lnTo>
                    <a:pt x="15526" y="47149"/>
                  </a:lnTo>
                  <a:cubicBezTo>
                    <a:pt x="13811" y="47149"/>
                    <a:pt x="12192" y="46101"/>
                    <a:pt x="11525" y="44482"/>
                  </a:cubicBezTo>
                  <a:cubicBezTo>
                    <a:pt x="10287" y="41624"/>
                    <a:pt x="7049" y="40291"/>
                    <a:pt x="4191" y="41529"/>
                  </a:cubicBezTo>
                  <a:cubicBezTo>
                    <a:pt x="1333" y="42767"/>
                    <a:pt x="0" y="46006"/>
                    <a:pt x="1238" y="48863"/>
                  </a:cubicBezTo>
                  <a:cubicBezTo>
                    <a:pt x="3334" y="53816"/>
                    <a:pt x="7811" y="57245"/>
                    <a:pt x="12954" y="58102"/>
                  </a:cubicBezTo>
                  <a:lnTo>
                    <a:pt x="12954" y="59150"/>
                  </a:lnTo>
                  <a:cubicBezTo>
                    <a:pt x="12954" y="62198"/>
                    <a:pt x="15430" y="64770"/>
                    <a:pt x="18574" y="64770"/>
                  </a:cubicBezTo>
                  <a:cubicBezTo>
                    <a:pt x="21717" y="64770"/>
                    <a:pt x="24194" y="62294"/>
                    <a:pt x="24194" y="59150"/>
                  </a:cubicBezTo>
                  <a:lnTo>
                    <a:pt x="24194" y="58007"/>
                  </a:lnTo>
                  <a:cubicBezTo>
                    <a:pt x="31528" y="56769"/>
                    <a:pt x="37147" y="50387"/>
                    <a:pt x="37147" y="42672"/>
                  </a:cubicBezTo>
                  <a:cubicBezTo>
                    <a:pt x="37147" y="34099"/>
                    <a:pt x="30194" y="27146"/>
                    <a:pt x="21622" y="27146"/>
                  </a:cubicBezTo>
                  <a:lnTo>
                    <a:pt x="21622" y="271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27"/>
            <p:cNvSpPr/>
            <p:nvPr/>
          </p:nvSpPr>
          <p:spPr>
            <a:xfrm>
              <a:off x="4010215" y="2295048"/>
              <a:ext cx="104203" cy="104203"/>
            </a:xfrm>
            <a:custGeom>
              <a:rect b="b" l="l" r="r" t="t"/>
              <a:pathLst>
                <a:path extrusionOk="0" h="104203" w="104203">
                  <a:moveTo>
                    <a:pt x="52102" y="0"/>
                  </a:moveTo>
                  <a:cubicBezTo>
                    <a:pt x="23336" y="0"/>
                    <a:pt x="0" y="23336"/>
                    <a:pt x="0" y="52102"/>
                  </a:cubicBezTo>
                  <a:cubicBezTo>
                    <a:pt x="0" y="80867"/>
                    <a:pt x="23336" y="104203"/>
                    <a:pt x="52102" y="104203"/>
                  </a:cubicBezTo>
                  <a:cubicBezTo>
                    <a:pt x="80867" y="104203"/>
                    <a:pt x="104204" y="80867"/>
                    <a:pt x="104204" y="52102"/>
                  </a:cubicBezTo>
                  <a:cubicBezTo>
                    <a:pt x="104204" y="23336"/>
                    <a:pt x="80867" y="0"/>
                    <a:pt x="52102" y="0"/>
                  </a:cubicBezTo>
                  <a:lnTo>
                    <a:pt x="52102" y="0"/>
                  </a:lnTo>
                  <a:close/>
                  <a:moveTo>
                    <a:pt x="52102" y="93059"/>
                  </a:moveTo>
                  <a:cubicBezTo>
                    <a:pt x="29527" y="93059"/>
                    <a:pt x="11144" y="74676"/>
                    <a:pt x="11144" y="52102"/>
                  </a:cubicBezTo>
                  <a:cubicBezTo>
                    <a:pt x="11144" y="29527"/>
                    <a:pt x="29527" y="11144"/>
                    <a:pt x="52102" y="11144"/>
                  </a:cubicBezTo>
                  <a:cubicBezTo>
                    <a:pt x="74676" y="11144"/>
                    <a:pt x="93059" y="29527"/>
                    <a:pt x="93059" y="52102"/>
                  </a:cubicBezTo>
                  <a:cubicBezTo>
                    <a:pt x="93059" y="74676"/>
                    <a:pt x="74676" y="93059"/>
                    <a:pt x="52102" y="93059"/>
                  </a:cubicBezTo>
                  <a:lnTo>
                    <a:pt x="52102" y="930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0" name="Google Shape;1300;p27"/>
          <p:cNvGrpSpPr/>
          <p:nvPr/>
        </p:nvGrpSpPr>
        <p:grpSpPr>
          <a:xfrm>
            <a:off x="1330714" y="1300188"/>
            <a:ext cx="397454" cy="426110"/>
            <a:chOff x="3195637" y="2038350"/>
            <a:chExt cx="355377" cy="381000"/>
          </a:xfrm>
        </p:grpSpPr>
        <p:sp>
          <p:nvSpPr>
            <p:cNvPr id="1301" name="Google Shape;1301;p27"/>
            <p:cNvSpPr/>
            <p:nvPr/>
          </p:nvSpPr>
          <p:spPr>
            <a:xfrm>
              <a:off x="3195637" y="2038350"/>
              <a:ext cx="355377" cy="381000"/>
            </a:xfrm>
            <a:custGeom>
              <a:rect b="b" l="l" r="r" t="t"/>
              <a:pathLst>
                <a:path extrusionOk="0" h="381000" w="355377">
                  <a:moveTo>
                    <a:pt x="355283" y="156115"/>
                  </a:moveTo>
                  <a:cubicBezTo>
                    <a:pt x="355283" y="153067"/>
                    <a:pt x="352806" y="150495"/>
                    <a:pt x="349663" y="150495"/>
                  </a:cubicBezTo>
                  <a:cubicBezTo>
                    <a:pt x="346519" y="150495"/>
                    <a:pt x="344043" y="152972"/>
                    <a:pt x="344043" y="156115"/>
                  </a:cubicBezTo>
                  <a:lnTo>
                    <a:pt x="344043" y="253556"/>
                  </a:lnTo>
                  <a:lnTo>
                    <a:pt x="301181" y="253556"/>
                  </a:lnTo>
                  <a:cubicBezTo>
                    <a:pt x="315278" y="240030"/>
                    <a:pt x="324136" y="220885"/>
                    <a:pt x="324136" y="199835"/>
                  </a:cubicBezTo>
                  <a:cubicBezTo>
                    <a:pt x="324136" y="169545"/>
                    <a:pt x="305943" y="143351"/>
                    <a:pt x="279940" y="131731"/>
                  </a:cubicBezTo>
                  <a:lnTo>
                    <a:pt x="279940" y="66008"/>
                  </a:lnTo>
                  <a:lnTo>
                    <a:pt x="335661" y="66008"/>
                  </a:lnTo>
                  <a:cubicBezTo>
                    <a:pt x="340328" y="66008"/>
                    <a:pt x="344138" y="69818"/>
                    <a:pt x="344138" y="74486"/>
                  </a:cubicBezTo>
                  <a:lnTo>
                    <a:pt x="344138" y="131255"/>
                  </a:lnTo>
                  <a:cubicBezTo>
                    <a:pt x="344138" y="134303"/>
                    <a:pt x="346615" y="136874"/>
                    <a:pt x="349758" y="136874"/>
                  </a:cubicBezTo>
                  <a:cubicBezTo>
                    <a:pt x="352901" y="136874"/>
                    <a:pt x="355378" y="134398"/>
                    <a:pt x="355378" y="131255"/>
                  </a:cubicBezTo>
                  <a:lnTo>
                    <a:pt x="355378" y="74486"/>
                  </a:lnTo>
                  <a:cubicBezTo>
                    <a:pt x="355378" y="63627"/>
                    <a:pt x="346615" y="54864"/>
                    <a:pt x="335756" y="54864"/>
                  </a:cubicBezTo>
                  <a:lnTo>
                    <a:pt x="333851" y="54864"/>
                  </a:lnTo>
                  <a:lnTo>
                    <a:pt x="333851" y="32290"/>
                  </a:lnTo>
                  <a:cubicBezTo>
                    <a:pt x="333756" y="14478"/>
                    <a:pt x="319183" y="0"/>
                    <a:pt x="301371" y="0"/>
                  </a:cubicBezTo>
                  <a:cubicBezTo>
                    <a:pt x="301371" y="0"/>
                    <a:pt x="301371" y="0"/>
                    <a:pt x="301276" y="0"/>
                  </a:cubicBezTo>
                  <a:cubicBezTo>
                    <a:pt x="301181" y="0"/>
                    <a:pt x="301276" y="0"/>
                    <a:pt x="301181" y="0"/>
                  </a:cubicBezTo>
                  <a:lnTo>
                    <a:pt x="94012" y="0"/>
                  </a:lnTo>
                  <a:cubicBezTo>
                    <a:pt x="76105" y="0"/>
                    <a:pt x="61531" y="14478"/>
                    <a:pt x="61531" y="32385"/>
                  </a:cubicBezTo>
                  <a:lnTo>
                    <a:pt x="61531" y="54959"/>
                  </a:lnTo>
                  <a:lnTo>
                    <a:pt x="19621" y="54959"/>
                  </a:lnTo>
                  <a:cubicBezTo>
                    <a:pt x="8763" y="54959"/>
                    <a:pt x="0" y="63722"/>
                    <a:pt x="0" y="74581"/>
                  </a:cubicBezTo>
                  <a:lnTo>
                    <a:pt x="0" y="281559"/>
                  </a:lnTo>
                  <a:cubicBezTo>
                    <a:pt x="0" y="292418"/>
                    <a:pt x="8763" y="301181"/>
                    <a:pt x="19621" y="301181"/>
                  </a:cubicBezTo>
                  <a:lnTo>
                    <a:pt x="131445" y="301181"/>
                  </a:lnTo>
                  <a:lnTo>
                    <a:pt x="127635" y="343186"/>
                  </a:lnTo>
                  <a:lnTo>
                    <a:pt x="114776" y="343186"/>
                  </a:lnTo>
                  <a:cubicBezTo>
                    <a:pt x="107918" y="343186"/>
                    <a:pt x="102298" y="348806"/>
                    <a:pt x="102298" y="355664"/>
                  </a:cubicBezTo>
                  <a:lnTo>
                    <a:pt x="102298" y="368522"/>
                  </a:lnTo>
                  <a:cubicBezTo>
                    <a:pt x="102298" y="375380"/>
                    <a:pt x="107918" y="381000"/>
                    <a:pt x="114776" y="381000"/>
                  </a:cubicBezTo>
                  <a:lnTo>
                    <a:pt x="240316" y="381000"/>
                  </a:lnTo>
                  <a:cubicBezTo>
                    <a:pt x="247174" y="381000"/>
                    <a:pt x="252794" y="375380"/>
                    <a:pt x="252794" y="368522"/>
                  </a:cubicBezTo>
                  <a:lnTo>
                    <a:pt x="252794" y="355664"/>
                  </a:lnTo>
                  <a:cubicBezTo>
                    <a:pt x="252794" y="348806"/>
                    <a:pt x="247174" y="343186"/>
                    <a:pt x="240316" y="343186"/>
                  </a:cubicBezTo>
                  <a:lnTo>
                    <a:pt x="227457" y="343186"/>
                  </a:lnTo>
                  <a:lnTo>
                    <a:pt x="223647" y="301181"/>
                  </a:lnTo>
                  <a:lnTo>
                    <a:pt x="335471" y="301181"/>
                  </a:lnTo>
                  <a:cubicBezTo>
                    <a:pt x="346329" y="301181"/>
                    <a:pt x="355092" y="292418"/>
                    <a:pt x="355092" y="281559"/>
                  </a:cubicBezTo>
                  <a:lnTo>
                    <a:pt x="355092" y="156115"/>
                  </a:lnTo>
                  <a:close/>
                  <a:moveTo>
                    <a:pt x="312992" y="199835"/>
                  </a:moveTo>
                  <a:cubicBezTo>
                    <a:pt x="312992" y="234791"/>
                    <a:pt x="284607" y="263176"/>
                    <a:pt x="249650" y="263176"/>
                  </a:cubicBezTo>
                  <a:cubicBezTo>
                    <a:pt x="214694" y="263176"/>
                    <a:pt x="186309" y="234791"/>
                    <a:pt x="186309" y="199835"/>
                  </a:cubicBezTo>
                  <a:cubicBezTo>
                    <a:pt x="186309" y="164878"/>
                    <a:pt x="214694" y="136493"/>
                    <a:pt x="249650" y="136493"/>
                  </a:cubicBezTo>
                  <a:cubicBezTo>
                    <a:pt x="284607" y="136493"/>
                    <a:pt x="312992" y="164878"/>
                    <a:pt x="312992" y="199835"/>
                  </a:cubicBezTo>
                  <a:lnTo>
                    <a:pt x="312992" y="199835"/>
                  </a:lnTo>
                  <a:close/>
                  <a:moveTo>
                    <a:pt x="104965" y="221075"/>
                  </a:moveTo>
                  <a:cubicBezTo>
                    <a:pt x="104108" y="221075"/>
                    <a:pt x="103442" y="220409"/>
                    <a:pt x="103442" y="219551"/>
                  </a:cubicBezTo>
                  <a:lnTo>
                    <a:pt x="103442" y="206502"/>
                  </a:lnTo>
                  <a:cubicBezTo>
                    <a:pt x="103442" y="205645"/>
                    <a:pt x="104108" y="204978"/>
                    <a:pt x="104965" y="204978"/>
                  </a:cubicBezTo>
                  <a:lnTo>
                    <a:pt x="117538" y="204978"/>
                  </a:lnTo>
                  <a:lnTo>
                    <a:pt x="117538" y="221075"/>
                  </a:lnTo>
                  <a:lnTo>
                    <a:pt x="104965" y="221075"/>
                  </a:lnTo>
                  <a:close/>
                  <a:moveTo>
                    <a:pt x="103442" y="165068"/>
                  </a:moveTo>
                  <a:lnTo>
                    <a:pt x="103442" y="152019"/>
                  </a:lnTo>
                  <a:cubicBezTo>
                    <a:pt x="103442" y="151162"/>
                    <a:pt x="104108" y="150495"/>
                    <a:pt x="104965" y="150495"/>
                  </a:cubicBezTo>
                  <a:lnTo>
                    <a:pt x="117538" y="150495"/>
                  </a:lnTo>
                  <a:lnTo>
                    <a:pt x="117538" y="166592"/>
                  </a:lnTo>
                  <a:lnTo>
                    <a:pt x="104965" y="166592"/>
                  </a:lnTo>
                  <a:cubicBezTo>
                    <a:pt x="104108" y="166592"/>
                    <a:pt x="103442" y="165926"/>
                    <a:pt x="103442" y="165068"/>
                  </a:cubicBezTo>
                  <a:lnTo>
                    <a:pt x="103442" y="165068"/>
                  </a:lnTo>
                  <a:close/>
                  <a:moveTo>
                    <a:pt x="175450" y="193834"/>
                  </a:moveTo>
                  <a:lnTo>
                    <a:pt x="128683" y="193834"/>
                  </a:lnTo>
                  <a:lnTo>
                    <a:pt x="128683" y="177737"/>
                  </a:lnTo>
                  <a:lnTo>
                    <a:pt x="178498" y="177737"/>
                  </a:lnTo>
                  <a:cubicBezTo>
                    <a:pt x="176879" y="182880"/>
                    <a:pt x="175831" y="188214"/>
                    <a:pt x="175355" y="193834"/>
                  </a:cubicBezTo>
                  <a:lnTo>
                    <a:pt x="175355" y="193834"/>
                  </a:lnTo>
                  <a:close/>
                  <a:moveTo>
                    <a:pt x="104965" y="193834"/>
                  </a:moveTo>
                  <a:cubicBezTo>
                    <a:pt x="104108" y="193834"/>
                    <a:pt x="103442" y="193167"/>
                    <a:pt x="103442" y="192310"/>
                  </a:cubicBezTo>
                  <a:lnTo>
                    <a:pt x="103442" y="179261"/>
                  </a:lnTo>
                  <a:cubicBezTo>
                    <a:pt x="103442" y="178403"/>
                    <a:pt x="104108" y="177737"/>
                    <a:pt x="104965" y="177737"/>
                  </a:cubicBezTo>
                  <a:lnTo>
                    <a:pt x="117538" y="177737"/>
                  </a:lnTo>
                  <a:lnTo>
                    <a:pt x="117538" y="193834"/>
                  </a:lnTo>
                  <a:lnTo>
                    <a:pt x="104965" y="193834"/>
                  </a:lnTo>
                  <a:close/>
                  <a:moveTo>
                    <a:pt x="191071" y="153924"/>
                  </a:moveTo>
                  <a:cubicBezTo>
                    <a:pt x="188023" y="157829"/>
                    <a:pt x="185261" y="162116"/>
                    <a:pt x="183071" y="166592"/>
                  </a:cubicBezTo>
                  <a:lnTo>
                    <a:pt x="128683" y="166592"/>
                  </a:lnTo>
                  <a:lnTo>
                    <a:pt x="128683" y="150495"/>
                  </a:lnTo>
                  <a:lnTo>
                    <a:pt x="189548" y="150495"/>
                  </a:lnTo>
                  <a:cubicBezTo>
                    <a:pt x="190405" y="150495"/>
                    <a:pt x="191071" y="151162"/>
                    <a:pt x="191071" y="152019"/>
                  </a:cubicBezTo>
                  <a:lnTo>
                    <a:pt x="191071" y="153829"/>
                  </a:lnTo>
                  <a:close/>
                  <a:moveTo>
                    <a:pt x="128683" y="204978"/>
                  </a:moveTo>
                  <a:lnTo>
                    <a:pt x="175355" y="204978"/>
                  </a:lnTo>
                  <a:cubicBezTo>
                    <a:pt x="175736" y="210503"/>
                    <a:pt x="176689" y="215932"/>
                    <a:pt x="178213" y="221075"/>
                  </a:cubicBezTo>
                  <a:lnTo>
                    <a:pt x="128588" y="221075"/>
                  </a:lnTo>
                  <a:lnTo>
                    <a:pt x="128588" y="204978"/>
                  </a:lnTo>
                  <a:close/>
                  <a:moveTo>
                    <a:pt x="301085" y="11144"/>
                  </a:moveTo>
                  <a:cubicBezTo>
                    <a:pt x="301085" y="11144"/>
                    <a:pt x="301085" y="11144"/>
                    <a:pt x="301181" y="11144"/>
                  </a:cubicBezTo>
                  <a:cubicBezTo>
                    <a:pt x="301276" y="11144"/>
                    <a:pt x="301181" y="11144"/>
                    <a:pt x="301276" y="11144"/>
                  </a:cubicBezTo>
                  <a:cubicBezTo>
                    <a:pt x="312992" y="11144"/>
                    <a:pt x="322421" y="20669"/>
                    <a:pt x="322421" y="32290"/>
                  </a:cubicBezTo>
                  <a:lnTo>
                    <a:pt x="322421" y="54864"/>
                  </a:lnTo>
                  <a:lnTo>
                    <a:pt x="279749" y="54864"/>
                  </a:lnTo>
                  <a:lnTo>
                    <a:pt x="279749" y="32290"/>
                  </a:lnTo>
                  <a:cubicBezTo>
                    <a:pt x="279749" y="20574"/>
                    <a:pt x="289274" y="11144"/>
                    <a:pt x="300895" y="11144"/>
                  </a:cubicBezTo>
                  <a:lnTo>
                    <a:pt x="300895" y="11144"/>
                  </a:lnTo>
                  <a:close/>
                  <a:moveTo>
                    <a:pt x="72771" y="32385"/>
                  </a:moveTo>
                  <a:cubicBezTo>
                    <a:pt x="72771" y="20669"/>
                    <a:pt x="82296" y="11239"/>
                    <a:pt x="93917" y="11239"/>
                  </a:cubicBezTo>
                  <a:lnTo>
                    <a:pt x="276701" y="11239"/>
                  </a:lnTo>
                  <a:cubicBezTo>
                    <a:pt x="271748" y="16955"/>
                    <a:pt x="268796" y="24289"/>
                    <a:pt x="268796" y="32385"/>
                  </a:cubicBezTo>
                  <a:lnTo>
                    <a:pt x="268796" y="127921"/>
                  </a:lnTo>
                  <a:cubicBezTo>
                    <a:pt x="262700" y="126302"/>
                    <a:pt x="256318" y="125444"/>
                    <a:pt x="249746" y="125444"/>
                  </a:cubicBezTo>
                  <a:cubicBezTo>
                    <a:pt x="230600" y="125444"/>
                    <a:pt x="213074" y="132683"/>
                    <a:pt x="199835" y="144685"/>
                  </a:cubicBezTo>
                  <a:cubicBezTo>
                    <a:pt x="197548" y="141542"/>
                    <a:pt x="193834" y="139446"/>
                    <a:pt x="189643" y="139446"/>
                  </a:cubicBezTo>
                  <a:lnTo>
                    <a:pt x="105061" y="139446"/>
                  </a:lnTo>
                  <a:cubicBezTo>
                    <a:pt x="98108" y="139446"/>
                    <a:pt x="92392" y="145161"/>
                    <a:pt x="92392" y="152114"/>
                  </a:cubicBezTo>
                  <a:lnTo>
                    <a:pt x="92392" y="165164"/>
                  </a:lnTo>
                  <a:cubicBezTo>
                    <a:pt x="92392" y="167831"/>
                    <a:pt x="93154" y="170212"/>
                    <a:pt x="94583" y="172307"/>
                  </a:cubicBezTo>
                  <a:cubicBezTo>
                    <a:pt x="93250" y="174308"/>
                    <a:pt x="92392" y="176784"/>
                    <a:pt x="92392" y="179451"/>
                  </a:cubicBezTo>
                  <a:lnTo>
                    <a:pt x="92392" y="192500"/>
                  </a:lnTo>
                  <a:cubicBezTo>
                    <a:pt x="92392" y="195167"/>
                    <a:pt x="93154" y="197549"/>
                    <a:pt x="94583" y="199644"/>
                  </a:cubicBezTo>
                  <a:cubicBezTo>
                    <a:pt x="93250" y="201644"/>
                    <a:pt x="92392" y="204121"/>
                    <a:pt x="92392" y="206788"/>
                  </a:cubicBezTo>
                  <a:lnTo>
                    <a:pt x="92392" y="219837"/>
                  </a:lnTo>
                  <a:cubicBezTo>
                    <a:pt x="92392" y="226790"/>
                    <a:pt x="98108" y="232505"/>
                    <a:pt x="105061" y="232505"/>
                  </a:cubicBezTo>
                  <a:lnTo>
                    <a:pt x="182690" y="232505"/>
                  </a:lnTo>
                  <a:cubicBezTo>
                    <a:pt x="186595" y="240506"/>
                    <a:pt x="191834" y="247745"/>
                    <a:pt x="198215" y="253841"/>
                  </a:cubicBezTo>
                  <a:lnTo>
                    <a:pt x="72866" y="253841"/>
                  </a:lnTo>
                  <a:lnTo>
                    <a:pt x="72866" y="32385"/>
                  </a:lnTo>
                  <a:close/>
                  <a:moveTo>
                    <a:pt x="19717" y="66104"/>
                  </a:moveTo>
                  <a:lnTo>
                    <a:pt x="61627" y="66104"/>
                  </a:lnTo>
                  <a:lnTo>
                    <a:pt x="61627" y="253556"/>
                  </a:lnTo>
                  <a:lnTo>
                    <a:pt x="11240" y="253556"/>
                  </a:lnTo>
                  <a:lnTo>
                    <a:pt x="11240" y="74581"/>
                  </a:lnTo>
                  <a:cubicBezTo>
                    <a:pt x="11240" y="69914"/>
                    <a:pt x="15050" y="66104"/>
                    <a:pt x="19717" y="66104"/>
                  </a:cubicBezTo>
                  <a:lnTo>
                    <a:pt x="19717" y="66104"/>
                  </a:lnTo>
                  <a:close/>
                  <a:moveTo>
                    <a:pt x="216313" y="343186"/>
                  </a:moveTo>
                  <a:lnTo>
                    <a:pt x="176689" y="343186"/>
                  </a:lnTo>
                  <a:cubicBezTo>
                    <a:pt x="173641" y="343186"/>
                    <a:pt x="171069" y="345662"/>
                    <a:pt x="171069" y="348806"/>
                  </a:cubicBezTo>
                  <a:cubicBezTo>
                    <a:pt x="171069" y="351949"/>
                    <a:pt x="173546" y="354425"/>
                    <a:pt x="176689" y="354425"/>
                  </a:cubicBezTo>
                  <a:lnTo>
                    <a:pt x="240316" y="354425"/>
                  </a:lnTo>
                  <a:cubicBezTo>
                    <a:pt x="241078" y="354425"/>
                    <a:pt x="241649" y="354997"/>
                    <a:pt x="241649" y="355759"/>
                  </a:cubicBezTo>
                  <a:lnTo>
                    <a:pt x="241649" y="368618"/>
                  </a:lnTo>
                  <a:cubicBezTo>
                    <a:pt x="241649" y="369380"/>
                    <a:pt x="241078" y="369951"/>
                    <a:pt x="240316" y="369951"/>
                  </a:cubicBezTo>
                  <a:lnTo>
                    <a:pt x="114776" y="369951"/>
                  </a:lnTo>
                  <a:cubicBezTo>
                    <a:pt x="114014" y="369951"/>
                    <a:pt x="113443" y="369380"/>
                    <a:pt x="113443" y="368618"/>
                  </a:cubicBezTo>
                  <a:lnTo>
                    <a:pt x="113443" y="355759"/>
                  </a:lnTo>
                  <a:cubicBezTo>
                    <a:pt x="113443" y="354997"/>
                    <a:pt x="114014" y="354425"/>
                    <a:pt x="114776" y="354425"/>
                  </a:cubicBezTo>
                  <a:lnTo>
                    <a:pt x="151829" y="354425"/>
                  </a:lnTo>
                  <a:cubicBezTo>
                    <a:pt x="154877" y="354425"/>
                    <a:pt x="157448" y="351949"/>
                    <a:pt x="157448" y="348806"/>
                  </a:cubicBezTo>
                  <a:cubicBezTo>
                    <a:pt x="157448" y="345662"/>
                    <a:pt x="154972" y="343186"/>
                    <a:pt x="151829" y="343186"/>
                  </a:cubicBezTo>
                  <a:lnTo>
                    <a:pt x="138779" y="343186"/>
                  </a:lnTo>
                  <a:lnTo>
                    <a:pt x="142589" y="301181"/>
                  </a:lnTo>
                  <a:lnTo>
                    <a:pt x="156781" y="301181"/>
                  </a:lnTo>
                  <a:lnTo>
                    <a:pt x="156781" y="307467"/>
                  </a:lnTo>
                  <a:cubicBezTo>
                    <a:pt x="156781" y="318897"/>
                    <a:pt x="166116" y="328232"/>
                    <a:pt x="177546" y="328232"/>
                  </a:cubicBezTo>
                  <a:cubicBezTo>
                    <a:pt x="188976" y="328232"/>
                    <a:pt x="198311" y="318897"/>
                    <a:pt x="198311" y="307467"/>
                  </a:cubicBezTo>
                  <a:lnTo>
                    <a:pt x="198311" y="301181"/>
                  </a:lnTo>
                  <a:lnTo>
                    <a:pt x="212503" y="301181"/>
                  </a:lnTo>
                  <a:lnTo>
                    <a:pt x="216313" y="343186"/>
                  </a:lnTo>
                  <a:close/>
                  <a:moveTo>
                    <a:pt x="187262" y="301181"/>
                  </a:moveTo>
                  <a:lnTo>
                    <a:pt x="187262" y="307467"/>
                  </a:lnTo>
                  <a:cubicBezTo>
                    <a:pt x="187262" y="312706"/>
                    <a:pt x="182975" y="316992"/>
                    <a:pt x="177737" y="316992"/>
                  </a:cubicBezTo>
                  <a:cubicBezTo>
                    <a:pt x="172498" y="316992"/>
                    <a:pt x="168212" y="312706"/>
                    <a:pt x="168212" y="307467"/>
                  </a:cubicBezTo>
                  <a:lnTo>
                    <a:pt x="168212" y="301181"/>
                  </a:lnTo>
                  <a:lnTo>
                    <a:pt x="187357" y="301181"/>
                  </a:lnTo>
                  <a:close/>
                  <a:moveTo>
                    <a:pt x="344138" y="281559"/>
                  </a:moveTo>
                  <a:cubicBezTo>
                    <a:pt x="344138" y="286226"/>
                    <a:pt x="340328" y="290036"/>
                    <a:pt x="335661" y="290036"/>
                  </a:cubicBezTo>
                  <a:lnTo>
                    <a:pt x="19717" y="290036"/>
                  </a:lnTo>
                  <a:cubicBezTo>
                    <a:pt x="15050" y="290036"/>
                    <a:pt x="11240" y="286226"/>
                    <a:pt x="11240" y="281559"/>
                  </a:cubicBezTo>
                  <a:lnTo>
                    <a:pt x="11240" y="264795"/>
                  </a:lnTo>
                  <a:lnTo>
                    <a:pt x="213169" y="264795"/>
                  </a:lnTo>
                  <a:cubicBezTo>
                    <a:pt x="223933" y="270891"/>
                    <a:pt x="236411" y="274415"/>
                    <a:pt x="249746" y="274415"/>
                  </a:cubicBezTo>
                  <a:cubicBezTo>
                    <a:pt x="263081" y="274415"/>
                    <a:pt x="275463" y="270891"/>
                    <a:pt x="286321" y="264795"/>
                  </a:cubicBezTo>
                  <a:lnTo>
                    <a:pt x="344234" y="264795"/>
                  </a:lnTo>
                  <a:lnTo>
                    <a:pt x="344234" y="2815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27"/>
            <p:cNvSpPr/>
            <p:nvPr/>
          </p:nvSpPr>
          <p:spPr>
            <a:xfrm>
              <a:off x="3288100" y="2132814"/>
              <a:ext cx="27384" cy="21359"/>
            </a:xfrm>
            <a:custGeom>
              <a:rect b="b" l="l" r="r" t="t"/>
              <a:pathLst>
                <a:path extrusionOk="0" h="21359" w="27384">
                  <a:moveTo>
                    <a:pt x="7739" y="19741"/>
                  </a:moveTo>
                  <a:cubicBezTo>
                    <a:pt x="8787" y="20788"/>
                    <a:pt x="10216" y="21360"/>
                    <a:pt x="11644" y="21360"/>
                  </a:cubicBezTo>
                  <a:cubicBezTo>
                    <a:pt x="13073" y="21360"/>
                    <a:pt x="14502" y="20788"/>
                    <a:pt x="15550" y="19741"/>
                  </a:cubicBezTo>
                  <a:lnTo>
                    <a:pt x="25741" y="9549"/>
                  </a:lnTo>
                  <a:cubicBezTo>
                    <a:pt x="27932" y="7358"/>
                    <a:pt x="27932" y="3834"/>
                    <a:pt x="25741" y="1643"/>
                  </a:cubicBezTo>
                  <a:cubicBezTo>
                    <a:pt x="23551" y="-548"/>
                    <a:pt x="20026" y="-548"/>
                    <a:pt x="17836" y="1643"/>
                  </a:cubicBezTo>
                  <a:lnTo>
                    <a:pt x="11644" y="7834"/>
                  </a:lnTo>
                  <a:lnTo>
                    <a:pt x="9549" y="5739"/>
                  </a:lnTo>
                  <a:cubicBezTo>
                    <a:pt x="7358" y="3548"/>
                    <a:pt x="3834" y="3548"/>
                    <a:pt x="1643" y="5739"/>
                  </a:cubicBezTo>
                  <a:cubicBezTo>
                    <a:pt x="-548" y="7930"/>
                    <a:pt x="-548" y="11454"/>
                    <a:pt x="1643" y="13645"/>
                  </a:cubicBezTo>
                  <a:lnTo>
                    <a:pt x="7739" y="19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27"/>
            <p:cNvSpPr/>
            <p:nvPr/>
          </p:nvSpPr>
          <p:spPr>
            <a:xfrm>
              <a:off x="3366991" y="2137886"/>
              <a:ext cx="83915" cy="11239"/>
            </a:xfrm>
            <a:custGeom>
              <a:rect b="b" l="l" r="r" t="t"/>
              <a:pathLst>
                <a:path extrusionOk="0" h="11239" w="83915">
                  <a:moveTo>
                    <a:pt x="78296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78296" y="11240"/>
                  </a:lnTo>
                  <a:cubicBezTo>
                    <a:pt x="81344" y="11240"/>
                    <a:pt x="83915" y="8763"/>
                    <a:pt x="83915" y="5620"/>
                  </a:cubicBezTo>
                  <a:cubicBezTo>
                    <a:pt x="83915" y="2477"/>
                    <a:pt x="81439" y="0"/>
                    <a:pt x="78296" y="0"/>
                  </a:cubicBezTo>
                  <a:lnTo>
                    <a:pt x="782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27"/>
            <p:cNvSpPr/>
            <p:nvPr/>
          </p:nvSpPr>
          <p:spPr>
            <a:xfrm>
              <a:off x="3329844" y="2137790"/>
              <a:ext cx="29813" cy="11239"/>
            </a:xfrm>
            <a:custGeom>
              <a:rect b="b" l="l" r="r" t="t"/>
              <a:pathLst>
                <a:path extrusionOk="0" h="11239" w="29813">
                  <a:moveTo>
                    <a:pt x="5620" y="11240"/>
                  </a:moveTo>
                  <a:lnTo>
                    <a:pt x="24194" y="11240"/>
                  </a:lnTo>
                  <a:cubicBezTo>
                    <a:pt x="27242" y="11240"/>
                    <a:pt x="29813" y="8763"/>
                    <a:pt x="29813" y="5620"/>
                  </a:cubicBezTo>
                  <a:cubicBezTo>
                    <a:pt x="29813" y="2477"/>
                    <a:pt x="27337" y="0"/>
                    <a:pt x="24194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5620" y="112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27"/>
            <p:cNvSpPr/>
            <p:nvPr/>
          </p:nvSpPr>
          <p:spPr>
            <a:xfrm>
              <a:off x="3288100" y="2105667"/>
              <a:ext cx="27384" cy="21359"/>
            </a:xfrm>
            <a:custGeom>
              <a:rect b="b" l="l" r="r" t="t"/>
              <a:pathLst>
                <a:path extrusionOk="0" h="21359" w="27384">
                  <a:moveTo>
                    <a:pt x="7739" y="19741"/>
                  </a:moveTo>
                  <a:cubicBezTo>
                    <a:pt x="8787" y="20788"/>
                    <a:pt x="10216" y="21360"/>
                    <a:pt x="11644" y="21360"/>
                  </a:cubicBezTo>
                  <a:cubicBezTo>
                    <a:pt x="13073" y="21360"/>
                    <a:pt x="14502" y="20788"/>
                    <a:pt x="15550" y="19741"/>
                  </a:cubicBezTo>
                  <a:lnTo>
                    <a:pt x="25741" y="9549"/>
                  </a:lnTo>
                  <a:cubicBezTo>
                    <a:pt x="27932" y="7358"/>
                    <a:pt x="27932" y="3834"/>
                    <a:pt x="25741" y="1643"/>
                  </a:cubicBezTo>
                  <a:cubicBezTo>
                    <a:pt x="23551" y="-548"/>
                    <a:pt x="20026" y="-548"/>
                    <a:pt x="17836" y="1643"/>
                  </a:cubicBezTo>
                  <a:lnTo>
                    <a:pt x="11644" y="7834"/>
                  </a:lnTo>
                  <a:lnTo>
                    <a:pt x="9549" y="5739"/>
                  </a:lnTo>
                  <a:cubicBezTo>
                    <a:pt x="7358" y="3548"/>
                    <a:pt x="3834" y="3548"/>
                    <a:pt x="1643" y="5739"/>
                  </a:cubicBezTo>
                  <a:cubicBezTo>
                    <a:pt x="-548" y="7930"/>
                    <a:pt x="-548" y="11454"/>
                    <a:pt x="1643" y="13645"/>
                  </a:cubicBezTo>
                  <a:lnTo>
                    <a:pt x="7739" y="19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27"/>
            <p:cNvSpPr/>
            <p:nvPr/>
          </p:nvSpPr>
          <p:spPr>
            <a:xfrm>
              <a:off x="3435952" y="2110835"/>
              <a:ext cx="14954" cy="11239"/>
            </a:xfrm>
            <a:custGeom>
              <a:rect b="b" l="l" r="r" t="t"/>
              <a:pathLst>
                <a:path extrusionOk="0" h="11239" w="14954">
                  <a:moveTo>
                    <a:pt x="9334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6" y="11239"/>
                    <a:pt x="5620" y="11239"/>
                  </a:cubicBezTo>
                  <a:lnTo>
                    <a:pt x="9334" y="11239"/>
                  </a:lnTo>
                  <a:cubicBezTo>
                    <a:pt x="12382" y="11239"/>
                    <a:pt x="14954" y="8763"/>
                    <a:pt x="14954" y="5620"/>
                  </a:cubicBezTo>
                  <a:cubicBezTo>
                    <a:pt x="14954" y="2476"/>
                    <a:pt x="12478" y="0"/>
                    <a:pt x="9334" y="0"/>
                  </a:cubicBezTo>
                  <a:lnTo>
                    <a:pt x="93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27"/>
            <p:cNvSpPr/>
            <p:nvPr/>
          </p:nvSpPr>
          <p:spPr>
            <a:xfrm>
              <a:off x="3397566" y="2110739"/>
              <a:ext cx="29432" cy="11239"/>
            </a:xfrm>
            <a:custGeom>
              <a:rect b="b" l="l" r="r" t="t"/>
              <a:pathLst>
                <a:path extrusionOk="0" h="11239" w="29432">
                  <a:moveTo>
                    <a:pt x="23813" y="11239"/>
                  </a:moveTo>
                  <a:cubicBezTo>
                    <a:pt x="26860" y="11239"/>
                    <a:pt x="29432" y="8763"/>
                    <a:pt x="29432" y="5620"/>
                  </a:cubicBezTo>
                  <a:cubicBezTo>
                    <a:pt x="29432" y="2477"/>
                    <a:pt x="26956" y="0"/>
                    <a:pt x="23813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23813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27"/>
            <p:cNvSpPr/>
            <p:nvPr/>
          </p:nvSpPr>
          <p:spPr>
            <a:xfrm>
              <a:off x="3329844" y="2110739"/>
              <a:ext cx="60293" cy="11239"/>
            </a:xfrm>
            <a:custGeom>
              <a:rect b="b" l="l" r="r" t="t"/>
              <a:pathLst>
                <a:path extrusionOk="0" h="11239" w="60293">
                  <a:moveTo>
                    <a:pt x="5620" y="11239"/>
                  </a:moveTo>
                  <a:lnTo>
                    <a:pt x="54674" y="11239"/>
                  </a:lnTo>
                  <a:cubicBezTo>
                    <a:pt x="57722" y="11239"/>
                    <a:pt x="60293" y="8763"/>
                    <a:pt x="60293" y="5620"/>
                  </a:cubicBezTo>
                  <a:cubicBezTo>
                    <a:pt x="60293" y="2477"/>
                    <a:pt x="57817" y="0"/>
                    <a:pt x="54674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27"/>
            <p:cNvSpPr/>
            <p:nvPr/>
          </p:nvSpPr>
          <p:spPr>
            <a:xfrm>
              <a:off x="3288100" y="2078521"/>
              <a:ext cx="27384" cy="21359"/>
            </a:xfrm>
            <a:custGeom>
              <a:rect b="b" l="l" r="r" t="t"/>
              <a:pathLst>
                <a:path extrusionOk="0" h="21359" w="27384">
                  <a:moveTo>
                    <a:pt x="7739" y="19741"/>
                  </a:moveTo>
                  <a:cubicBezTo>
                    <a:pt x="8787" y="20788"/>
                    <a:pt x="10216" y="21360"/>
                    <a:pt x="11644" y="21360"/>
                  </a:cubicBezTo>
                  <a:cubicBezTo>
                    <a:pt x="13073" y="21360"/>
                    <a:pt x="14502" y="20788"/>
                    <a:pt x="15550" y="19741"/>
                  </a:cubicBezTo>
                  <a:lnTo>
                    <a:pt x="25741" y="9549"/>
                  </a:lnTo>
                  <a:cubicBezTo>
                    <a:pt x="27932" y="7358"/>
                    <a:pt x="27932" y="3834"/>
                    <a:pt x="25741" y="1643"/>
                  </a:cubicBezTo>
                  <a:cubicBezTo>
                    <a:pt x="23551" y="-548"/>
                    <a:pt x="20026" y="-548"/>
                    <a:pt x="17836" y="1643"/>
                  </a:cubicBezTo>
                  <a:lnTo>
                    <a:pt x="11644" y="7834"/>
                  </a:lnTo>
                  <a:lnTo>
                    <a:pt x="9549" y="5739"/>
                  </a:lnTo>
                  <a:cubicBezTo>
                    <a:pt x="7358" y="3548"/>
                    <a:pt x="3834" y="3548"/>
                    <a:pt x="1643" y="5739"/>
                  </a:cubicBezTo>
                  <a:cubicBezTo>
                    <a:pt x="-548" y="7930"/>
                    <a:pt x="-548" y="11454"/>
                    <a:pt x="1643" y="13645"/>
                  </a:cubicBezTo>
                  <a:lnTo>
                    <a:pt x="7739" y="19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27"/>
            <p:cNvSpPr/>
            <p:nvPr/>
          </p:nvSpPr>
          <p:spPr>
            <a:xfrm>
              <a:off x="3366991" y="2083593"/>
              <a:ext cx="83915" cy="11239"/>
            </a:xfrm>
            <a:custGeom>
              <a:rect b="b" l="l" r="r" t="t"/>
              <a:pathLst>
                <a:path extrusionOk="0" h="11239" w="83915">
                  <a:moveTo>
                    <a:pt x="5620" y="11239"/>
                  </a:moveTo>
                  <a:lnTo>
                    <a:pt x="78296" y="11239"/>
                  </a:lnTo>
                  <a:cubicBezTo>
                    <a:pt x="81344" y="11239"/>
                    <a:pt x="83915" y="8763"/>
                    <a:pt x="83915" y="5620"/>
                  </a:cubicBezTo>
                  <a:cubicBezTo>
                    <a:pt x="83915" y="2477"/>
                    <a:pt x="81439" y="0"/>
                    <a:pt x="7829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27"/>
            <p:cNvSpPr/>
            <p:nvPr/>
          </p:nvSpPr>
          <p:spPr>
            <a:xfrm>
              <a:off x="3329844" y="2083593"/>
              <a:ext cx="29813" cy="11239"/>
            </a:xfrm>
            <a:custGeom>
              <a:rect b="b" l="l" r="r" t="t"/>
              <a:pathLst>
                <a:path extrusionOk="0" h="11239" w="29813">
                  <a:moveTo>
                    <a:pt x="5620" y="11239"/>
                  </a:moveTo>
                  <a:lnTo>
                    <a:pt x="24194" y="11239"/>
                  </a:lnTo>
                  <a:cubicBezTo>
                    <a:pt x="27242" y="11239"/>
                    <a:pt x="29813" y="8763"/>
                    <a:pt x="29813" y="5620"/>
                  </a:cubicBezTo>
                  <a:cubicBezTo>
                    <a:pt x="29813" y="2477"/>
                    <a:pt x="27337" y="0"/>
                    <a:pt x="24194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620" y="11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27"/>
            <p:cNvSpPr/>
            <p:nvPr/>
          </p:nvSpPr>
          <p:spPr>
            <a:xfrm>
              <a:off x="3426237" y="2205037"/>
              <a:ext cx="38100" cy="66579"/>
            </a:xfrm>
            <a:custGeom>
              <a:rect b="b" l="l" r="r" t="t"/>
              <a:pathLst>
                <a:path extrusionOk="0" h="66579" w="38100">
                  <a:moveTo>
                    <a:pt x="19050" y="0"/>
                  </a:moveTo>
                  <a:cubicBezTo>
                    <a:pt x="16002" y="0"/>
                    <a:pt x="13430" y="2477"/>
                    <a:pt x="13430" y="5620"/>
                  </a:cubicBezTo>
                  <a:lnTo>
                    <a:pt x="13430" y="7715"/>
                  </a:lnTo>
                  <a:cubicBezTo>
                    <a:pt x="5810" y="8954"/>
                    <a:pt x="0" y="15431"/>
                    <a:pt x="0" y="23336"/>
                  </a:cubicBezTo>
                  <a:cubicBezTo>
                    <a:pt x="0" y="32099"/>
                    <a:pt x="7144" y="39243"/>
                    <a:pt x="15907" y="39243"/>
                  </a:cubicBezTo>
                  <a:lnTo>
                    <a:pt x="22098" y="39243"/>
                  </a:lnTo>
                  <a:cubicBezTo>
                    <a:pt x="24670" y="39243"/>
                    <a:pt x="26765" y="41339"/>
                    <a:pt x="26765" y="43910"/>
                  </a:cubicBezTo>
                  <a:cubicBezTo>
                    <a:pt x="26765" y="46482"/>
                    <a:pt x="24670" y="48578"/>
                    <a:pt x="22098" y="48578"/>
                  </a:cubicBezTo>
                  <a:lnTo>
                    <a:pt x="15907" y="48578"/>
                  </a:lnTo>
                  <a:cubicBezTo>
                    <a:pt x="14002" y="48578"/>
                    <a:pt x="12287" y="47434"/>
                    <a:pt x="11621" y="45720"/>
                  </a:cubicBezTo>
                  <a:cubicBezTo>
                    <a:pt x="10382" y="42863"/>
                    <a:pt x="7144" y="41529"/>
                    <a:pt x="4286" y="42767"/>
                  </a:cubicBezTo>
                  <a:cubicBezTo>
                    <a:pt x="1429" y="44006"/>
                    <a:pt x="95" y="47244"/>
                    <a:pt x="1333" y="50102"/>
                  </a:cubicBezTo>
                  <a:cubicBezTo>
                    <a:pt x="3524" y="55245"/>
                    <a:pt x="8096" y="58769"/>
                    <a:pt x="13430" y="59627"/>
                  </a:cubicBezTo>
                  <a:lnTo>
                    <a:pt x="13430" y="60960"/>
                  </a:lnTo>
                  <a:cubicBezTo>
                    <a:pt x="13430" y="64008"/>
                    <a:pt x="15907" y="66580"/>
                    <a:pt x="19050" y="66580"/>
                  </a:cubicBezTo>
                  <a:cubicBezTo>
                    <a:pt x="22193" y="66580"/>
                    <a:pt x="24670" y="64103"/>
                    <a:pt x="24670" y="60960"/>
                  </a:cubicBezTo>
                  <a:lnTo>
                    <a:pt x="24670" y="59627"/>
                  </a:lnTo>
                  <a:cubicBezTo>
                    <a:pt x="32290" y="58483"/>
                    <a:pt x="38100" y="51911"/>
                    <a:pt x="38100" y="44006"/>
                  </a:cubicBezTo>
                  <a:cubicBezTo>
                    <a:pt x="38100" y="35243"/>
                    <a:pt x="30956" y="28099"/>
                    <a:pt x="22193" y="28099"/>
                  </a:cubicBezTo>
                  <a:lnTo>
                    <a:pt x="16002" y="28099"/>
                  </a:lnTo>
                  <a:cubicBezTo>
                    <a:pt x="13430" y="28099"/>
                    <a:pt x="11335" y="26003"/>
                    <a:pt x="11335" y="23431"/>
                  </a:cubicBezTo>
                  <a:cubicBezTo>
                    <a:pt x="11335" y="20860"/>
                    <a:pt x="13430" y="18764"/>
                    <a:pt x="16002" y="18764"/>
                  </a:cubicBezTo>
                  <a:lnTo>
                    <a:pt x="22193" y="18764"/>
                  </a:lnTo>
                  <a:cubicBezTo>
                    <a:pt x="23717" y="18764"/>
                    <a:pt x="25241" y="19526"/>
                    <a:pt x="26098" y="20860"/>
                  </a:cubicBezTo>
                  <a:cubicBezTo>
                    <a:pt x="27813" y="23431"/>
                    <a:pt x="31337" y="24098"/>
                    <a:pt x="33814" y="22384"/>
                  </a:cubicBezTo>
                  <a:cubicBezTo>
                    <a:pt x="36385" y="20669"/>
                    <a:pt x="37052" y="17145"/>
                    <a:pt x="35338" y="14669"/>
                  </a:cubicBezTo>
                  <a:cubicBezTo>
                    <a:pt x="32861" y="10954"/>
                    <a:pt x="28956" y="8572"/>
                    <a:pt x="24670" y="7906"/>
                  </a:cubicBezTo>
                  <a:lnTo>
                    <a:pt x="24670" y="5810"/>
                  </a:lnTo>
                  <a:cubicBezTo>
                    <a:pt x="24670" y="2762"/>
                    <a:pt x="22193" y="191"/>
                    <a:pt x="19050" y="191"/>
                  </a:cubicBezTo>
                  <a:lnTo>
                    <a:pt x="19050" y="1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27"/>
            <p:cNvSpPr/>
            <p:nvPr/>
          </p:nvSpPr>
          <p:spPr>
            <a:xfrm>
              <a:off x="3393106" y="2184463"/>
              <a:ext cx="105806" cy="107442"/>
            </a:xfrm>
            <a:custGeom>
              <a:rect b="b" l="l" r="r" t="t"/>
              <a:pathLst>
                <a:path extrusionOk="0" h="107442" w="105806">
                  <a:moveTo>
                    <a:pt x="174" y="40195"/>
                  </a:moveTo>
                  <a:cubicBezTo>
                    <a:pt x="-588" y="43148"/>
                    <a:pt x="1222" y="46196"/>
                    <a:pt x="4175" y="46958"/>
                  </a:cubicBezTo>
                  <a:cubicBezTo>
                    <a:pt x="7128" y="47720"/>
                    <a:pt x="10176" y="45910"/>
                    <a:pt x="10938" y="42958"/>
                  </a:cubicBezTo>
                  <a:cubicBezTo>
                    <a:pt x="15795" y="24289"/>
                    <a:pt x="32750" y="11144"/>
                    <a:pt x="52086" y="11144"/>
                  </a:cubicBezTo>
                  <a:cubicBezTo>
                    <a:pt x="75517" y="11144"/>
                    <a:pt x="94662" y="30194"/>
                    <a:pt x="94662" y="53721"/>
                  </a:cubicBezTo>
                  <a:cubicBezTo>
                    <a:pt x="94662" y="77248"/>
                    <a:pt x="75612" y="96298"/>
                    <a:pt x="52086" y="96298"/>
                  </a:cubicBezTo>
                  <a:cubicBezTo>
                    <a:pt x="32940" y="96298"/>
                    <a:pt x="15986" y="83344"/>
                    <a:pt x="11033" y="64865"/>
                  </a:cubicBezTo>
                  <a:cubicBezTo>
                    <a:pt x="10176" y="61913"/>
                    <a:pt x="7128" y="60103"/>
                    <a:pt x="4175" y="60960"/>
                  </a:cubicBezTo>
                  <a:cubicBezTo>
                    <a:pt x="1222" y="61722"/>
                    <a:pt x="-588" y="64865"/>
                    <a:pt x="270" y="67818"/>
                  </a:cubicBezTo>
                  <a:cubicBezTo>
                    <a:pt x="6556" y="91154"/>
                    <a:pt x="27892" y="107442"/>
                    <a:pt x="52086" y="107442"/>
                  </a:cubicBezTo>
                  <a:cubicBezTo>
                    <a:pt x="81708" y="107442"/>
                    <a:pt x="105807" y="83344"/>
                    <a:pt x="105807" y="53721"/>
                  </a:cubicBezTo>
                  <a:cubicBezTo>
                    <a:pt x="105807" y="24098"/>
                    <a:pt x="81708" y="0"/>
                    <a:pt x="52086" y="0"/>
                  </a:cubicBezTo>
                  <a:cubicBezTo>
                    <a:pt x="27606" y="0"/>
                    <a:pt x="6270" y="16478"/>
                    <a:pt x="79" y="40100"/>
                  </a:cubicBezTo>
                  <a:lnTo>
                    <a:pt x="79" y="401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4" name="Google Shape;1314;p27"/>
          <p:cNvGrpSpPr/>
          <p:nvPr/>
        </p:nvGrpSpPr>
        <p:grpSpPr>
          <a:xfrm>
            <a:off x="470290" y="1300188"/>
            <a:ext cx="379877" cy="426110"/>
            <a:chOff x="2426302" y="2038350"/>
            <a:chExt cx="339661" cy="381000"/>
          </a:xfrm>
        </p:grpSpPr>
        <p:sp>
          <p:nvSpPr>
            <p:cNvPr id="1315" name="Google Shape;1315;p27"/>
            <p:cNvSpPr/>
            <p:nvPr/>
          </p:nvSpPr>
          <p:spPr>
            <a:xfrm>
              <a:off x="2426302" y="2038350"/>
              <a:ext cx="339661" cy="381000"/>
            </a:xfrm>
            <a:custGeom>
              <a:rect b="b" l="l" r="r" t="t"/>
              <a:pathLst>
                <a:path extrusionOk="0" h="381000" w="339661">
                  <a:moveTo>
                    <a:pt x="335471" y="180785"/>
                  </a:moveTo>
                  <a:lnTo>
                    <a:pt x="291179" y="138589"/>
                  </a:lnTo>
                  <a:lnTo>
                    <a:pt x="291179" y="108776"/>
                  </a:lnTo>
                  <a:cubicBezTo>
                    <a:pt x="291179" y="105728"/>
                    <a:pt x="288703" y="103156"/>
                    <a:pt x="285560" y="103156"/>
                  </a:cubicBezTo>
                  <a:cubicBezTo>
                    <a:pt x="282416" y="103156"/>
                    <a:pt x="279940" y="105632"/>
                    <a:pt x="279940" y="108776"/>
                  </a:cubicBezTo>
                  <a:lnTo>
                    <a:pt x="279940" y="226409"/>
                  </a:lnTo>
                  <a:lnTo>
                    <a:pt x="231077" y="278987"/>
                  </a:lnTo>
                  <a:lnTo>
                    <a:pt x="200406" y="250222"/>
                  </a:lnTo>
                  <a:cubicBezTo>
                    <a:pt x="196215" y="246317"/>
                    <a:pt x="190881" y="244221"/>
                    <a:pt x="185166" y="244221"/>
                  </a:cubicBezTo>
                  <a:lnTo>
                    <a:pt x="155829" y="244221"/>
                  </a:lnTo>
                  <a:cubicBezTo>
                    <a:pt x="150209" y="244221"/>
                    <a:pt x="144780" y="246317"/>
                    <a:pt x="140684" y="250127"/>
                  </a:cubicBezTo>
                  <a:lnTo>
                    <a:pt x="134017" y="256318"/>
                  </a:lnTo>
                  <a:lnTo>
                    <a:pt x="134017" y="170498"/>
                  </a:lnTo>
                  <a:cubicBezTo>
                    <a:pt x="134017" y="163354"/>
                    <a:pt x="128206" y="157448"/>
                    <a:pt x="120968" y="157448"/>
                  </a:cubicBezTo>
                  <a:lnTo>
                    <a:pt x="96774" y="157448"/>
                  </a:lnTo>
                  <a:cubicBezTo>
                    <a:pt x="89630" y="157448"/>
                    <a:pt x="83725" y="163259"/>
                    <a:pt x="83725" y="170498"/>
                  </a:cubicBezTo>
                  <a:lnTo>
                    <a:pt x="83725" y="252127"/>
                  </a:lnTo>
                  <a:lnTo>
                    <a:pt x="59817" y="226314"/>
                  </a:lnTo>
                  <a:lnTo>
                    <a:pt x="59817" y="14002"/>
                  </a:lnTo>
                  <a:cubicBezTo>
                    <a:pt x="59817" y="12478"/>
                    <a:pt x="61055" y="11144"/>
                    <a:pt x="62675" y="11144"/>
                  </a:cubicBezTo>
                  <a:lnTo>
                    <a:pt x="277178" y="11144"/>
                  </a:lnTo>
                  <a:cubicBezTo>
                    <a:pt x="278702" y="11144"/>
                    <a:pt x="280035" y="12383"/>
                    <a:pt x="280035" y="14002"/>
                  </a:cubicBezTo>
                  <a:lnTo>
                    <a:pt x="280035" y="84011"/>
                  </a:lnTo>
                  <a:cubicBezTo>
                    <a:pt x="280035" y="87059"/>
                    <a:pt x="282512" y="89630"/>
                    <a:pt x="285655" y="89630"/>
                  </a:cubicBezTo>
                  <a:cubicBezTo>
                    <a:pt x="288798" y="89630"/>
                    <a:pt x="291275" y="87154"/>
                    <a:pt x="291275" y="84011"/>
                  </a:cubicBezTo>
                  <a:lnTo>
                    <a:pt x="291275" y="14002"/>
                  </a:lnTo>
                  <a:cubicBezTo>
                    <a:pt x="291084" y="6287"/>
                    <a:pt x="284798" y="0"/>
                    <a:pt x="277082" y="0"/>
                  </a:cubicBezTo>
                  <a:lnTo>
                    <a:pt x="62579" y="0"/>
                  </a:lnTo>
                  <a:cubicBezTo>
                    <a:pt x="54864" y="0"/>
                    <a:pt x="48578" y="6287"/>
                    <a:pt x="48578" y="14002"/>
                  </a:cubicBezTo>
                  <a:lnTo>
                    <a:pt x="48578" y="138589"/>
                  </a:lnTo>
                  <a:lnTo>
                    <a:pt x="4191" y="180880"/>
                  </a:lnTo>
                  <a:cubicBezTo>
                    <a:pt x="1524" y="183452"/>
                    <a:pt x="0" y="187166"/>
                    <a:pt x="0" y="190881"/>
                  </a:cubicBezTo>
                  <a:lnTo>
                    <a:pt x="0" y="367094"/>
                  </a:lnTo>
                  <a:cubicBezTo>
                    <a:pt x="0" y="374809"/>
                    <a:pt x="6286" y="381000"/>
                    <a:pt x="13907" y="381000"/>
                  </a:cubicBezTo>
                  <a:lnTo>
                    <a:pt x="325755" y="381000"/>
                  </a:lnTo>
                  <a:cubicBezTo>
                    <a:pt x="333470" y="381000"/>
                    <a:pt x="339662" y="374714"/>
                    <a:pt x="339662" y="367094"/>
                  </a:cubicBezTo>
                  <a:lnTo>
                    <a:pt x="339662" y="190881"/>
                  </a:lnTo>
                  <a:cubicBezTo>
                    <a:pt x="339662" y="187166"/>
                    <a:pt x="338138" y="183452"/>
                    <a:pt x="335375" y="180880"/>
                  </a:cubicBezTo>
                  <a:lnTo>
                    <a:pt x="335375" y="180880"/>
                  </a:lnTo>
                  <a:close/>
                  <a:moveTo>
                    <a:pt x="291084" y="154019"/>
                  </a:moveTo>
                  <a:lnTo>
                    <a:pt x="322612" y="184023"/>
                  </a:lnTo>
                  <a:cubicBezTo>
                    <a:pt x="319945" y="184594"/>
                    <a:pt x="317468" y="186023"/>
                    <a:pt x="315468" y="188119"/>
                  </a:cubicBezTo>
                  <a:lnTo>
                    <a:pt x="290989" y="214408"/>
                  </a:lnTo>
                  <a:lnTo>
                    <a:pt x="290989" y="153924"/>
                  </a:lnTo>
                  <a:close/>
                  <a:moveTo>
                    <a:pt x="323755" y="195834"/>
                  </a:moveTo>
                  <a:cubicBezTo>
                    <a:pt x="324898" y="194596"/>
                    <a:pt x="326231" y="194977"/>
                    <a:pt x="326803" y="195167"/>
                  </a:cubicBezTo>
                  <a:cubicBezTo>
                    <a:pt x="327374" y="195358"/>
                    <a:pt x="328517" y="196025"/>
                    <a:pt x="328517" y="197739"/>
                  </a:cubicBezTo>
                  <a:lnTo>
                    <a:pt x="328517" y="367094"/>
                  </a:lnTo>
                  <a:cubicBezTo>
                    <a:pt x="328517" y="368046"/>
                    <a:pt x="328041" y="368808"/>
                    <a:pt x="327374" y="369284"/>
                  </a:cubicBezTo>
                  <a:lnTo>
                    <a:pt x="239268" y="286703"/>
                  </a:lnTo>
                  <a:lnTo>
                    <a:pt x="323755" y="195739"/>
                  </a:lnTo>
                  <a:close/>
                  <a:moveTo>
                    <a:pt x="94869" y="170688"/>
                  </a:moveTo>
                  <a:cubicBezTo>
                    <a:pt x="94869" y="169640"/>
                    <a:pt x="95726" y="168783"/>
                    <a:pt x="96774" y="168783"/>
                  </a:cubicBezTo>
                  <a:lnTo>
                    <a:pt x="120968" y="168783"/>
                  </a:lnTo>
                  <a:cubicBezTo>
                    <a:pt x="122015" y="168783"/>
                    <a:pt x="122873" y="169640"/>
                    <a:pt x="122873" y="170688"/>
                  </a:cubicBezTo>
                  <a:lnTo>
                    <a:pt x="122873" y="266891"/>
                  </a:lnTo>
                  <a:lnTo>
                    <a:pt x="109156" y="279654"/>
                  </a:lnTo>
                  <a:lnTo>
                    <a:pt x="94964" y="264414"/>
                  </a:lnTo>
                  <a:lnTo>
                    <a:pt x="94964" y="170783"/>
                  </a:lnTo>
                  <a:close/>
                  <a:moveTo>
                    <a:pt x="48578" y="214503"/>
                  </a:moveTo>
                  <a:lnTo>
                    <a:pt x="24098" y="188214"/>
                  </a:lnTo>
                  <a:cubicBezTo>
                    <a:pt x="22098" y="186119"/>
                    <a:pt x="19622" y="184690"/>
                    <a:pt x="16955" y="184118"/>
                  </a:cubicBezTo>
                  <a:lnTo>
                    <a:pt x="48482" y="154115"/>
                  </a:lnTo>
                  <a:lnTo>
                    <a:pt x="48482" y="214598"/>
                  </a:lnTo>
                  <a:close/>
                  <a:moveTo>
                    <a:pt x="28194" y="369856"/>
                  </a:moveTo>
                  <a:lnTo>
                    <a:pt x="72676" y="328613"/>
                  </a:lnTo>
                  <a:cubicBezTo>
                    <a:pt x="74962" y="326517"/>
                    <a:pt x="75057" y="322993"/>
                    <a:pt x="72962" y="320707"/>
                  </a:cubicBezTo>
                  <a:cubicBezTo>
                    <a:pt x="70866" y="318421"/>
                    <a:pt x="67342" y="318325"/>
                    <a:pt x="65056" y="320421"/>
                  </a:cubicBezTo>
                  <a:lnTo>
                    <a:pt x="12383" y="369284"/>
                  </a:lnTo>
                  <a:cubicBezTo>
                    <a:pt x="11716" y="368808"/>
                    <a:pt x="11240" y="367951"/>
                    <a:pt x="11240" y="366998"/>
                  </a:cubicBezTo>
                  <a:lnTo>
                    <a:pt x="11240" y="197644"/>
                  </a:lnTo>
                  <a:cubicBezTo>
                    <a:pt x="11240" y="195929"/>
                    <a:pt x="12478" y="195263"/>
                    <a:pt x="13049" y="195072"/>
                  </a:cubicBezTo>
                  <a:cubicBezTo>
                    <a:pt x="13621" y="194881"/>
                    <a:pt x="14954" y="194501"/>
                    <a:pt x="16097" y="195739"/>
                  </a:cubicBezTo>
                  <a:lnTo>
                    <a:pt x="100965" y="287084"/>
                  </a:lnTo>
                  <a:lnTo>
                    <a:pt x="83249" y="303467"/>
                  </a:lnTo>
                  <a:cubicBezTo>
                    <a:pt x="80962" y="305562"/>
                    <a:pt x="80867" y="309086"/>
                    <a:pt x="82963" y="311372"/>
                  </a:cubicBezTo>
                  <a:cubicBezTo>
                    <a:pt x="85058" y="313658"/>
                    <a:pt x="88583" y="313754"/>
                    <a:pt x="90869" y="311658"/>
                  </a:cubicBezTo>
                  <a:lnTo>
                    <a:pt x="148304" y="258318"/>
                  </a:lnTo>
                  <a:cubicBezTo>
                    <a:pt x="150400" y="256413"/>
                    <a:pt x="153067" y="255365"/>
                    <a:pt x="155924" y="255365"/>
                  </a:cubicBezTo>
                  <a:lnTo>
                    <a:pt x="185261" y="255365"/>
                  </a:lnTo>
                  <a:cubicBezTo>
                    <a:pt x="188119" y="255365"/>
                    <a:pt x="190786" y="256413"/>
                    <a:pt x="192881" y="258413"/>
                  </a:cubicBezTo>
                  <a:lnTo>
                    <a:pt x="311753" y="369761"/>
                  </a:lnTo>
                  <a:lnTo>
                    <a:pt x="28194" y="3697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27"/>
            <p:cNvSpPr/>
            <p:nvPr/>
          </p:nvSpPr>
          <p:spPr>
            <a:xfrm>
              <a:off x="2576988" y="2199131"/>
              <a:ext cx="43815" cy="11239"/>
            </a:xfrm>
            <a:custGeom>
              <a:rect b="b" l="l" r="r" t="t"/>
              <a:pathLst>
                <a:path extrusionOk="0" h="11239" w="43815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38195" y="11240"/>
                  </a:lnTo>
                  <a:cubicBezTo>
                    <a:pt x="41243" y="11240"/>
                    <a:pt x="43815" y="8763"/>
                    <a:pt x="43815" y="5620"/>
                  </a:cubicBezTo>
                  <a:cubicBezTo>
                    <a:pt x="43815" y="2477"/>
                    <a:pt x="41339" y="0"/>
                    <a:pt x="38195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27"/>
            <p:cNvSpPr/>
            <p:nvPr/>
          </p:nvSpPr>
          <p:spPr>
            <a:xfrm>
              <a:off x="2669476" y="2223611"/>
              <a:ext cx="12858" cy="11239"/>
            </a:xfrm>
            <a:custGeom>
              <a:rect b="b" l="l" r="r" t="t"/>
              <a:pathLst>
                <a:path extrusionOk="0" h="11239" w="12858">
                  <a:moveTo>
                    <a:pt x="7239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7239" y="11239"/>
                  </a:lnTo>
                  <a:cubicBezTo>
                    <a:pt x="10287" y="11239"/>
                    <a:pt x="12859" y="8763"/>
                    <a:pt x="12859" y="5620"/>
                  </a:cubicBezTo>
                  <a:cubicBezTo>
                    <a:pt x="12859" y="2476"/>
                    <a:pt x="10382" y="0"/>
                    <a:pt x="7239" y="0"/>
                  </a:cubicBezTo>
                  <a:lnTo>
                    <a:pt x="7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27"/>
            <p:cNvSpPr/>
            <p:nvPr/>
          </p:nvSpPr>
          <p:spPr>
            <a:xfrm>
              <a:off x="2634805" y="2223516"/>
              <a:ext cx="25145" cy="11239"/>
            </a:xfrm>
            <a:custGeom>
              <a:rect b="b" l="l" r="r" t="t"/>
              <a:pathLst>
                <a:path extrusionOk="0" h="11239" w="25145">
                  <a:moveTo>
                    <a:pt x="0" y="5620"/>
                  </a:moveTo>
                  <a:cubicBezTo>
                    <a:pt x="0" y="8668"/>
                    <a:pt x="2476" y="11240"/>
                    <a:pt x="5620" y="11240"/>
                  </a:cubicBezTo>
                  <a:lnTo>
                    <a:pt x="19526" y="11240"/>
                  </a:lnTo>
                  <a:cubicBezTo>
                    <a:pt x="22574" y="11240"/>
                    <a:pt x="25146" y="8763"/>
                    <a:pt x="25146" y="5620"/>
                  </a:cubicBezTo>
                  <a:cubicBezTo>
                    <a:pt x="25146" y="2477"/>
                    <a:pt x="22669" y="0"/>
                    <a:pt x="19526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lnTo>
                    <a:pt x="0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27"/>
            <p:cNvSpPr/>
            <p:nvPr/>
          </p:nvSpPr>
          <p:spPr>
            <a:xfrm>
              <a:off x="2576988" y="2223516"/>
              <a:ext cx="48196" cy="11239"/>
            </a:xfrm>
            <a:custGeom>
              <a:rect b="b" l="l" r="r" t="t"/>
              <a:pathLst>
                <a:path extrusionOk="0" h="11239" w="48196">
                  <a:moveTo>
                    <a:pt x="48197" y="5620"/>
                  </a:moveTo>
                  <a:cubicBezTo>
                    <a:pt x="48197" y="2572"/>
                    <a:pt x="45720" y="0"/>
                    <a:pt x="42577" y="0"/>
                  </a:cubicBez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42577" y="11240"/>
                  </a:lnTo>
                  <a:cubicBezTo>
                    <a:pt x="45625" y="11240"/>
                    <a:pt x="48197" y="8763"/>
                    <a:pt x="48197" y="5620"/>
                  </a:cubicBezTo>
                  <a:lnTo>
                    <a:pt x="48197" y="5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27"/>
            <p:cNvSpPr/>
            <p:nvPr/>
          </p:nvSpPr>
          <p:spPr>
            <a:xfrm>
              <a:off x="2611087" y="2243804"/>
              <a:ext cx="71247" cy="11239"/>
            </a:xfrm>
            <a:custGeom>
              <a:rect b="b" l="l" r="r" t="t"/>
              <a:pathLst>
                <a:path extrusionOk="0" h="11239" w="71247">
                  <a:moveTo>
                    <a:pt x="65627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65627" y="11240"/>
                  </a:lnTo>
                  <a:cubicBezTo>
                    <a:pt x="68675" y="11240"/>
                    <a:pt x="71247" y="8763"/>
                    <a:pt x="71247" y="5620"/>
                  </a:cubicBezTo>
                  <a:cubicBezTo>
                    <a:pt x="71247" y="2477"/>
                    <a:pt x="68771" y="0"/>
                    <a:pt x="65627" y="0"/>
                  </a:cubicBezTo>
                  <a:lnTo>
                    <a:pt x="656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27"/>
            <p:cNvSpPr/>
            <p:nvPr/>
          </p:nvSpPr>
          <p:spPr>
            <a:xfrm>
              <a:off x="2576988" y="2243804"/>
              <a:ext cx="24574" cy="11239"/>
            </a:xfrm>
            <a:custGeom>
              <a:rect b="b" l="l" r="r" t="t"/>
              <a:pathLst>
                <a:path extrusionOk="0" h="11239" w="24574">
                  <a:moveTo>
                    <a:pt x="5620" y="0"/>
                  </a:move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40"/>
                    <a:pt x="5620" y="11240"/>
                  </a:cubicBezTo>
                  <a:lnTo>
                    <a:pt x="18955" y="11240"/>
                  </a:lnTo>
                  <a:cubicBezTo>
                    <a:pt x="22003" y="11240"/>
                    <a:pt x="24575" y="8763"/>
                    <a:pt x="24575" y="5620"/>
                  </a:cubicBezTo>
                  <a:cubicBezTo>
                    <a:pt x="24575" y="2477"/>
                    <a:pt x="22098" y="0"/>
                    <a:pt x="18955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27"/>
            <p:cNvSpPr/>
            <p:nvPr/>
          </p:nvSpPr>
          <p:spPr>
            <a:xfrm>
              <a:off x="2623946" y="2264092"/>
              <a:ext cx="58388" cy="11239"/>
            </a:xfrm>
            <a:custGeom>
              <a:rect b="b" l="l" r="r" t="t"/>
              <a:pathLst>
                <a:path extrusionOk="0" h="11239" w="58388">
                  <a:moveTo>
                    <a:pt x="52769" y="0"/>
                  </a:moveTo>
                  <a:lnTo>
                    <a:pt x="5620" y="0"/>
                  </a:lnTo>
                  <a:cubicBezTo>
                    <a:pt x="2572" y="0"/>
                    <a:pt x="0" y="2476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52769" y="11239"/>
                  </a:lnTo>
                  <a:cubicBezTo>
                    <a:pt x="55817" y="11239"/>
                    <a:pt x="58388" y="8763"/>
                    <a:pt x="58388" y="5620"/>
                  </a:cubicBezTo>
                  <a:cubicBezTo>
                    <a:pt x="58388" y="2476"/>
                    <a:pt x="55912" y="0"/>
                    <a:pt x="52769" y="0"/>
                  </a:cubicBezTo>
                  <a:lnTo>
                    <a:pt x="527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27"/>
            <p:cNvSpPr/>
            <p:nvPr/>
          </p:nvSpPr>
          <p:spPr>
            <a:xfrm>
              <a:off x="2559747" y="2092166"/>
              <a:ext cx="39147" cy="68865"/>
            </a:xfrm>
            <a:custGeom>
              <a:rect b="b" l="l" r="r" t="t"/>
              <a:pathLst>
                <a:path extrusionOk="0" h="68865" w="39147">
                  <a:moveTo>
                    <a:pt x="19526" y="68771"/>
                  </a:moveTo>
                  <a:cubicBezTo>
                    <a:pt x="22574" y="68771"/>
                    <a:pt x="25146" y="66294"/>
                    <a:pt x="25146" y="63151"/>
                  </a:cubicBezTo>
                  <a:lnTo>
                    <a:pt x="25146" y="61627"/>
                  </a:lnTo>
                  <a:cubicBezTo>
                    <a:pt x="33052" y="60484"/>
                    <a:pt x="39148" y="53721"/>
                    <a:pt x="39148" y="45530"/>
                  </a:cubicBezTo>
                  <a:cubicBezTo>
                    <a:pt x="39148" y="36576"/>
                    <a:pt x="31814" y="29242"/>
                    <a:pt x="22860" y="29242"/>
                  </a:cubicBezTo>
                  <a:lnTo>
                    <a:pt x="16383" y="29242"/>
                  </a:lnTo>
                  <a:cubicBezTo>
                    <a:pt x="13526" y="29242"/>
                    <a:pt x="11240" y="26956"/>
                    <a:pt x="11240" y="24098"/>
                  </a:cubicBezTo>
                  <a:cubicBezTo>
                    <a:pt x="11240" y="21241"/>
                    <a:pt x="13526" y="18955"/>
                    <a:pt x="16383" y="18955"/>
                  </a:cubicBezTo>
                  <a:lnTo>
                    <a:pt x="22860" y="18955"/>
                  </a:lnTo>
                  <a:cubicBezTo>
                    <a:pt x="24575" y="18955"/>
                    <a:pt x="26194" y="19812"/>
                    <a:pt x="27146" y="21241"/>
                  </a:cubicBezTo>
                  <a:cubicBezTo>
                    <a:pt x="28861" y="23812"/>
                    <a:pt x="32385" y="24479"/>
                    <a:pt x="34862" y="22765"/>
                  </a:cubicBezTo>
                  <a:cubicBezTo>
                    <a:pt x="37433" y="21050"/>
                    <a:pt x="38100" y="17526"/>
                    <a:pt x="36385" y="15049"/>
                  </a:cubicBezTo>
                  <a:cubicBezTo>
                    <a:pt x="33814" y="11239"/>
                    <a:pt x="29718" y="8668"/>
                    <a:pt x="25241" y="8001"/>
                  </a:cubicBezTo>
                  <a:lnTo>
                    <a:pt x="25241" y="5620"/>
                  </a:lnTo>
                  <a:cubicBezTo>
                    <a:pt x="25241" y="2572"/>
                    <a:pt x="22765" y="0"/>
                    <a:pt x="19621" y="0"/>
                  </a:cubicBezTo>
                  <a:cubicBezTo>
                    <a:pt x="16478" y="0"/>
                    <a:pt x="14002" y="2476"/>
                    <a:pt x="14002" y="5620"/>
                  </a:cubicBezTo>
                  <a:lnTo>
                    <a:pt x="14002" y="8001"/>
                  </a:lnTo>
                  <a:cubicBezTo>
                    <a:pt x="6096" y="9144"/>
                    <a:pt x="0" y="15907"/>
                    <a:pt x="0" y="24098"/>
                  </a:cubicBezTo>
                  <a:cubicBezTo>
                    <a:pt x="0" y="33052"/>
                    <a:pt x="7334" y="40386"/>
                    <a:pt x="16288" y="40386"/>
                  </a:cubicBezTo>
                  <a:lnTo>
                    <a:pt x="22765" y="40386"/>
                  </a:lnTo>
                  <a:cubicBezTo>
                    <a:pt x="25622" y="40386"/>
                    <a:pt x="27908" y="42672"/>
                    <a:pt x="27908" y="45530"/>
                  </a:cubicBezTo>
                  <a:cubicBezTo>
                    <a:pt x="27908" y="48387"/>
                    <a:pt x="25622" y="50673"/>
                    <a:pt x="22765" y="50673"/>
                  </a:cubicBezTo>
                  <a:lnTo>
                    <a:pt x="16288" y="50673"/>
                  </a:lnTo>
                  <a:cubicBezTo>
                    <a:pt x="14192" y="50673"/>
                    <a:pt x="12383" y="49435"/>
                    <a:pt x="11525" y="47530"/>
                  </a:cubicBezTo>
                  <a:cubicBezTo>
                    <a:pt x="10287" y="44672"/>
                    <a:pt x="7048" y="43339"/>
                    <a:pt x="4191" y="44577"/>
                  </a:cubicBezTo>
                  <a:cubicBezTo>
                    <a:pt x="1334" y="45815"/>
                    <a:pt x="0" y="49054"/>
                    <a:pt x="1238" y="51911"/>
                  </a:cubicBezTo>
                  <a:cubicBezTo>
                    <a:pt x="3524" y="57245"/>
                    <a:pt x="8287" y="60865"/>
                    <a:pt x="13907" y="61722"/>
                  </a:cubicBezTo>
                  <a:lnTo>
                    <a:pt x="13907" y="63246"/>
                  </a:lnTo>
                  <a:cubicBezTo>
                    <a:pt x="13907" y="66294"/>
                    <a:pt x="16383" y="68866"/>
                    <a:pt x="19526" y="68866"/>
                  </a:cubicBezTo>
                  <a:lnTo>
                    <a:pt x="19526" y="688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27"/>
            <p:cNvSpPr/>
            <p:nvPr/>
          </p:nvSpPr>
          <p:spPr>
            <a:xfrm>
              <a:off x="2523457" y="2070639"/>
              <a:ext cx="111632" cy="110204"/>
            </a:xfrm>
            <a:custGeom>
              <a:rect b="b" l="l" r="r" t="t"/>
              <a:pathLst>
                <a:path extrusionOk="0" h="110204" w="111632">
                  <a:moveTo>
                    <a:pt x="42482" y="110014"/>
                  </a:moveTo>
                  <a:cubicBezTo>
                    <a:pt x="42482" y="110014"/>
                    <a:pt x="43339" y="110204"/>
                    <a:pt x="43815" y="110204"/>
                  </a:cubicBezTo>
                  <a:cubicBezTo>
                    <a:pt x="46292" y="110204"/>
                    <a:pt x="48578" y="108490"/>
                    <a:pt x="49244" y="105918"/>
                  </a:cubicBezTo>
                  <a:cubicBezTo>
                    <a:pt x="50006" y="102965"/>
                    <a:pt x="48196" y="99917"/>
                    <a:pt x="45148" y="99155"/>
                  </a:cubicBezTo>
                  <a:cubicBezTo>
                    <a:pt x="25146" y="94202"/>
                    <a:pt x="11239" y="76391"/>
                    <a:pt x="11239" y="55817"/>
                  </a:cubicBezTo>
                  <a:cubicBezTo>
                    <a:pt x="11239" y="31242"/>
                    <a:pt x="31242" y="11144"/>
                    <a:pt x="55912" y="11144"/>
                  </a:cubicBezTo>
                  <a:cubicBezTo>
                    <a:pt x="80581" y="11144"/>
                    <a:pt x="100584" y="31147"/>
                    <a:pt x="100584" y="55817"/>
                  </a:cubicBezTo>
                  <a:cubicBezTo>
                    <a:pt x="100584" y="76105"/>
                    <a:pt x="86868" y="93917"/>
                    <a:pt x="67246" y="98965"/>
                  </a:cubicBezTo>
                  <a:cubicBezTo>
                    <a:pt x="64294" y="99727"/>
                    <a:pt x="62484" y="102775"/>
                    <a:pt x="63246" y="105823"/>
                  </a:cubicBezTo>
                  <a:cubicBezTo>
                    <a:pt x="64008" y="108776"/>
                    <a:pt x="67056" y="110585"/>
                    <a:pt x="70009" y="109823"/>
                  </a:cubicBezTo>
                  <a:cubicBezTo>
                    <a:pt x="94488" y="103442"/>
                    <a:pt x="111633" y="81248"/>
                    <a:pt x="111633" y="55817"/>
                  </a:cubicBezTo>
                  <a:cubicBezTo>
                    <a:pt x="111633" y="25051"/>
                    <a:pt x="86582" y="0"/>
                    <a:pt x="55817" y="0"/>
                  </a:cubicBezTo>
                  <a:cubicBezTo>
                    <a:pt x="25051" y="0"/>
                    <a:pt x="0" y="25051"/>
                    <a:pt x="0" y="55817"/>
                  </a:cubicBezTo>
                  <a:cubicBezTo>
                    <a:pt x="0" y="81534"/>
                    <a:pt x="17431" y="103823"/>
                    <a:pt x="42386" y="110014"/>
                  </a:cubicBezTo>
                  <a:lnTo>
                    <a:pt x="42386" y="1100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27"/>
            <p:cNvSpPr/>
            <p:nvPr/>
          </p:nvSpPr>
          <p:spPr>
            <a:xfrm>
              <a:off x="2648806" y="2120931"/>
              <a:ext cx="20002" cy="11144"/>
            </a:xfrm>
            <a:custGeom>
              <a:rect b="b" l="l" r="r" t="t"/>
              <a:pathLst>
                <a:path extrusionOk="0" h="11144" w="20002">
                  <a:moveTo>
                    <a:pt x="5620" y="0"/>
                  </a:moveTo>
                  <a:cubicBezTo>
                    <a:pt x="2572" y="0"/>
                    <a:pt x="0" y="2477"/>
                    <a:pt x="0" y="5524"/>
                  </a:cubicBezTo>
                  <a:cubicBezTo>
                    <a:pt x="0" y="8572"/>
                    <a:pt x="2477" y="11144"/>
                    <a:pt x="5524" y="11144"/>
                  </a:cubicBezTo>
                  <a:lnTo>
                    <a:pt x="14383" y="11144"/>
                  </a:lnTo>
                  <a:cubicBezTo>
                    <a:pt x="14383" y="11144"/>
                    <a:pt x="14383" y="11144"/>
                    <a:pt x="14383" y="11144"/>
                  </a:cubicBezTo>
                  <a:cubicBezTo>
                    <a:pt x="17431" y="11144"/>
                    <a:pt x="20003" y="8668"/>
                    <a:pt x="20003" y="5620"/>
                  </a:cubicBezTo>
                  <a:cubicBezTo>
                    <a:pt x="20003" y="2572"/>
                    <a:pt x="17526" y="0"/>
                    <a:pt x="14478" y="0"/>
                  </a:cubicBezTo>
                  <a:lnTo>
                    <a:pt x="5620" y="0"/>
                  </a:lnTo>
                  <a:cubicBezTo>
                    <a:pt x="5620" y="0"/>
                    <a:pt x="5620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27"/>
            <p:cNvSpPr/>
            <p:nvPr/>
          </p:nvSpPr>
          <p:spPr>
            <a:xfrm>
              <a:off x="2645034" y="2094299"/>
              <a:ext cx="18783" cy="15678"/>
            </a:xfrm>
            <a:custGeom>
              <a:rect b="b" l="l" r="r" t="t"/>
              <a:pathLst>
                <a:path extrusionOk="0" h="15678" w="18783">
                  <a:moveTo>
                    <a:pt x="10344" y="724"/>
                  </a:moveTo>
                  <a:lnTo>
                    <a:pt x="2724" y="5296"/>
                  </a:lnTo>
                  <a:cubicBezTo>
                    <a:pt x="57" y="6915"/>
                    <a:pt x="-800" y="10344"/>
                    <a:pt x="819" y="12916"/>
                  </a:cubicBezTo>
                  <a:cubicBezTo>
                    <a:pt x="1867" y="14630"/>
                    <a:pt x="3677" y="15678"/>
                    <a:pt x="5582" y="15678"/>
                  </a:cubicBezTo>
                  <a:cubicBezTo>
                    <a:pt x="6534" y="15678"/>
                    <a:pt x="7582" y="15392"/>
                    <a:pt x="8439" y="14916"/>
                  </a:cubicBezTo>
                  <a:lnTo>
                    <a:pt x="16059" y="10344"/>
                  </a:lnTo>
                  <a:cubicBezTo>
                    <a:pt x="18726" y="8725"/>
                    <a:pt x="19583" y="5296"/>
                    <a:pt x="17964" y="2724"/>
                  </a:cubicBezTo>
                  <a:cubicBezTo>
                    <a:pt x="16345" y="57"/>
                    <a:pt x="12916" y="-800"/>
                    <a:pt x="10344" y="819"/>
                  </a:cubicBezTo>
                  <a:lnTo>
                    <a:pt x="10344" y="8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27"/>
            <p:cNvSpPr/>
            <p:nvPr/>
          </p:nvSpPr>
          <p:spPr>
            <a:xfrm>
              <a:off x="2644844" y="2142972"/>
              <a:ext cx="18783" cy="15868"/>
            </a:xfrm>
            <a:custGeom>
              <a:rect b="b" l="l" r="r" t="t"/>
              <a:pathLst>
                <a:path extrusionOk="0" h="15868" w="18783">
                  <a:moveTo>
                    <a:pt x="2724" y="10344"/>
                  </a:moveTo>
                  <a:lnTo>
                    <a:pt x="10344" y="15011"/>
                  </a:lnTo>
                  <a:cubicBezTo>
                    <a:pt x="11297" y="15583"/>
                    <a:pt x="12249" y="15869"/>
                    <a:pt x="13202" y="15869"/>
                  </a:cubicBezTo>
                  <a:cubicBezTo>
                    <a:pt x="15107" y="15869"/>
                    <a:pt x="16916" y="14916"/>
                    <a:pt x="17964" y="13202"/>
                  </a:cubicBezTo>
                  <a:cubicBezTo>
                    <a:pt x="19583" y="10535"/>
                    <a:pt x="18726" y="7106"/>
                    <a:pt x="16059" y="5486"/>
                  </a:cubicBezTo>
                  <a:lnTo>
                    <a:pt x="8439" y="819"/>
                  </a:lnTo>
                  <a:cubicBezTo>
                    <a:pt x="5772" y="-800"/>
                    <a:pt x="2343" y="57"/>
                    <a:pt x="819" y="2724"/>
                  </a:cubicBezTo>
                  <a:cubicBezTo>
                    <a:pt x="-800" y="5391"/>
                    <a:pt x="57" y="8820"/>
                    <a:pt x="2724" y="10344"/>
                  </a:cubicBezTo>
                  <a:lnTo>
                    <a:pt x="2724" y="103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27"/>
            <p:cNvSpPr/>
            <p:nvPr/>
          </p:nvSpPr>
          <p:spPr>
            <a:xfrm>
              <a:off x="2531649" y="2387060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6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27"/>
            <p:cNvSpPr/>
            <p:nvPr/>
          </p:nvSpPr>
          <p:spPr>
            <a:xfrm>
              <a:off x="2514027" y="2387060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6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27"/>
            <p:cNvSpPr/>
            <p:nvPr/>
          </p:nvSpPr>
          <p:spPr>
            <a:xfrm>
              <a:off x="2496311" y="2387060"/>
              <a:ext cx="11239" cy="11239"/>
            </a:xfrm>
            <a:custGeom>
              <a:rect b="b" l="l" r="r" t="t"/>
              <a:pathLst>
                <a:path extrusionOk="0" h="11239" w="11239">
                  <a:moveTo>
                    <a:pt x="5620" y="0"/>
                  </a:moveTo>
                  <a:cubicBezTo>
                    <a:pt x="2572" y="0"/>
                    <a:pt x="0" y="2476"/>
                    <a:pt x="0" y="5620"/>
                  </a:cubicBezTo>
                  <a:lnTo>
                    <a:pt x="0" y="5620"/>
                  </a:lnTo>
                  <a:cubicBezTo>
                    <a:pt x="0" y="8763"/>
                    <a:pt x="2477" y="11240"/>
                    <a:pt x="5620" y="11240"/>
                  </a:cubicBezTo>
                  <a:cubicBezTo>
                    <a:pt x="8763" y="11240"/>
                    <a:pt x="11240" y="8763"/>
                    <a:pt x="11240" y="5620"/>
                  </a:cubicBezTo>
                  <a:lnTo>
                    <a:pt x="11240" y="5620"/>
                  </a:lnTo>
                  <a:cubicBezTo>
                    <a:pt x="11240" y="2476"/>
                    <a:pt x="8763" y="0"/>
                    <a:pt x="5620" y="0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27"/>
            <p:cNvSpPr/>
            <p:nvPr/>
          </p:nvSpPr>
          <p:spPr>
            <a:xfrm>
              <a:off x="2502597" y="2063686"/>
              <a:ext cx="21621" cy="11239"/>
            </a:xfrm>
            <a:custGeom>
              <a:rect b="b" l="l" r="r" t="t"/>
              <a:pathLst>
                <a:path extrusionOk="0" h="11239" w="21621">
                  <a:moveTo>
                    <a:pt x="16002" y="0"/>
                  </a:moveTo>
                  <a:lnTo>
                    <a:pt x="5620" y="0"/>
                  </a:lnTo>
                  <a:cubicBezTo>
                    <a:pt x="2572" y="0"/>
                    <a:pt x="0" y="2477"/>
                    <a:pt x="0" y="5620"/>
                  </a:cubicBezTo>
                  <a:cubicBezTo>
                    <a:pt x="0" y="8763"/>
                    <a:pt x="2477" y="11239"/>
                    <a:pt x="5620" y="11239"/>
                  </a:cubicBezTo>
                  <a:lnTo>
                    <a:pt x="16002" y="11239"/>
                  </a:lnTo>
                  <a:cubicBezTo>
                    <a:pt x="19050" y="11239"/>
                    <a:pt x="21622" y="8763"/>
                    <a:pt x="21622" y="5620"/>
                  </a:cubicBezTo>
                  <a:cubicBezTo>
                    <a:pt x="21622" y="2477"/>
                    <a:pt x="19145" y="0"/>
                    <a:pt x="16002" y="0"/>
                  </a:cubicBezTo>
                  <a:lnTo>
                    <a:pt x="16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6" name="Google Shape;1336;p28"/>
          <p:cNvGrpSpPr/>
          <p:nvPr/>
        </p:nvGrpSpPr>
        <p:grpSpPr>
          <a:xfrm>
            <a:off x="1343043" y="3832782"/>
            <a:ext cx="291745" cy="222188"/>
            <a:chOff x="3271200" y="3863875"/>
            <a:chExt cx="481825" cy="366950"/>
          </a:xfrm>
        </p:grpSpPr>
        <p:sp>
          <p:nvSpPr>
            <p:cNvPr id="1337" name="Google Shape;1337;p28"/>
            <p:cNvSpPr/>
            <p:nvPr/>
          </p:nvSpPr>
          <p:spPr>
            <a:xfrm>
              <a:off x="3271200" y="3920350"/>
              <a:ext cx="283225" cy="310475"/>
            </a:xfrm>
            <a:custGeom>
              <a:rect b="b" l="l" r="r" t="t"/>
              <a:pathLst>
                <a:path extrusionOk="0" h="12419" w="11329">
                  <a:moveTo>
                    <a:pt x="1693" y="0"/>
                  </a:moveTo>
                  <a:cubicBezTo>
                    <a:pt x="756" y="0"/>
                    <a:pt x="0" y="756"/>
                    <a:pt x="0" y="1693"/>
                  </a:cubicBezTo>
                  <a:lnTo>
                    <a:pt x="0" y="8468"/>
                  </a:lnTo>
                  <a:cubicBezTo>
                    <a:pt x="0" y="9405"/>
                    <a:pt x="756" y="10160"/>
                    <a:pt x="1693" y="10163"/>
                  </a:cubicBezTo>
                  <a:lnTo>
                    <a:pt x="2861" y="10163"/>
                  </a:lnTo>
                  <a:cubicBezTo>
                    <a:pt x="2861" y="11410"/>
                    <a:pt x="3870" y="12419"/>
                    <a:pt x="5120" y="12419"/>
                  </a:cubicBezTo>
                  <a:cubicBezTo>
                    <a:pt x="6366" y="12419"/>
                    <a:pt x="7378" y="11410"/>
                    <a:pt x="7378" y="10163"/>
                  </a:cubicBezTo>
                  <a:lnTo>
                    <a:pt x="9070" y="10163"/>
                  </a:lnTo>
                  <a:lnTo>
                    <a:pt x="9070" y="6679"/>
                  </a:lnTo>
                  <a:cubicBezTo>
                    <a:pt x="9070" y="6356"/>
                    <a:pt x="9350" y="6116"/>
                    <a:pt x="9645" y="6116"/>
                  </a:cubicBezTo>
                  <a:cubicBezTo>
                    <a:pt x="9705" y="6116"/>
                    <a:pt x="9765" y="6126"/>
                    <a:pt x="9823" y="6146"/>
                  </a:cubicBezTo>
                  <a:cubicBezTo>
                    <a:pt x="9938" y="6187"/>
                    <a:pt x="10055" y="6206"/>
                    <a:pt x="10172" y="6206"/>
                  </a:cubicBezTo>
                  <a:cubicBezTo>
                    <a:pt x="10766" y="6206"/>
                    <a:pt x="11329" y="5708"/>
                    <a:pt x="11329" y="5080"/>
                  </a:cubicBezTo>
                  <a:cubicBezTo>
                    <a:pt x="11329" y="4453"/>
                    <a:pt x="10766" y="3954"/>
                    <a:pt x="10172" y="3954"/>
                  </a:cubicBezTo>
                  <a:cubicBezTo>
                    <a:pt x="10055" y="3954"/>
                    <a:pt x="9938" y="3974"/>
                    <a:pt x="9823" y="4014"/>
                  </a:cubicBezTo>
                  <a:cubicBezTo>
                    <a:pt x="9759" y="4037"/>
                    <a:pt x="9695" y="4048"/>
                    <a:pt x="9632" y="4048"/>
                  </a:cubicBezTo>
                  <a:cubicBezTo>
                    <a:pt x="9333" y="4048"/>
                    <a:pt x="9070" y="3805"/>
                    <a:pt x="9070" y="3484"/>
                  </a:cubicBezTo>
                  <a:lnTo>
                    <a:pt x="9070" y="0"/>
                  </a:lnTo>
                  <a:lnTo>
                    <a:pt x="6381" y="0"/>
                  </a:lnTo>
                  <a:cubicBezTo>
                    <a:pt x="5894" y="0"/>
                    <a:pt x="5635" y="576"/>
                    <a:pt x="5960" y="940"/>
                  </a:cubicBezTo>
                  <a:cubicBezTo>
                    <a:pt x="6610" y="1669"/>
                    <a:pt x="6095" y="2822"/>
                    <a:pt x="5120" y="2822"/>
                  </a:cubicBezTo>
                  <a:cubicBezTo>
                    <a:pt x="4141" y="2822"/>
                    <a:pt x="3626" y="1669"/>
                    <a:pt x="4276" y="940"/>
                  </a:cubicBezTo>
                  <a:cubicBezTo>
                    <a:pt x="4602" y="576"/>
                    <a:pt x="4343" y="0"/>
                    <a:pt x="38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3526175" y="3863875"/>
              <a:ext cx="226850" cy="310575"/>
            </a:xfrm>
            <a:custGeom>
              <a:rect b="b" l="l" r="r" t="t"/>
              <a:pathLst>
                <a:path extrusionOk="0" h="12423" w="9074">
                  <a:moveTo>
                    <a:pt x="3954" y="1"/>
                  </a:moveTo>
                  <a:cubicBezTo>
                    <a:pt x="2705" y="1"/>
                    <a:pt x="1696" y="1010"/>
                    <a:pt x="1696" y="2259"/>
                  </a:cubicBezTo>
                  <a:lnTo>
                    <a:pt x="1" y="2259"/>
                  </a:lnTo>
                  <a:lnTo>
                    <a:pt x="1" y="5081"/>
                  </a:lnTo>
                  <a:cubicBezTo>
                    <a:pt x="1247" y="5081"/>
                    <a:pt x="2259" y="6093"/>
                    <a:pt x="2259" y="7339"/>
                  </a:cubicBezTo>
                  <a:cubicBezTo>
                    <a:pt x="2259" y="8586"/>
                    <a:pt x="1247" y="9598"/>
                    <a:pt x="1" y="9598"/>
                  </a:cubicBezTo>
                  <a:lnTo>
                    <a:pt x="1" y="12422"/>
                  </a:lnTo>
                  <a:lnTo>
                    <a:pt x="7378" y="12422"/>
                  </a:lnTo>
                  <a:cubicBezTo>
                    <a:pt x="8315" y="12419"/>
                    <a:pt x="9070" y="11664"/>
                    <a:pt x="9073" y="10727"/>
                  </a:cubicBezTo>
                  <a:lnTo>
                    <a:pt x="9073" y="3952"/>
                  </a:lnTo>
                  <a:cubicBezTo>
                    <a:pt x="9070" y="3015"/>
                    <a:pt x="8315" y="2259"/>
                    <a:pt x="7378" y="2259"/>
                  </a:cubicBezTo>
                  <a:lnTo>
                    <a:pt x="6213" y="2259"/>
                  </a:lnTo>
                  <a:cubicBezTo>
                    <a:pt x="6213" y="1010"/>
                    <a:pt x="5201" y="1"/>
                    <a:pt x="3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39" name="Google Shape;1339;p28"/>
          <p:cNvGrpSpPr/>
          <p:nvPr/>
        </p:nvGrpSpPr>
        <p:grpSpPr>
          <a:xfrm>
            <a:off x="4541062" y="3799828"/>
            <a:ext cx="254864" cy="257380"/>
            <a:chOff x="-37804925" y="3953450"/>
            <a:chExt cx="315075" cy="318225"/>
          </a:xfrm>
        </p:grpSpPr>
        <p:sp>
          <p:nvSpPr>
            <p:cNvPr id="1340" name="Google Shape;1340;p28"/>
            <p:cNvSpPr/>
            <p:nvPr/>
          </p:nvSpPr>
          <p:spPr>
            <a:xfrm>
              <a:off x="-37614300" y="3955025"/>
              <a:ext cx="124450" cy="186200"/>
            </a:xfrm>
            <a:custGeom>
              <a:rect b="b" l="l" r="r" t="t"/>
              <a:pathLst>
                <a:path extrusionOk="0" h="7448" w="4978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-37761600" y="4230700"/>
              <a:ext cx="270175" cy="40975"/>
            </a:xfrm>
            <a:custGeom>
              <a:rect b="b" l="l" r="r" t="t"/>
              <a:pathLst>
                <a:path extrusionOk="0" h="1639" w="10807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-37804925" y="3953450"/>
              <a:ext cx="274125" cy="295675"/>
            </a:xfrm>
            <a:custGeom>
              <a:rect b="b" l="l" r="r" t="t"/>
              <a:pathLst>
                <a:path extrusionOk="0" h="11827" w="10965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8"/>
          <p:cNvGrpSpPr/>
          <p:nvPr/>
        </p:nvGrpSpPr>
        <p:grpSpPr>
          <a:xfrm>
            <a:off x="4522635" y="3285732"/>
            <a:ext cx="291741" cy="255607"/>
            <a:chOff x="899850" y="871450"/>
            <a:chExt cx="483175" cy="423400"/>
          </a:xfrm>
        </p:grpSpPr>
        <p:sp>
          <p:nvSpPr>
            <p:cNvPr id="1344" name="Google Shape;1344;p28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348" name="Google Shape;1348;p28"/>
          <p:cNvSpPr/>
          <p:nvPr/>
        </p:nvSpPr>
        <p:spPr>
          <a:xfrm>
            <a:off x="1343062" y="3291262"/>
            <a:ext cx="291729" cy="280808"/>
          </a:xfrm>
          <a:custGeom>
            <a:rect b="b" l="l" r="r" t="t"/>
            <a:pathLst>
              <a:path extrusionOk="0" h="19273" w="20026">
                <a:moveTo>
                  <a:pt x="14841" y="2901"/>
                </a:moveTo>
                <a:cubicBezTo>
                  <a:pt x="15282" y="2901"/>
                  <a:pt x="15717" y="3074"/>
                  <a:pt x="16042" y="3397"/>
                </a:cubicBezTo>
                <a:cubicBezTo>
                  <a:pt x="16704" y="4059"/>
                  <a:pt x="16704" y="5131"/>
                  <a:pt x="16042" y="5794"/>
                </a:cubicBezTo>
                <a:cubicBezTo>
                  <a:pt x="15717" y="6118"/>
                  <a:pt x="15284" y="6290"/>
                  <a:pt x="14843" y="6290"/>
                </a:cubicBezTo>
                <a:cubicBezTo>
                  <a:pt x="14625" y="6290"/>
                  <a:pt x="14405" y="6248"/>
                  <a:pt x="14196" y="6161"/>
                </a:cubicBezTo>
                <a:cubicBezTo>
                  <a:pt x="13563" y="5899"/>
                  <a:pt x="13151" y="5282"/>
                  <a:pt x="13151" y="4595"/>
                </a:cubicBezTo>
                <a:cubicBezTo>
                  <a:pt x="13151" y="3912"/>
                  <a:pt x="13563" y="3294"/>
                  <a:pt x="14196" y="3029"/>
                </a:cubicBezTo>
                <a:cubicBezTo>
                  <a:pt x="14404" y="2943"/>
                  <a:pt x="14623" y="2901"/>
                  <a:pt x="14841" y="2901"/>
                </a:cubicBezTo>
                <a:close/>
                <a:moveTo>
                  <a:pt x="10859" y="4837"/>
                </a:moveTo>
                <a:cubicBezTo>
                  <a:pt x="11001" y="4837"/>
                  <a:pt x="11142" y="4890"/>
                  <a:pt x="11251" y="4996"/>
                </a:cubicBezTo>
                <a:lnTo>
                  <a:pt x="12049" y="5794"/>
                </a:lnTo>
                <a:cubicBezTo>
                  <a:pt x="12269" y="6014"/>
                  <a:pt x="12269" y="6372"/>
                  <a:pt x="12049" y="6592"/>
                </a:cubicBezTo>
                <a:cubicBezTo>
                  <a:pt x="11939" y="6702"/>
                  <a:pt x="11794" y="6757"/>
                  <a:pt x="11650" y="6757"/>
                </a:cubicBezTo>
                <a:cubicBezTo>
                  <a:pt x="11505" y="6757"/>
                  <a:pt x="11361" y="6702"/>
                  <a:pt x="11251" y="6592"/>
                </a:cubicBezTo>
                <a:lnTo>
                  <a:pt x="10453" y="5794"/>
                </a:lnTo>
                <a:cubicBezTo>
                  <a:pt x="10239" y="5571"/>
                  <a:pt x="10242" y="5219"/>
                  <a:pt x="10459" y="5002"/>
                </a:cubicBezTo>
                <a:cubicBezTo>
                  <a:pt x="10570" y="4892"/>
                  <a:pt x="10715" y="4837"/>
                  <a:pt x="10859" y="4837"/>
                </a:cubicBezTo>
                <a:close/>
                <a:moveTo>
                  <a:pt x="13255" y="7232"/>
                </a:moveTo>
                <a:cubicBezTo>
                  <a:pt x="13396" y="7232"/>
                  <a:pt x="13538" y="7284"/>
                  <a:pt x="13648" y="7390"/>
                </a:cubicBezTo>
                <a:lnTo>
                  <a:pt x="14446" y="8188"/>
                </a:lnTo>
                <a:cubicBezTo>
                  <a:pt x="14665" y="8411"/>
                  <a:pt x="14665" y="8766"/>
                  <a:pt x="14446" y="8989"/>
                </a:cubicBezTo>
                <a:cubicBezTo>
                  <a:pt x="14336" y="9099"/>
                  <a:pt x="14191" y="9154"/>
                  <a:pt x="14047" y="9154"/>
                </a:cubicBezTo>
                <a:cubicBezTo>
                  <a:pt x="13902" y="9154"/>
                  <a:pt x="13758" y="9099"/>
                  <a:pt x="13648" y="8989"/>
                </a:cubicBezTo>
                <a:lnTo>
                  <a:pt x="12850" y="8188"/>
                </a:lnTo>
                <a:cubicBezTo>
                  <a:pt x="12633" y="7968"/>
                  <a:pt x="12636" y="7616"/>
                  <a:pt x="12856" y="7399"/>
                </a:cubicBezTo>
                <a:cubicBezTo>
                  <a:pt x="12966" y="7287"/>
                  <a:pt x="13110" y="7232"/>
                  <a:pt x="13255" y="7232"/>
                </a:cubicBezTo>
                <a:close/>
                <a:moveTo>
                  <a:pt x="10846" y="8029"/>
                </a:moveTo>
                <a:cubicBezTo>
                  <a:pt x="10991" y="8029"/>
                  <a:pt x="11135" y="8084"/>
                  <a:pt x="11245" y="8194"/>
                </a:cubicBezTo>
                <a:cubicBezTo>
                  <a:pt x="11462" y="8411"/>
                  <a:pt x="11465" y="8763"/>
                  <a:pt x="11251" y="8986"/>
                </a:cubicBezTo>
                <a:lnTo>
                  <a:pt x="11251" y="8989"/>
                </a:lnTo>
                <a:lnTo>
                  <a:pt x="10778" y="9461"/>
                </a:lnTo>
                <a:cubicBezTo>
                  <a:pt x="11088" y="10106"/>
                  <a:pt x="10959" y="10874"/>
                  <a:pt x="10453" y="11383"/>
                </a:cubicBezTo>
                <a:cubicBezTo>
                  <a:pt x="10343" y="11493"/>
                  <a:pt x="10198" y="11548"/>
                  <a:pt x="10054" y="11548"/>
                </a:cubicBezTo>
                <a:cubicBezTo>
                  <a:pt x="9909" y="11548"/>
                  <a:pt x="9765" y="11493"/>
                  <a:pt x="9655" y="11383"/>
                </a:cubicBezTo>
                <a:cubicBezTo>
                  <a:pt x="9435" y="11163"/>
                  <a:pt x="9435" y="10804"/>
                  <a:pt x="9655" y="10585"/>
                </a:cubicBezTo>
                <a:cubicBezTo>
                  <a:pt x="10010" y="10229"/>
                  <a:pt x="9757" y="9621"/>
                  <a:pt x="9254" y="9621"/>
                </a:cubicBezTo>
                <a:cubicBezTo>
                  <a:pt x="8751" y="9621"/>
                  <a:pt x="8498" y="10229"/>
                  <a:pt x="8857" y="10585"/>
                </a:cubicBezTo>
                <a:cubicBezTo>
                  <a:pt x="9441" y="11166"/>
                  <a:pt x="9519" y="12084"/>
                  <a:pt x="9043" y="12756"/>
                </a:cubicBezTo>
                <a:cubicBezTo>
                  <a:pt x="8717" y="13218"/>
                  <a:pt x="8196" y="13472"/>
                  <a:pt x="7661" y="13472"/>
                </a:cubicBezTo>
                <a:cubicBezTo>
                  <a:pt x="7415" y="13472"/>
                  <a:pt x="7167" y="13419"/>
                  <a:pt x="6933" y="13307"/>
                </a:cubicBezTo>
                <a:lnTo>
                  <a:pt x="6460" y="13777"/>
                </a:lnTo>
                <a:cubicBezTo>
                  <a:pt x="6351" y="13882"/>
                  <a:pt x="6210" y="13935"/>
                  <a:pt x="6068" y="13935"/>
                </a:cubicBezTo>
                <a:cubicBezTo>
                  <a:pt x="5924" y="13935"/>
                  <a:pt x="5779" y="13880"/>
                  <a:pt x="5668" y="13771"/>
                </a:cubicBezTo>
                <a:cubicBezTo>
                  <a:pt x="5451" y="13551"/>
                  <a:pt x="5448" y="13198"/>
                  <a:pt x="5662" y="12979"/>
                </a:cubicBezTo>
                <a:lnTo>
                  <a:pt x="6135" y="12506"/>
                </a:lnTo>
                <a:cubicBezTo>
                  <a:pt x="5824" y="11861"/>
                  <a:pt x="5957" y="11091"/>
                  <a:pt x="6460" y="10582"/>
                </a:cubicBezTo>
                <a:cubicBezTo>
                  <a:pt x="6570" y="10476"/>
                  <a:pt x="6711" y="10424"/>
                  <a:pt x="6852" y="10424"/>
                </a:cubicBezTo>
                <a:cubicBezTo>
                  <a:pt x="6997" y="10424"/>
                  <a:pt x="7142" y="10479"/>
                  <a:pt x="7252" y="10591"/>
                </a:cubicBezTo>
                <a:cubicBezTo>
                  <a:pt x="7469" y="10808"/>
                  <a:pt x="7472" y="11160"/>
                  <a:pt x="7258" y="11383"/>
                </a:cubicBezTo>
                <a:cubicBezTo>
                  <a:pt x="6902" y="11738"/>
                  <a:pt x="7155" y="12346"/>
                  <a:pt x="7658" y="12346"/>
                </a:cubicBezTo>
                <a:cubicBezTo>
                  <a:pt x="8161" y="12346"/>
                  <a:pt x="8414" y="11738"/>
                  <a:pt x="8059" y="11383"/>
                </a:cubicBezTo>
                <a:cubicBezTo>
                  <a:pt x="7475" y="10798"/>
                  <a:pt x="7393" y="9883"/>
                  <a:pt x="7869" y="9209"/>
                </a:cubicBezTo>
                <a:cubicBezTo>
                  <a:pt x="8195" y="8749"/>
                  <a:pt x="8716" y="8495"/>
                  <a:pt x="9251" y="8495"/>
                </a:cubicBezTo>
                <a:cubicBezTo>
                  <a:pt x="9497" y="8495"/>
                  <a:pt x="9746" y="8549"/>
                  <a:pt x="9980" y="8660"/>
                </a:cubicBezTo>
                <a:lnTo>
                  <a:pt x="10453" y="8188"/>
                </a:lnTo>
                <a:cubicBezTo>
                  <a:pt x="10563" y="8082"/>
                  <a:pt x="10705" y="8029"/>
                  <a:pt x="10846" y="8029"/>
                </a:cubicBezTo>
                <a:close/>
                <a:moveTo>
                  <a:pt x="13208" y="0"/>
                </a:moveTo>
                <a:cubicBezTo>
                  <a:pt x="11632" y="0"/>
                  <a:pt x="10059" y="597"/>
                  <a:pt x="8857" y="1801"/>
                </a:cubicBezTo>
                <a:lnTo>
                  <a:pt x="8456" y="2201"/>
                </a:lnTo>
                <a:lnTo>
                  <a:pt x="9655" y="3397"/>
                </a:lnTo>
                <a:cubicBezTo>
                  <a:pt x="9869" y="3620"/>
                  <a:pt x="9866" y="3972"/>
                  <a:pt x="9646" y="4189"/>
                </a:cubicBezTo>
                <a:cubicBezTo>
                  <a:pt x="9536" y="4300"/>
                  <a:pt x="9391" y="4356"/>
                  <a:pt x="9246" y="4356"/>
                </a:cubicBezTo>
                <a:cubicBezTo>
                  <a:pt x="9106" y="4356"/>
                  <a:pt x="8965" y="4303"/>
                  <a:pt x="8857" y="4198"/>
                </a:cubicBezTo>
                <a:lnTo>
                  <a:pt x="7658" y="2999"/>
                </a:lnTo>
                <a:lnTo>
                  <a:pt x="663" y="9994"/>
                </a:lnTo>
                <a:cubicBezTo>
                  <a:pt x="1" y="10654"/>
                  <a:pt x="1" y="11726"/>
                  <a:pt x="663" y="12388"/>
                </a:cubicBezTo>
                <a:lnTo>
                  <a:pt x="7053" y="18775"/>
                </a:lnTo>
                <a:cubicBezTo>
                  <a:pt x="7383" y="19107"/>
                  <a:pt x="7816" y="19272"/>
                  <a:pt x="8249" y="19272"/>
                </a:cubicBezTo>
                <a:cubicBezTo>
                  <a:pt x="8682" y="19272"/>
                  <a:pt x="9116" y="19107"/>
                  <a:pt x="9447" y="18775"/>
                </a:cubicBezTo>
                <a:lnTo>
                  <a:pt x="16442" y="11783"/>
                </a:lnTo>
                <a:lnTo>
                  <a:pt x="15244" y="10585"/>
                </a:lnTo>
                <a:cubicBezTo>
                  <a:pt x="15030" y="10362"/>
                  <a:pt x="15033" y="10010"/>
                  <a:pt x="15250" y="9793"/>
                </a:cubicBezTo>
                <a:cubicBezTo>
                  <a:pt x="15361" y="9683"/>
                  <a:pt x="15506" y="9628"/>
                  <a:pt x="15650" y="9628"/>
                </a:cubicBezTo>
                <a:cubicBezTo>
                  <a:pt x="15792" y="9628"/>
                  <a:pt x="15933" y="9681"/>
                  <a:pt x="16042" y="9787"/>
                </a:cubicBezTo>
                <a:lnTo>
                  <a:pt x="17240" y="10982"/>
                </a:lnTo>
                <a:lnTo>
                  <a:pt x="17641" y="10585"/>
                </a:lnTo>
                <a:cubicBezTo>
                  <a:pt x="19923" y="8299"/>
                  <a:pt x="20025" y="4677"/>
                  <a:pt x="17999" y="2240"/>
                </a:cubicBezTo>
                <a:lnTo>
                  <a:pt x="19237" y="1003"/>
                </a:lnTo>
                <a:cubicBezTo>
                  <a:pt x="19456" y="783"/>
                  <a:pt x="19456" y="425"/>
                  <a:pt x="19237" y="205"/>
                </a:cubicBezTo>
                <a:cubicBezTo>
                  <a:pt x="19127" y="95"/>
                  <a:pt x="18982" y="40"/>
                  <a:pt x="18838" y="40"/>
                </a:cubicBezTo>
                <a:cubicBezTo>
                  <a:pt x="18693" y="40"/>
                  <a:pt x="18548" y="95"/>
                  <a:pt x="18439" y="205"/>
                </a:cubicBezTo>
                <a:lnTo>
                  <a:pt x="17198" y="1443"/>
                </a:lnTo>
                <a:cubicBezTo>
                  <a:pt x="16045" y="483"/>
                  <a:pt x="14625" y="0"/>
                  <a:pt x="132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1349" name="Google Shape;1349;p28"/>
          <p:cNvGrpSpPr/>
          <p:nvPr/>
        </p:nvGrpSpPr>
        <p:grpSpPr>
          <a:xfrm>
            <a:off x="1343039" y="2440320"/>
            <a:ext cx="291768" cy="290652"/>
            <a:chOff x="2085450" y="842250"/>
            <a:chExt cx="483700" cy="481850"/>
          </a:xfrm>
        </p:grpSpPr>
        <p:sp>
          <p:nvSpPr>
            <p:cNvPr id="1350" name="Google Shape;1350;p28"/>
            <p:cNvSpPr/>
            <p:nvPr/>
          </p:nvSpPr>
          <p:spPr>
            <a:xfrm>
              <a:off x="2085525" y="926925"/>
              <a:ext cx="483625" cy="397175"/>
            </a:xfrm>
            <a:custGeom>
              <a:rect b="b" l="l" r="r" t="t"/>
              <a:pathLst>
                <a:path extrusionOk="0" h="15887" w="19345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085450" y="1151875"/>
              <a:ext cx="143650" cy="87575"/>
            </a:xfrm>
            <a:custGeom>
              <a:rect b="b" l="l" r="r" t="t"/>
              <a:pathLst>
                <a:path extrusionOk="0" h="3503" w="5746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274775" y="842250"/>
              <a:ext cx="294375" cy="197650"/>
            </a:xfrm>
            <a:custGeom>
              <a:rect b="b" l="l" r="r" t="t"/>
              <a:pathLst>
                <a:path extrusionOk="0" h="7906" w="11775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53" name="Google Shape;1353;p28"/>
          <p:cNvGrpSpPr/>
          <p:nvPr/>
        </p:nvGrpSpPr>
        <p:grpSpPr>
          <a:xfrm>
            <a:off x="4541083" y="2436280"/>
            <a:ext cx="254847" cy="289962"/>
            <a:chOff x="2707500" y="249400"/>
            <a:chExt cx="423475" cy="481825"/>
          </a:xfrm>
        </p:grpSpPr>
        <p:sp>
          <p:nvSpPr>
            <p:cNvPr id="1354" name="Google Shape;1354;p28"/>
            <p:cNvSpPr/>
            <p:nvPr/>
          </p:nvSpPr>
          <p:spPr>
            <a:xfrm>
              <a:off x="2739175" y="420675"/>
              <a:ext cx="360100" cy="310550"/>
            </a:xfrm>
            <a:custGeom>
              <a:rect b="b" l="l" r="r" t="t"/>
              <a:pathLst>
                <a:path extrusionOk="0" h="12422" w="14404">
                  <a:moveTo>
                    <a:pt x="3816" y="1130"/>
                  </a:moveTo>
                  <a:cubicBezTo>
                    <a:pt x="4126" y="1130"/>
                    <a:pt x="4379" y="1382"/>
                    <a:pt x="4379" y="1696"/>
                  </a:cubicBezTo>
                  <a:lnTo>
                    <a:pt x="4379" y="8471"/>
                  </a:lnTo>
                  <a:cubicBezTo>
                    <a:pt x="4379" y="8781"/>
                    <a:pt x="4126" y="9034"/>
                    <a:pt x="3816" y="9034"/>
                  </a:cubicBezTo>
                  <a:cubicBezTo>
                    <a:pt x="3503" y="9034"/>
                    <a:pt x="3250" y="8781"/>
                    <a:pt x="3250" y="8471"/>
                  </a:cubicBezTo>
                  <a:lnTo>
                    <a:pt x="3250" y="1696"/>
                  </a:lnTo>
                  <a:cubicBezTo>
                    <a:pt x="3250" y="1382"/>
                    <a:pt x="3503" y="1130"/>
                    <a:pt x="3816" y="1130"/>
                  </a:cubicBezTo>
                  <a:close/>
                  <a:moveTo>
                    <a:pt x="7204" y="1130"/>
                  </a:moveTo>
                  <a:cubicBezTo>
                    <a:pt x="7514" y="1130"/>
                    <a:pt x="7767" y="1382"/>
                    <a:pt x="7767" y="1696"/>
                  </a:cubicBezTo>
                  <a:lnTo>
                    <a:pt x="7767" y="8471"/>
                  </a:lnTo>
                  <a:cubicBezTo>
                    <a:pt x="7767" y="8781"/>
                    <a:pt x="7514" y="9034"/>
                    <a:pt x="7204" y="9034"/>
                  </a:cubicBezTo>
                  <a:cubicBezTo>
                    <a:pt x="6891" y="9034"/>
                    <a:pt x="6638" y="8781"/>
                    <a:pt x="6638" y="8471"/>
                  </a:cubicBezTo>
                  <a:lnTo>
                    <a:pt x="6638" y="1696"/>
                  </a:lnTo>
                  <a:cubicBezTo>
                    <a:pt x="6638" y="1382"/>
                    <a:pt x="6891" y="1130"/>
                    <a:pt x="7204" y="1130"/>
                  </a:cubicBezTo>
                  <a:close/>
                  <a:moveTo>
                    <a:pt x="10592" y="1130"/>
                  </a:moveTo>
                  <a:cubicBezTo>
                    <a:pt x="10902" y="1130"/>
                    <a:pt x="11155" y="1382"/>
                    <a:pt x="11155" y="1696"/>
                  </a:cubicBezTo>
                  <a:lnTo>
                    <a:pt x="11155" y="8471"/>
                  </a:lnTo>
                  <a:cubicBezTo>
                    <a:pt x="11155" y="8781"/>
                    <a:pt x="10902" y="9034"/>
                    <a:pt x="10592" y="9034"/>
                  </a:cubicBezTo>
                  <a:cubicBezTo>
                    <a:pt x="10278" y="9034"/>
                    <a:pt x="10025" y="8781"/>
                    <a:pt x="10025" y="8471"/>
                  </a:cubicBezTo>
                  <a:lnTo>
                    <a:pt x="10025" y="1696"/>
                  </a:lnTo>
                  <a:cubicBezTo>
                    <a:pt x="10025" y="1382"/>
                    <a:pt x="10278" y="1130"/>
                    <a:pt x="10592" y="1130"/>
                  </a:cubicBezTo>
                  <a:close/>
                  <a:moveTo>
                    <a:pt x="1" y="0"/>
                  </a:moveTo>
                  <a:lnTo>
                    <a:pt x="901" y="10880"/>
                  </a:lnTo>
                  <a:cubicBezTo>
                    <a:pt x="976" y="11754"/>
                    <a:pt x="1705" y="12422"/>
                    <a:pt x="2582" y="12422"/>
                  </a:cubicBezTo>
                  <a:cubicBezTo>
                    <a:pt x="2584" y="12422"/>
                    <a:pt x="2586" y="12422"/>
                    <a:pt x="2588" y="12422"/>
                  </a:cubicBezTo>
                  <a:lnTo>
                    <a:pt x="11817" y="12422"/>
                  </a:lnTo>
                  <a:cubicBezTo>
                    <a:pt x="11819" y="12422"/>
                    <a:pt x="11821" y="12422"/>
                    <a:pt x="11823" y="12422"/>
                  </a:cubicBezTo>
                  <a:cubicBezTo>
                    <a:pt x="12700" y="12422"/>
                    <a:pt x="13431" y="11751"/>
                    <a:pt x="13503" y="10877"/>
                  </a:cubicBezTo>
                  <a:lnTo>
                    <a:pt x="144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2707500" y="249400"/>
              <a:ext cx="423475" cy="141175"/>
            </a:xfrm>
            <a:custGeom>
              <a:rect b="b" l="l" r="r" t="t"/>
              <a:pathLst>
                <a:path extrusionOk="0" h="5647" w="16939">
                  <a:moveTo>
                    <a:pt x="9600" y="1130"/>
                  </a:moveTo>
                  <a:cubicBezTo>
                    <a:pt x="9910" y="1130"/>
                    <a:pt x="10163" y="1383"/>
                    <a:pt x="10163" y="1696"/>
                  </a:cubicBezTo>
                  <a:lnTo>
                    <a:pt x="10163" y="2259"/>
                  </a:lnTo>
                  <a:lnTo>
                    <a:pt x="6776" y="2259"/>
                  </a:lnTo>
                  <a:lnTo>
                    <a:pt x="6776" y="1696"/>
                  </a:lnTo>
                  <a:cubicBezTo>
                    <a:pt x="6776" y="1383"/>
                    <a:pt x="7029" y="1130"/>
                    <a:pt x="7342" y="1130"/>
                  </a:cubicBezTo>
                  <a:close/>
                  <a:moveTo>
                    <a:pt x="7342" y="1"/>
                  </a:moveTo>
                  <a:cubicBezTo>
                    <a:pt x="6405" y="1"/>
                    <a:pt x="5646" y="760"/>
                    <a:pt x="5646" y="1696"/>
                  </a:cubicBezTo>
                  <a:lnTo>
                    <a:pt x="5646" y="2259"/>
                  </a:lnTo>
                  <a:lnTo>
                    <a:pt x="1696" y="2259"/>
                  </a:lnTo>
                  <a:cubicBezTo>
                    <a:pt x="759" y="2259"/>
                    <a:pt x="0" y="3018"/>
                    <a:pt x="0" y="3954"/>
                  </a:cubicBezTo>
                  <a:lnTo>
                    <a:pt x="0" y="5084"/>
                  </a:lnTo>
                  <a:cubicBezTo>
                    <a:pt x="0" y="5394"/>
                    <a:pt x="253" y="5647"/>
                    <a:pt x="566" y="5647"/>
                  </a:cubicBezTo>
                  <a:lnTo>
                    <a:pt x="16375" y="5647"/>
                  </a:lnTo>
                  <a:cubicBezTo>
                    <a:pt x="16686" y="5647"/>
                    <a:pt x="16939" y="5394"/>
                    <a:pt x="16939" y="5084"/>
                  </a:cubicBezTo>
                  <a:lnTo>
                    <a:pt x="16939" y="3954"/>
                  </a:lnTo>
                  <a:cubicBezTo>
                    <a:pt x="16939" y="3018"/>
                    <a:pt x="16180" y="2259"/>
                    <a:pt x="15246" y="2259"/>
                  </a:cubicBezTo>
                  <a:lnTo>
                    <a:pt x="11292" y="2259"/>
                  </a:lnTo>
                  <a:lnTo>
                    <a:pt x="11292" y="1696"/>
                  </a:lnTo>
                  <a:cubicBezTo>
                    <a:pt x="11292" y="760"/>
                    <a:pt x="10534" y="1"/>
                    <a:pt x="9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356" name="Google Shape;1356;p28"/>
          <p:cNvSpPr txBox="1"/>
          <p:nvPr/>
        </p:nvSpPr>
        <p:spPr>
          <a:xfrm>
            <a:off x="723450" y="1187975"/>
            <a:ext cx="769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As a Premium user, you can use this template without attributing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Slidesgo</a:t>
            </a:r>
            <a:endParaRPr b="1"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7" name="Google Shape;1357;p28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 (premium users)</a:t>
            </a:r>
            <a:endParaRPr/>
          </a:p>
        </p:txBody>
      </p:sp>
      <p:grpSp>
        <p:nvGrpSpPr>
          <p:cNvPr id="1358" name="Google Shape;1358;p28"/>
          <p:cNvGrpSpPr/>
          <p:nvPr/>
        </p:nvGrpSpPr>
        <p:grpSpPr>
          <a:xfrm>
            <a:off x="1343052" y="2010830"/>
            <a:ext cx="291746" cy="286082"/>
            <a:chOff x="1490050" y="3805975"/>
            <a:chExt cx="491900" cy="482350"/>
          </a:xfrm>
        </p:grpSpPr>
        <p:sp>
          <p:nvSpPr>
            <p:cNvPr id="1359" name="Google Shape;1359;p28"/>
            <p:cNvSpPr/>
            <p:nvPr/>
          </p:nvSpPr>
          <p:spPr>
            <a:xfrm>
              <a:off x="1541775" y="3877050"/>
              <a:ext cx="302500" cy="277225"/>
            </a:xfrm>
            <a:custGeom>
              <a:rect b="b" l="l" r="r" t="t"/>
              <a:pathLst>
                <a:path extrusionOk="0" h="11089" w="1210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1824450" y="3805975"/>
              <a:ext cx="157500" cy="150525"/>
            </a:xfrm>
            <a:custGeom>
              <a:rect b="b" l="l" r="r" t="t"/>
              <a:pathLst>
                <a:path extrusionOk="0" h="6021" w="630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1626675" y="3936600"/>
              <a:ext cx="277225" cy="302600"/>
            </a:xfrm>
            <a:custGeom>
              <a:rect b="b" l="l" r="r" t="t"/>
              <a:pathLst>
                <a:path extrusionOk="0" h="12104" w="11089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1490050" y="4166500"/>
              <a:ext cx="129950" cy="121825"/>
            </a:xfrm>
            <a:custGeom>
              <a:rect b="b" l="l" r="r" t="t"/>
              <a:pathLst>
                <a:path extrusionOk="0" h="4873" w="5198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363" name="Google Shape;1363;p28"/>
          <p:cNvSpPr txBox="1"/>
          <p:nvPr/>
        </p:nvSpPr>
        <p:spPr>
          <a:xfrm>
            <a:off x="1254000" y="15436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are allowed to:</a:t>
            </a:r>
            <a:endParaRPr/>
          </a:p>
        </p:txBody>
      </p:sp>
      <p:sp>
        <p:nvSpPr>
          <p:cNvPr id="1364" name="Google Shape;1364;p28"/>
          <p:cNvSpPr/>
          <p:nvPr/>
        </p:nvSpPr>
        <p:spPr>
          <a:xfrm>
            <a:off x="4541072" y="2011594"/>
            <a:ext cx="254859" cy="286108"/>
          </a:xfrm>
          <a:custGeom>
            <a:rect b="b" l="l" r="r" t="t"/>
            <a:pathLst>
              <a:path extrusionOk="0" h="19273" w="17168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365" name="Google Shape;1365;p28"/>
          <p:cNvSpPr txBox="1"/>
          <p:nvPr/>
        </p:nvSpPr>
        <p:spPr>
          <a:xfrm>
            <a:off x="1616350" y="1943440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Modify this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66" name="Google Shape;1366;p28"/>
          <p:cNvSpPr txBox="1"/>
          <p:nvPr/>
        </p:nvSpPr>
        <p:spPr>
          <a:xfrm>
            <a:off x="4814375" y="1943446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it for both personal and commercial projects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67" name="Google Shape;1367;p28"/>
          <p:cNvSpPr txBox="1"/>
          <p:nvPr/>
        </p:nvSpPr>
        <p:spPr>
          <a:xfrm>
            <a:off x="1254000" y="288646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are not allowed to:</a:t>
            </a:r>
            <a:endParaRPr/>
          </a:p>
        </p:txBody>
      </p:sp>
      <p:sp>
        <p:nvSpPr>
          <p:cNvPr id="1368" name="Google Shape;1368;p28"/>
          <p:cNvSpPr txBox="1"/>
          <p:nvPr/>
        </p:nvSpPr>
        <p:spPr>
          <a:xfrm>
            <a:off x="1616350" y="3287025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Sublicense, sell or rent any of Slidesgo Content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69" name="Google Shape;1369;p28"/>
          <p:cNvSpPr txBox="1"/>
          <p:nvPr/>
        </p:nvSpPr>
        <p:spPr>
          <a:xfrm>
            <a:off x="4814375" y="3287024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Distribute Slidesgo Content unless it has been expressly authorized by Slidesgo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70" name="Google Shape;1370;p28"/>
          <p:cNvSpPr txBox="1"/>
          <p:nvPr/>
        </p:nvSpPr>
        <p:spPr>
          <a:xfrm>
            <a:off x="1616350" y="3751379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any of the elements that are part in a separated way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71" name="Google Shape;1371;p28"/>
          <p:cNvSpPr txBox="1"/>
          <p:nvPr/>
        </p:nvSpPr>
        <p:spPr>
          <a:xfrm>
            <a:off x="4814375" y="3751378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Register any of the elements as a trademark or logo in an intellectual property registry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72" name="Google Shape;1372;p28"/>
          <p:cNvSpPr txBox="1"/>
          <p:nvPr/>
        </p:nvSpPr>
        <p:spPr>
          <a:xfrm>
            <a:off x="1616350" y="2408933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Share this template in an 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editable format 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73" name="Google Shape;1373;p28"/>
          <p:cNvSpPr txBox="1"/>
          <p:nvPr/>
        </p:nvSpPr>
        <p:spPr>
          <a:xfrm>
            <a:off x="4814375" y="2408939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Hide or delete the “Thanks” slide and the mention to Slidesgo in the credits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74" name="Google Shape;1374;p28"/>
          <p:cNvSpPr txBox="1"/>
          <p:nvPr/>
        </p:nvSpPr>
        <p:spPr>
          <a:xfrm>
            <a:off x="559900" y="4339600"/>
            <a:ext cx="80241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more information about editing slides, please read our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FAQs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or visit our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blog</a:t>
            </a:r>
            <a:endParaRPr b="1"/>
          </a:p>
        </p:txBody>
      </p:sp>
      <p:grpSp>
        <p:nvGrpSpPr>
          <p:cNvPr id="1375" name="Google Shape;1375;p28"/>
          <p:cNvGrpSpPr/>
          <p:nvPr/>
        </p:nvGrpSpPr>
        <p:grpSpPr>
          <a:xfrm>
            <a:off x="8430787" y="228418"/>
            <a:ext cx="346490" cy="311075"/>
            <a:chOff x="5655285" y="1922218"/>
            <a:chExt cx="2946347" cy="2645192"/>
          </a:xfrm>
        </p:grpSpPr>
        <p:sp>
          <p:nvSpPr>
            <p:cNvPr id="1376" name="Google Shape;1376;p28"/>
            <p:cNvSpPr/>
            <p:nvPr/>
          </p:nvSpPr>
          <p:spPr>
            <a:xfrm>
              <a:off x="5944020" y="4048928"/>
              <a:ext cx="2362667" cy="518482"/>
            </a:xfrm>
            <a:custGeom>
              <a:rect b="b" l="l" r="r" t="t"/>
              <a:pathLst>
                <a:path extrusionOk="0" h="518482" w="2362667">
                  <a:moveTo>
                    <a:pt x="0" y="0"/>
                  </a:moveTo>
                  <a:lnTo>
                    <a:pt x="2362667" y="0"/>
                  </a:lnTo>
                  <a:lnTo>
                    <a:pt x="2362667" y="518483"/>
                  </a:lnTo>
                  <a:lnTo>
                    <a:pt x="0" y="518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5928497" y="1922218"/>
              <a:ext cx="2412342" cy="1716891"/>
            </a:xfrm>
            <a:custGeom>
              <a:rect b="b" l="l" r="r" t="t"/>
              <a:pathLst>
                <a:path extrusionOk="0" h="1716891" w="2412342">
                  <a:moveTo>
                    <a:pt x="0" y="1716892"/>
                  </a:moveTo>
                  <a:lnTo>
                    <a:pt x="1195305" y="0"/>
                  </a:lnTo>
                  <a:lnTo>
                    <a:pt x="2412342" y="1716892"/>
                  </a:lnTo>
                  <a:lnTo>
                    <a:pt x="0" y="17168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6235861" y="2397235"/>
              <a:ext cx="2365771" cy="1518191"/>
            </a:xfrm>
            <a:custGeom>
              <a:rect b="b" l="l" r="r" t="t"/>
              <a:pathLst>
                <a:path extrusionOk="0" h="1518191" w="2365771">
                  <a:moveTo>
                    <a:pt x="2086350" y="1518192"/>
                  </a:moveTo>
                  <a:lnTo>
                    <a:pt x="2365772" y="0"/>
                  </a:lnTo>
                  <a:lnTo>
                    <a:pt x="0" y="1518192"/>
                  </a:lnTo>
                  <a:lnTo>
                    <a:pt x="2086350" y="15181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5655285" y="2394130"/>
              <a:ext cx="2207432" cy="1521296"/>
            </a:xfrm>
            <a:custGeom>
              <a:rect b="b" l="l" r="r" t="t"/>
              <a:pathLst>
                <a:path extrusionOk="0" h="1521296" w="2207432">
                  <a:moveTo>
                    <a:pt x="270108" y="1521297"/>
                  </a:moveTo>
                  <a:lnTo>
                    <a:pt x="0" y="0"/>
                  </a:lnTo>
                  <a:lnTo>
                    <a:pt x="2207433" y="1521297"/>
                  </a:lnTo>
                  <a:lnTo>
                    <a:pt x="270108" y="15212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0" name="Google Shape;1380;p28"/>
          <p:cNvGrpSpPr/>
          <p:nvPr/>
        </p:nvGrpSpPr>
        <p:grpSpPr>
          <a:xfrm>
            <a:off x="942179" y="2910127"/>
            <a:ext cx="291890" cy="291890"/>
            <a:chOff x="2085525" y="4992125"/>
            <a:chExt cx="481825" cy="481825"/>
          </a:xfrm>
        </p:grpSpPr>
        <p:sp>
          <p:nvSpPr>
            <p:cNvPr id="1381" name="Google Shape;1381;p28"/>
            <p:cNvSpPr/>
            <p:nvPr/>
          </p:nvSpPr>
          <p:spPr>
            <a:xfrm>
              <a:off x="2244150" y="5152125"/>
              <a:ext cx="164500" cy="161825"/>
            </a:xfrm>
            <a:custGeom>
              <a:rect b="b" l="l" r="r" t="t"/>
              <a:pathLst>
                <a:path extrusionOk="0" h="6473" w="658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08552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83" name="Google Shape;1383;p28"/>
          <p:cNvGrpSpPr/>
          <p:nvPr/>
        </p:nvGrpSpPr>
        <p:grpSpPr>
          <a:xfrm>
            <a:off x="942192" y="1551114"/>
            <a:ext cx="291890" cy="291890"/>
            <a:chOff x="1492675" y="4992125"/>
            <a:chExt cx="481825" cy="481825"/>
          </a:xfrm>
        </p:grpSpPr>
        <p:sp>
          <p:nvSpPr>
            <p:cNvPr id="1384" name="Google Shape;1384;p28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29"/>
          <p:cNvSpPr txBox="1"/>
          <p:nvPr/>
        </p:nvSpPr>
        <p:spPr>
          <a:xfrm>
            <a:off x="723450" y="1187975"/>
            <a:ext cx="769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can add and edit some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infographics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to your presentation to present your data in a visual way.</a:t>
            </a:r>
            <a:endParaRPr b="1"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1" name="Google Shape;1391;p29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Infographics</a:t>
            </a:r>
            <a:endParaRPr/>
          </a:p>
        </p:txBody>
      </p:sp>
      <p:sp>
        <p:nvSpPr>
          <p:cNvPr id="1392" name="Google Shape;1392;p29"/>
          <p:cNvSpPr txBox="1"/>
          <p:nvPr/>
        </p:nvSpPr>
        <p:spPr>
          <a:xfrm>
            <a:off x="1149925" y="1690373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Choose your favourite infographic and insert it in your presentation using Ctrl C + Ctrl V or Cmd C + Cmd V in Mac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3" name="Google Shape;1393;p29"/>
          <p:cNvSpPr txBox="1"/>
          <p:nvPr/>
        </p:nvSpPr>
        <p:spPr>
          <a:xfrm>
            <a:off x="1149925" y="3228441"/>
            <a:ext cx="3259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Change the color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by clicking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on the paint bucket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4" name="Google Shape;1394;p29"/>
          <p:cNvSpPr txBox="1"/>
          <p:nvPr/>
        </p:nvSpPr>
        <p:spPr>
          <a:xfrm>
            <a:off x="5169296" y="3228441"/>
            <a:ext cx="3259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Group 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elements again by selecting them, right-clicking and choosing “Group”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5" name="Google Shape;1395;p29"/>
          <p:cNvSpPr txBox="1"/>
          <p:nvPr/>
        </p:nvSpPr>
        <p:spPr>
          <a:xfrm>
            <a:off x="5169296" y="1690373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Remember to choose the </a:t>
            </a: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“Keep source formatting”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option so that it keeps the design. For more info, please visit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our blog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6" name="Google Shape;1396;p29"/>
          <p:cNvSpPr txBox="1"/>
          <p:nvPr/>
        </p:nvSpPr>
        <p:spPr>
          <a:xfrm>
            <a:off x="1149925" y="2459407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Select one of the parts and </a:t>
            </a: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ungroup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it by right-clicking and choosing “Ungroup”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7" name="Google Shape;1397;p29"/>
          <p:cNvSpPr txBox="1"/>
          <p:nvPr/>
        </p:nvSpPr>
        <p:spPr>
          <a:xfrm>
            <a:off x="2079000" y="3995375"/>
            <a:ext cx="5393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Then </a:t>
            </a: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resize 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element by clicking and dragging one of the square-shaped points of its bounding box (the cursor should look like a double-headed arrow). Remember to hold Shift while dragging to keep the proportions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8" name="Google Shape;1398;p29"/>
          <p:cNvSpPr txBox="1"/>
          <p:nvPr/>
        </p:nvSpPr>
        <p:spPr>
          <a:xfrm>
            <a:off x="5169296" y="2459407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Repeat the steps above with the other parts and when you’re done editing, copy the end result and paste it into your presentation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9" name="Google Shape;1399;p29"/>
          <p:cNvSpPr/>
          <p:nvPr/>
        </p:nvSpPr>
        <p:spPr>
          <a:xfrm>
            <a:off x="713235" y="1793273"/>
            <a:ext cx="407400" cy="40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0" name="Google Shape;1400;p29"/>
          <p:cNvSpPr/>
          <p:nvPr/>
        </p:nvSpPr>
        <p:spPr>
          <a:xfrm>
            <a:off x="4737645" y="1793273"/>
            <a:ext cx="407400" cy="40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Google Shape;1401;p29"/>
          <p:cNvSpPr/>
          <p:nvPr/>
        </p:nvSpPr>
        <p:spPr>
          <a:xfrm>
            <a:off x="713235" y="2562307"/>
            <a:ext cx="407400" cy="407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2" name="Google Shape;1402;p29"/>
          <p:cNvSpPr/>
          <p:nvPr/>
        </p:nvSpPr>
        <p:spPr>
          <a:xfrm>
            <a:off x="4737645" y="2562307"/>
            <a:ext cx="407400" cy="407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3" name="Google Shape;1403;p29"/>
          <p:cNvSpPr/>
          <p:nvPr/>
        </p:nvSpPr>
        <p:spPr>
          <a:xfrm>
            <a:off x="713235" y="3330291"/>
            <a:ext cx="407400" cy="40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4" name="Google Shape;1404;p29"/>
          <p:cNvSpPr/>
          <p:nvPr/>
        </p:nvSpPr>
        <p:spPr>
          <a:xfrm>
            <a:off x="4737645" y="3330291"/>
            <a:ext cx="407400" cy="40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5" name="Google Shape;1405;p29"/>
          <p:cNvSpPr/>
          <p:nvPr/>
        </p:nvSpPr>
        <p:spPr>
          <a:xfrm>
            <a:off x="1671610" y="4098270"/>
            <a:ext cx="407400" cy="407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06" name="Google Shape;1406;p29"/>
          <p:cNvCxnSpPr>
            <a:stCxn id="1399" idx="4"/>
            <a:endCxn id="1401" idx="0"/>
          </p:cNvCxnSpPr>
          <p:nvPr/>
        </p:nvCxnSpPr>
        <p:spPr>
          <a:xfrm>
            <a:off x="916935" y="2200673"/>
            <a:ext cx="0" cy="361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7" name="Google Shape;1407;p29"/>
          <p:cNvCxnSpPr>
            <a:stCxn id="1401" idx="4"/>
            <a:endCxn id="1403" idx="0"/>
          </p:cNvCxnSpPr>
          <p:nvPr/>
        </p:nvCxnSpPr>
        <p:spPr>
          <a:xfrm>
            <a:off x="916935" y="2969707"/>
            <a:ext cx="0" cy="36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8" name="Google Shape;1408;p29"/>
          <p:cNvCxnSpPr>
            <a:stCxn id="1403" idx="4"/>
            <a:endCxn id="1405" idx="2"/>
          </p:cNvCxnSpPr>
          <p:nvPr/>
        </p:nvCxnSpPr>
        <p:spPr>
          <a:xfrm flipH="1" rot="-5400000">
            <a:off x="1012185" y="3642441"/>
            <a:ext cx="564300" cy="7548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9" name="Google Shape;1409;p29"/>
          <p:cNvCxnSpPr>
            <a:stCxn id="1405" idx="0"/>
            <a:endCxn id="1404" idx="4"/>
          </p:cNvCxnSpPr>
          <p:nvPr/>
        </p:nvCxnSpPr>
        <p:spPr>
          <a:xfrm rot="-5400000">
            <a:off x="3228010" y="2384970"/>
            <a:ext cx="360600" cy="30660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0" name="Google Shape;1410;p29"/>
          <p:cNvCxnSpPr>
            <a:stCxn id="1404" idx="0"/>
            <a:endCxn id="1402" idx="4"/>
          </p:cNvCxnSpPr>
          <p:nvPr/>
        </p:nvCxnSpPr>
        <p:spPr>
          <a:xfrm rot="-5400000">
            <a:off x="4761345" y="3149691"/>
            <a:ext cx="3606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1" name="Google Shape;1411;p29"/>
          <p:cNvCxnSpPr>
            <a:stCxn id="1402" idx="0"/>
            <a:endCxn id="1400" idx="4"/>
          </p:cNvCxnSpPr>
          <p:nvPr/>
        </p:nvCxnSpPr>
        <p:spPr>
          <a:xfrm rot="-5400000">
            <a:off x="4760895" y="2381257"/>
            <a:ext cx="361500" cy="600"/>
          </a:xfrm>
          <a:prstGeom prst="bentConnector3">
            <a:avLst>
              <a:gd fmla="val 5001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ock Market Infographics by Slidesgo">
  <a:themeElements>
    <a:clrScheme name="Simple Light">
      <a:dk1>
        <a:srgbClr val="000000"/>
      </a:dk1>
      <a:lt1>
        <a:srgbClr val="FFFFFF"/>
      </a:lt1>
      <a:dk2>
        <a:srgbClr val="8F8F8F"/>
      </a:dk2>
      <a:lt2>
        <a:srgbClr val="AAC7FF"/>
      </a:lt2>
      <a:accent1>
        <a:srgbClr val="015CA8"/>
      </a:accent1>
      <a:accent2>
        <a:srgbClr val="FF5F87"/>
      </a:accent2>
      <a:accent3>
        <a:srgbClr val="6FAC0B"/>
      </a:accent3>
      <a:accent4>
        <a:srgbClr val="FFB640"/>
      </a:accent4>
      <a:accent5>
        <a:srgbClr val="FF7433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